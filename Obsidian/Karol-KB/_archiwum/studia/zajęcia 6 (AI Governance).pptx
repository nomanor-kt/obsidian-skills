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5447" r:id="rId4"/>
    <p:sldMasterId id="2147485551" r:id="rId5"/>
  </p:sldMasterIdLst>
  <p:notesMasterIdLst>
    <p:notesMasterId r:id="rId30"/>
  </p:notesMasterIdLst>
  <p:handoutMasterIdLst>
    <p:handoutMasterId r:id="rId31"/>
  </p:handoutMasterIdLst>
  <p:sldIdLst>
    <p:sldId id="2147481381" r:id="rId6"/>
    <p:sldId id="2147483532" r:id="rId7"/>
    <p:sldId id="2147481390" r:id="rId8"/>
    <p:sldId id="2147483585" r:id="rId9"/>
    <p:sldId id="2147483586" r:id="rId10"/>
    <p:sldId id="2147483228" r:id="rId11"/>
    <p:sldId id="2147483229" r:id="rId12"/>
    <p:sldId id="2147483577" r:id="rId13"/>
    <p:sldId id="2147483588" r:id="rId14"/>
    <p:sldId id="2147483597" r:id="rId15"/>
    <p:sldId id="2147483581" r:id="rId16"/>
    <p:sldId id="2147483596" r:id="rId17"/>
    <p:sldId id="2147483595" r:id="rId18"/>
    <p:sldId id="2147483589" r:id="rId19"/>
    <p:sldId id="2147483590" r:id="rId20"/>
    <p:sldId id="2147483576" r:id="rId21"/>
    <p:sldId id="2147483580" r:id="rId22"/>
    <p:sldId id="2147483591" r:id="rId23"/>
    <p:sldId id="2147483592" r:id="rId24"/>
    <p:sldId id="2147483583" r:id="rId25"/>
    <p:sldId id="2147483593" r:id="rId26"/>
    <p:sldId id="2147483594" r:id="rId27"/>
    <p:sldId id="2147483529" r:id="rId28"/>
    <p:sldId id="2147481413" r:id="rId29"/>
  </p:sldIdLst>
  <p:sldSz cx="12192000" cy="6858000"/>
  <p:notesSz cx="6735763" cy="9866313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crosoft AI Tour 16:9 Template Light" id="{38B656EC-D568-4EF7-8842-9FA1AE1192C9}">
          <p14:sldIdLst>
            <p14:sldId id="2147481381"/>
            <p14:sldId id="2147483532"/>
            <p14:sldId id="2147481390"/>
            <p14:sldId id="2147483585"/>
            <p14:sldId id="2147483586"/>
            <p14:sldId id="2147483228"/>
            <p14:sldId id="2147483229"/>
            <p14:sldId id="2147483577"/>
            <p14:sldId id="2147483588"/>
            <p14:sldId id="2147483597"/>
            <p14:sldId id="2147483581"/>
            <p14:sldId id="2147483596"/>
            <p14:sldId id="2147483595"/>
            <p14:sldId id="2147483589"/>
            <p14:sldId id="2147483590"/>
            <p14:sldId id="2147483576"/>
            <p14:sldId id="2147483580"/>
            <p14:sldId id="2147483591"/>
            <p14:sldId id="2147483592"/>
            <p14:sldId id="2147483583"/>
            <p14:sldId id="2147483593"/>
            <p14:sldId id="2147483594"/>
            <p14:sldId id="2147483529"/>
            <p14:sldId id="2147481413"/>
          </p14:sldIdLst>
        </p14:section>
        <p14:section name="Microsoft AI Tour 16:9 Template Dark" id="{5E174FA5-E68B-46F1-90F9-8D8AC2CB06F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  <p:cmAuthor id="5" name="Szeliga, Agata" initials="AS" lastIdx="1" clrIdx="5">
    <p:extLst>
      <p:ext uri="{19B8F6BF-5375-455C-9EA6-DF929625EA0E}">
        <p15:presenceInfo xmlns:p15="http://schemas.microsoft.com/office/powerpoint/2012/main" userId="S::Agata.Szeliga@skslegal.pl::07ff411a-66f7-465a-b510-6e151720042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F0FE"/>
    <a:srgbClr val="FFFFFF"/>
    <a:srgbClr val="4D3677"/>
    <a:srgbClr val="8661C5"/>
    <a:srgbClr val="D4EC8E"/>
    <a:srgbClr val="2A446F"/>
    <a:srgbClr val="091F2C"/>
    <a:srgbClr val="000000"/>
    <a:srgbClr val="FFE399"/>
    <a:srgbClr val="F8E3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077286-2821-4A4A-A549-90CBA9675371}" v="75" dt="2026-01-28T16:16:25.952"/>
    <p1510:client id="{1562EC04-8559-DC83-EA97-5CBD5030061B}" v="21" dt="2026-01-28T19:20:03.082"/>
    <p1510:client id="{4AFB8D48-CDBE-D32F-62F7-3CB4FB8FF4CA}" v="4" dt="2026-01-27T12:23:36.505"/>
    <p1510:client id="{69B7BE1B-3E7E-4F6B-A76D-57C06531A547}" v="1" dt="2026-01-27T13:03:20.217"/>
    <p1510:client id="{BA518D78-499B-40A6-9591-C736909AA41A}" v="28" dt="2026-01-27T12:47:02.0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8/10/relationships/authors" Target="authors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jakowska, Anna" userId="S::anna.tujakowska@skslegal.pl::f0a17e37-ade2-48ae-a24e-905dd39bc9ea" providerId="AD" clId="Web-{4B8E9DA6-3393-E8BF-A83C-9FA9D7459AA4}"/>
    <pc:docChg chg="modSld">
      <pc:chgData name="Tujakowska, Anna" userId="S::anna.tujakowska@skslegal.pl::f0a17e37-ade2-48ae-a24e-905dd39bc9ea" providerId="AD" clId="Web-{4B8E9DA6-3393-E8BF-A83C-9FA9D7459AA4}" dt="2026-01-21T12:44:08.652" v="60" actId="20577"/>
      <pc:docMkLst>
        <pc:docMk/>
      </pc:docMkLst>
      <pc:sldChg chg="modSp">
        <pc:chgData name="Tujakowska, Anna" userId="S::anna.tujakowska@skslegal.pl::f0a17e37-ade2-48ae-a24e-905dd39bc9ea" providerId="AD" clId="Web-{4B8E9DA6-3393-E8BF-A83C-9FA9D7459AA4}" dt="2026-01-21T12:42:30.371" v="31" actId="20577"/>
        <pc:sldMkLst>
          <pc:docMk/>
          <pc:sldMk cId="3965704202" sldId="2147481381"/>
        </pc:sldMkLst>
        <pc:spChg chg="mod">
          <ac:chgData name="Tujakowska, Anna" userId="S::anna.tujakowska@skslegal.pl::f0a17e37-ade2-48ae-a24e-905dd39bc9ea" providerId="AD" clId="Web-{4B8E9DA6-3393-E8BF-A83C-9FA9D7459AA4}" dt="2026-01-21T12:42:30.371" v="31" actId="20577"/>
          <ac:spMkLst>
            <pc:docMk/>
            <pc:sldMk cId="3965704202" sldId="2147481381"/>
            <ac:spMk id="2" creationId="{85115DFD-7798-3764-F978-3FD40F6259FE}"/>
          </ac:spMkLst>
        </pc:spChg>
      </pc:sldChg>
      <pc:sldChg chg="modSp">
        <pc:chgData name="Tujakowska, Anna" userId="S::anna.tujakowska@skslegal.pl::f0a17e37-ade2-48ae-a24e-905dd39bc9ea" providerId="AD" clId="Web-{4B8E9DA6-3393-E8BF-A83C-9FA9D7459AA4}" dt="2026-01-21T12:44:08.652" v="60" actId="20577"/>
        <pc:sldMkLst>
          <pc:docMk/>
          <pc:sldMk cId="3206503217" sldId="2147481390"/>
        </pc:sldMkLst>
        <pc:spChg chg="mod">
          <ac:chgData name="Tujakowska, Anna" userId="S::anna.tujakowska@skslegal.pl::f0a17e37-ade2-48ae-a24e-905dd39bc9ea" providerId="AD" clId="Web-{4B8E9DA6-3393-E8BF-A83C-9FA9D7459AA4}" dt="2026-01-21T12:44:08.652" v="60" actId="20577"/>
          <ac:spMkLst>
            <pc:docMk/>
            <pc:sldMk cId="3206503217" sldId="2147481390"/>
            <ac:spMk id="3" creationId="{B26650F4-E0E0-9867-032F-3A92C5573637}"/>
          </ac:spMkLst>
        </pc:spChg>
      </pc:sldChg>
      <pc:sldChg chg="modSp">
        <pc:chgData name="Tujakowska, Anna" userId="S::anna.tujakowska@skslegal.pl::f0a17e37-ade2-48ae-a24e-905dd39bc9ea" providerId="AD" clId="Web-{4B8E9DA6-3393-E8BF-A83C-9FA9D7459AA4}" dt="2026-01-21T12:43:54.761" v="54" actId="20577"/>
        <pc:sldMkLst>
          <pc:docMk/>
          <pc:sldMk cId="703852126" sldId="2147483532"/>
        </pc:sldMkLst>
        <pc:spChg chg="mod">
          <ac:chgData name="Tujakowska, Anna" userId="S::anna.tujakowska@skslegal.pl::f0a17e37-ade2-48ae-a24e-905dd39bc9ea" providerId="AD" clId="Web-{4B8E9DA6-3393-E8BF-A83C-9FA9D7459AA4}" dt="2026-01-21T12:43:54.761" v="54" actId="20577"/>
          <ac:spMkLst>
            <pc:docMk/>
            <pc:sldMk cId="703852126" sldId="2147483532"/>
            <ac:spMk id="3" creationId="{CC6D5661-6ED9-6DDD-062D-F0799877A96D}"/>
          </ac:spMkLst>
        </pc:spChg>
      </pc:sldChg>
    </pc:docChg>
  </pc:docChgLst>
  <pc:docChgLst>
    <pc:chgData name="Szeliga, Agata" userId="S::agata.szeliga@skslegal.pl::07ff411a-66f7-465a-b510-6e151720042c" providerId="AD" clId="Web-{C4210383-4A00-4DC2-5A74-D75565DD3571}"/>
    <pc:docChg chg="modSld">
      <pc:chgData name="Szeliga, Agata" userId="S::agata.szeliga@skslegal.pl::07ff411a-66f7-465a-b510-6e151720042c" providerId="AD" clId="Web-{C4210383-4A00-4DC2-5A74-D75565DD3571}" dt="2026-01-26T15:51:32.785" v="0" actId="1076"/>
      <pc:docMkLst>
        <pc:docMk/>
      </pc:docMkLst>
      <pc:sldChg chg="modSp">
        <pc:chgData name="Szeliga, Agata" userId="S::agata.szeliga@skslegal.pl::07ff411a-66f7-465a-b510-6e151720042c" providerId="AD" clId="Web-{C4210383-4A00-4DC2-5A74-D75565DD3571}" dt="2026-01-26T15:51:32.785" v="0" actId="1076"/>
        <pc:sldMkLst>
          <pc:docMk/>
          <pc:sldMk cId="3965704202" sldId="2147481381"/>
        </pc:sldMkLst>
        <pc:spChg chg="mod">
          <ac:chgData name="Szeliga, Agata" userId="S::agata.szeliga@skslegal.pl::07ff411a-66f7-465a-b510-6e151720042c" providerId="AD" clId="Web-{C4210383-4A00-4DC2-5A74-D75565DD3571}" dt="2026-01-26T15:51:32.785" v="0" actId="1076"/>
          <ac:spMkLst>
            <pc:docMk/>
            <pc:sldMk cId="3965704202" sldId="2147481381"/>
            <ac:spMk id="3" creationId="{EE21B618-77E6-80DF-47D3-7CCEBDE871E7}"/>
          </ac:spMkLst>
        </pc:spChg>
      </pc:sldChg>
    </pc:docChg>
  </pc:docChgLst>
  <pc:docChgLst>
    <pc:chgData name="Tujakowska, Anna" userId="S::anna.tujakowska@skslegal.pl::f0a17e37-ade2-48ae-a24e-905dd39bc9ea" providerId="AD" clId="Web-{B9B33E26-BD0B-F192-D0C7-ECC0D3E93AF6}"/>
    <pc:docChg chg="modSld">
      <pc:chgData name="Tujakowska, Anna" userId="S::anna.tujakowska@skslegal.pl::f0a17e37-ade2-48ae-a24e-905dd39bc9ea" providerId="AD" clId="Web-{B9B33E26-BD0B-F192-D0C7-ECC0D3E93AF6}" dt="2026-01-22T18:11:25.804" v="0" actId="20577"/>
      <pc:docMkLst>
        <pc:docMk/>
      </pc:docMkLst>
      <pc:sldChg chg="modSp">
        <pc:chgData name="Tujakowska, Anna" userId="S::anna.tujakowska@skslegal.pl::f0a17e37-ade2-48ae-a24e-905dd39bc9ea" providerId="AD" clId="Web-{B9B33E26-BD0B-F192-D0C7-ECC0D3E93AF6}" dt="2026-01-22T18:11:25.804" v="0" actId="20577"/>
        <pc:sldMkLst>
          <pc:docMk/>
          <pc:sldMk cId="3965704202" sldId="2147481381"/>
        </pc:sldMkLst>
        <pc:spChg chg="mod">
          <ac:chgData name="Tujakowska, Anna" userId="S::anna.tujakowska@skslegal.pl::f0a17e37-ade2-48ae-a24e-905dd39bc9ea" providerId="AD" clId="Web-{B9B33E26-BD0B-F192-D0C7-ECC0D3E93AF6}" dt="2026-01-22T18:11:25.804" v="0" actId="20577"/>
          <ac:spMkLst>
            <pc:docMk/>
            <pc:sldMk cId="3965704202" sldId="2147481381"/>
            <ac:spMk id="2" creationId="{85115DFD-7798-3764-F978-3FD40F6259FE}"/>
          </ac:spMkLst>
        </pc:spChg>
      </pc:sldChg>
    </pc:docChg>
  </pc:docChgLst>
  <pc:docChgLst>
    <pc:chgData name="Guberska, Aleksandra" userId="5eb46753-fcb9-40b8-b853-27caf0515e8b" providerId="ADAL" clId="{ECF9049F-59D9-40DE-B5E2-EDE3F0B49B9E}"/>
    <pc:docChg chg="undo redo custSel addSld delSld modSld modSection">
      <pc:chgData name="Guberska, Aleksandra" userId="5eb46753-fcb9-40b8-b853-27caf0515e8b" providerId="ADAL" clId="{ECF9049F-59D9-40DE-B5E2-EDE3F0B49B9E}" dt="2026-01-27T13:08:16.160" v="790" actId="1076"/>
      <pc:docMkLst>
        <pc:docMk/>
      </pc:docMkLst>
      <pc:sldChg chg="addSp delSp modSp mod modClrScheme addAnim delAnim chgLayout">
        <pc:chgData name="Guberska, Aleksandra" userId="5eb46753-fcb9-40b8-b853-27caf0515e8b" providerId="ADAL" clId="{ECF9049F-59D9-40DE-B5E2-EDE3F0B49B9E}" dt="2026-01-26T15:15:12.985" v="604" actId="404"/>
        <pc:sldMkLst>
          <pc:docMk/>
          <pc:sldMk cId="375657347" sldId="2147483228"/>
        </pc:sldMkLst>
        <pc:spChg chg="add mod ord">
          <ac:chgData name="Guberska, Aleksandra" userId="5eb46753-fcb9-40b8-b853-27caf0515e8b" providerId="ADAL" clId="{ECF9049F-59D9-40DE-B5E2-EDE3F0B49B9E}" dt="2026-01-26T15:15:12.985" v="604" actId="404"/>
          <ac:spMkLst>
            <pc:docMk/>
            <pc:sldMk cId="375657347" sldId="2147483228"/>
            <ac:spMk id="2" creationId="{440CA8A0-0AA3-00BF-40D6-C8DFB42A1A89}"/>
          </ac:spMkLst>
        </pc:spChg>
        <pc:spChg chg="mod ord">
          <ac:chgData name="Guberska, Aleksandra" userId="5eb46753-fcb9-40b8-b853-27caf0515e8b" providerId="ADAL" clId="{ECF9049F-59D9-40DE-B5E2-EDE3F0B49B9E}" dt="2026-01-26T15:14:44.298" v="598" actId="700"/>
          <ac:spMkLst>
            <pc:docMk/>
            <pc:sldMk cId="375657347" sldId="2147483228"/>
            <ac:spMk id="4" creationId="{4090FFD3-2750-0610-2BA2-DFBE1E3F7D53}"/>
          </ac:spMkLst>
        </pc:spChg>
        <pc:spChg chg="mod">
          <ac:chgData name="Guberska, Aleksandra" userId="5eb46753-fcb9-40b8-b853-27caf0515e8b" providerId="ADAL" clId="{ECF9049F-59D9-40DE-B5E2-EDE3F0B49B9E}" dt="2026-01-22T15:10:30.962" v="116" actId="11530"/>
          <ac:spMkLst>
            <pc:docMk/>
            <pc:sldMk cId="375657347" sldId="2147483228"/>
            <ac:spMk id="8" creationId="{054A4462-05A4-A27D-118D-F05821B75EB0}"/>
          </ac:spMkLst>
        </pc:spChg>
        <pc:spChg chg="mod">
          <ac:chgData name="Guberska, Aleksandra" userId="5eb46753-fcb9-40b8-b853-27caf0515e8b" providerId="ADAL" clId="{ECF9049F-59D9-40DE-B5E2-EDE3F0B49B9E}" dt="2026-01-22T15:10:30.962" v="116" actId="11530"/>
          <ac:spMkLst>
            <pc:docMk/>
            <pc:sldMk cId="375657347" sldId="2147483228"/>
            <ac:spMk id="9" creationId="{CB3BEA35-FE15-AF27-7DA3-A7B3EDB85CF5}"/>
          </ac:spMkLst>
        </pc:spChg>
        <pc:spChg chg="mod">
          <ac:chgData name="Guberska, Aleksandra" userId="5eb46753-fcb9-40b8-b853-27caf0515e8b" providerId="ADAL" clId="{ECF9049F-59D9-40DE-B5E2-EDE3F0B49B9E}" dt="2026-01-22T15:10:30.962" v="116" actId="11530"/>
          <ac:spMkLst>
            <pc:docMk/>
            <pc:sldMk cId="375657347" sldId="2147483228"/>
            <ac:spMk id="10" creationId="{74B2E713-70D9-51A0-297F-D6B352A208C9}"/>
          </ac:spMkLst>
        </pc:spChg>
        <pc:spChg chg="mod">
          <ac:chgData name="Guberska, Aleksandra" userId="5eb46753-fcb9-40b8-b853-27caf0515e8b" providerId="ADAL" clId="{ECF9049F-59D9-40DE-B5E2-EDE3F0B49B9E}" dt="2026-01-22T15:10:30.962" v="116" actId="11530"/>
          <ac:spMkLst>
            <pc:docMk/>
            <pc:sldMk cId="375657347" sldId="2147483228"/>
            <ac:spMk id="13" creationId="{4FA4F379-B59B-A843-DC39-A208BAFB543D}"/>
          </ac:spMkLst>
        </pc:spChg>
        <pc:spChg chg="mod">
          <ac:chgData name="Guberska, Aleksandra" userId="5eb46753-fcb9-40b8-b853-27caf0515e8b" providerId="ADAL" clId="{ECF9049F-59D9-40DE-B5E2-EDE3F0B49B9E}" dt="2026-01-22T15:10:30.962" v="116" actId="11530"/>
          <ac:spMkLst>
            <pc:docMk/>
            <pc:sldMk cId="375657347" sldId="2147483228"/>
            <ac:spMk id="16" creationId="{7839A769-251E-9B92-F97E-AD373AC2BDF7}"/>
          </ac:spMkLst>
        </pc:spChg>
        <pc:spChg chg="mod">
          <ac:chgData name="Guberska, Aleksandra" userId="5eb46753-fcb9-40b8-b853-27caf0515e8b" providerId="ADAL" clId="{ECF9049F-59D9-40DE-B5E2-EDE3F0B49B9E}" dt="2026-01-22T15:10:30.962" v="116" actId="11530"/>
          <ac:spMkLst>
            <pc:docMk/>
            <pc:sldMk cId="375657347" sldId="2147483228"/>
            <ac:spMk id="21" creationId="{1B244546-7014-D872-CCF9-488B8E1BB1DB}"/>
          </ac:spMkLst>
        </pc:spChg>
      </pc:sldChg>
      <pc:sldChg chg="addSp delSp modSp mod modClrScheme chgLayout">
        <pc:chgData name="Guberska, Aleksandra" userId="5eb46753-fcb9-40b8-b853-27caf0515e8b" providerId="ADAL" clId="{ECF9049F-59D9-40DE-B5E2-EDE3F0B49B9E}" dt="2026-01-26T15:15:10.664" v="603" actId="404"/>
        <pc:sldMkLst>
          <pc:docMk/>
          <pc:sldMk cId="252834348" sldId="2147483229"/>
        </pc:sldMkLst>
        <pc:spChg chg="mod">
          <ac:chgData name="Guberska, Aleksandra" userId="5eb46753-fcb9-40b8-b853-27caf0515e8b" providerId="ADAL" clId="{ECF9049F-59D9-40DE-B5E2-EDE3F0B49B9E}" dt="2026-01-22T15:10:23.037" v="115" actId="11530"/>
          <ac:spMkLst>
            <pc:docMk/>
            <pc:sldMk cId="252834348" sldId="2147483229"/>
            <ac:spMk id="3" creationId="{49FFC106-CFE7-29D1-1D7D-CBAE3BA8CF8B}"/>
          </ac:spMkLst>
        </pc:spChg>
        <pc:spChg chg="mod ord">
          <ac:chgData name="Guberska, Aleksandra" userId="5eb46753-fcb9-40b8-b853-27caf0515e8b" providerId="ADAL" clId="{ECF9049F-59D9-40DE-B5E2-EDE3F0B49B9E}" dt="2026-01-26T15:14:51.746" v="599" actId="700"/>
          <ac:spMkLst>
            <pc:docMk/>
            <pc:sldMk cId="252834348" sldId="2147483229"/>
            <ac:spMk id="4" creationId="{34C34FEA-5F25-AE24-129B-58B48DCF62CB}"/>
          </ac:spMkLst>
        </pc:spChg>
        <pc:spChg chg="add mod ord">
          <ac:chgData name="Guberska, Aleksandra" userId="5eb46753-fcb9-40b8-b853-27caf0515e8b" providerId="ADAL" clId="{ECF9049F-59D9-40DE-B5E2-EDE3F0B49B9E}" dt="2026-01-26T15:15:10.664" v="603" actId="404"/>
          <ac:spMkLst>
            <pc:docMk/>
            <pc:sldMk cId="252834348" sldId="2147483229"/>
            <ac:spMk id="6" creationId="{048D3B0F-406D-3ADC-DE21-6331E6628E5D}"/>
          </ac:spMkLst>
        </pc:spChg>
        <pc:spChg chg="mod">
          <ac:chgData name="Guberska, Aleksandra" userId="5eb46753-fcb9-40b8-b853-27caf0515e8b" providerId="ADAL" clId="{ECF9049F-59D9-40DE-B5E2-EDE3F0B49B9E}" dt="2026-01-22T15:10:23.037" v="115" actId="11530"/>
          <ac:spMkLst>
            <pc:docMk/>
            <pc:sldMk cId="252834348" sldId="2147483229"/>
            <ac:spMk id="9" creationId="{22DBAAB4-C2A3-4B21-E69B-135673A3A0EF}"/>
          </ac:spMkLst>
        </pc:spChg>
        <pc:spChg chg="mod">
          <ac:chgData name="Guberska, Aleksandra" userId="5eb46753-fcb9-40b8-b853-27caf0515e8b" providerId="ADAL" clId="{ECF9049F-59D9-40DE-B5E2-EDE3F0B49B9E}" dt="2026-01-22T15:10:23.037" v="115" actId="11530"/>
          <ac:spMkLst>
            <pc:docMk/>
            <pc:sldMk cId="252834348" sldId="2147483229"/>
            <ac:spMk id="10" creationId="{C4524A2C-515E-3D54-68D9-F5FECE2DAEDF}"/>
          </ac:spMkLst>
        </pc:spChg>
        <pc:spChg chg="mod">
          <ac:chgData name="Guberska, Aleksandra" userId="5eb46753-fcb9-40b8-b853-27caf0515e8b" providerId="ADAL" clId="{ECF9049F-59D9-40DE-B5E2-EDE3F0B49B9E}" dt="2026-01-22T15:10:23.037" v="115" actId="11530"/>
          <ac:spMkLst>
            <pc:docMk/>
            <pc:sldMk cId="252834348" sldId="2147483229"/>
            <ac:spMk id="16" creationId="{44CF7B7B-2F72-FE5B-8A47-122AD3A36EEC}"/>
          </ac:spMkLst>
        </pc:spChg>
        <pc:spChg chg="mod">
          <ac:chgData name="Guberska, Aleksandra" userId="5eb46753-fcb9-40b8-b853-27caf0515e8b" providerId="ADAL" clId="{ECF9049F-59D9-40DE-B5E2-EDE3F0B49B9E}" dt="2026-01-22T15:10:23.037" v="115" actId="11530"/>
          <ac:spMkLst>
            <pc:docMk/>
            <pc:sldMk cId="252834348" sldId="2147483229"/>
            <ac:spMk id="21" creationId="{BDC6DD85-0CC4-6CF5-366E-3BB788036A64}"/>
          </ac:spMkLst>
        </pc:spChg>
      </pc:sldChg>
      <pc:sldChg chg="addSp delSp modSp add mod modAnim">
        <pc:chgData name="Guberska, Aleksandra" userId="5eb46753-fcb9-40b8-b853-27caf0515e8b" providerId="ADAL" clId="{ECF9049F-59D9-40DE-B5E2-EDE3F0B49B9E}" dt="2026-01-22T15:25:36.262" v="355" actId="403"/>
        <pc:sldMkLst>
          <pc:docMk/>
          <pc:sldMk cId="823537620" sldId="2147483580"/>
        </pc:sldMkLst>
        <pc:spChg chg="add mod">
          <ac:chgData name="Guberska, Aleksandra" userId="5eb46753-fcb9-40b8-b853-27caf0515e8b" providerId="ADAL" clId="{ECF9049F-59D9-40DE-B5E2-EDE3F0B49B9E}" dt="2026-01-22T15:21:42.913" v="300" actId="14100"/>
          <ac:spMkLst>
            <pc:docMk/>
            <pc:sldMk cId="823537620" sldId="2147483580"/>
            <ac:spMk id="2" creationId="{DFE1320D-360E-89AB-9199-7D03B6E68C97}"/>
          </ac:spMkLst>
        </pc:spChg>
        <pc:spChg chg="add mod">
          <ac:chgData name="Guberska, Aleksandra" userId="5eb46753-fcb9-40b8-b853-27caf0515e8b" providerId="ADAL" clId="{ECF9049F-59D9-40DE-B5E2-EDE3F0B49B9E}" dt="2026-01-22T15:21:00.170" v="246" actId="5793"/>
          <ac:spMkLst>
            <pc:docMk/>
            <pc:sldMk cId="823537620" sldId="2147483580"/>
            <ac:spMk id="3" creationId="{44647E2C-30F6-47DD-9C19-719AF3EF4622}"/>
          </ac:spMkLst>
        </pc:spChg>
        <pc:spChg chg="add mod">
          <ac:chgData name="Guberska, Aleksandra" userId="5eb46753-fcb9-40b8-b853-27caf0515e8b" providerId="ADAL" clId="{ECF9049F-59D9-40DE-B5E2-EDE3F0B49B9E}" dt="2026-01-22T15:25:36.262" v="355" actId="403"/>
          <ac:spMkLst>
            <pc:docMk/>
            <pc:sldMk cId="823537620" sldId="2147483580"/>
            <ac:spMk id="4" creationId="{D3F38B9A-2FEC-CE77-E5C8-55D8F882898E}"/>
          </ac:spMkLst>
        </pc:spChg>
        <pc:spChg chg="add mod">
          <ac:chgData name="Guberska, Aleksandra" userId="5eb46753-fcb9-40b8-b853-27caf0515e8b" providerId="ADAL" clId="{ECF9049F-59D9-40DE-B5E2-EDE3F0B49B9E}" dt="2026-01-22T15:22:58.328" v="341"/>
          <ac:spMkLst>
            <pc:docMk/>
            <pc:sldMk cId="823537620" sldId="2147483580"/>
            <ac:spMk id="5" creationId="{4E9FA295-AAB2-A558-805B-43E77D322207}"/>
          </ac:spMkLst>
        </pc:spChg>
        <pc:spChg chg="mod">
          <ac:chgData name="Guberska, Aleksandra" userId="5eb46753-fcb9-40b8-b853-27caf0515e8b" providerId="ADAL" clId="{ECF9049F-59D9-40DE-B5E2-EDE3F0B49B9E}" dt="2026-01-22T15:23:01.751" v="343" actId="20577"/>
          <ac:spMkLst>
            <pc:docMk/>
            <pc:sldMk cId="823537620" sldId="2147483580"/>
            <ac:spMk id="6" creationId="{57C91416-FE96-E863-412E-A69C7122CBD3}"/>
          </ac:spMkLst>
        </pc:spChg>
        <pc:spChg chg="mod">
          <ac:chgData name="Guberska, Aleksandra" userId="5eb46753-fcb9-40b8-b853-27caf0515e8b" providerId="ADAL" clId="{ECF9049F-59D9-40DE-B5E2-EDE3F0B49B9E}" dt="2026-01-22T15:22:43.864" v="337"/>
          <ac:spMkLst>
            <pc:docMk/>
            <pc:sldMk cId="823537620" sldId="2147483580"/>
            <ac:spMk id="8" creationId="{4FC2B540-176F-79ED-D69C-781F06C5DEC2}"/>
          </ac:spMkLst>
        </pc:spChg>
        <pc:spChg chg="mod">
          <ac:chgData name="Guberska, Aleksandra" userId="5eb46753-fcb9-40b8-b853-27caf0515e8b" providerId="ADAL" clId="{ECF9049F-59D9-40DE-B5E2-EDE3F0B49B9E}" dt="2026-01-22T15:22:48.381" v="339"/>
          <ac:spMkLst>
            <pc:docMk/>
            <pc:sldMk cId="823537620" sldId="2147483580"/>
            <ac:spMk id="14" creationId="{B5DF68D9-4036-3DC1-8DA0-9495A64463FD}"/>
          </ac:spMkLst>
        </pc:spChg>
        <pc:cxnChg chg="mod">
          <ac:chgData name="Guberska, Aleksandra" userId="5eb46753-fcb9-40b8-b853-27caf0515e8b" providerId="ADAL" clId="{ECF9049F-59D9-40DE-B5E2-EDE3F0B49B9E}" dt="2026-01-22T15:22:22.590" v="316" actId="1076"/>
          <ac:cxnSpMkLst>
            <pc:docMk/>
            <pc:sldMk cId="823537620" sldId="2147483580"/>
            <ac:cxnSpMk id="13" creationId="{02957A9A-4A4A-849D-907A-9175C22B50BC}"/>
          </ac:cxnSpMkLst>
        </pc:cxnChg>
      </pc:sldChg>
      <pc:sldChg chg="addSp delSp modSp add mod">
        <pc:chgData name="Guberska, Aleksandra" userId="5eb46753-fcb9-40b8-b853-27caf0515e8b" providerId="ADAL" clId="{ECF9049F-59D9-40DE-B5E2-EDE3F0B49B9E}" dt="2026-01-22T15:06:33.157" v="59"/>
        <pc:sldMkLst>
          <pc:docMk/>
          <pc:sldMk cId="1028334911" sldId="2147483585"/>
        </pc:sldMkLst>
        <pc:spChg chg="mod">
          <ac:chgData name="Guberska, Aleksandra" userId="5eb46753-fcb9-40b8-b853-27caf0515e8b" providerId="ADAL" clId="{ECF9049F-59D9-40DE-B5E2-EDE3F0B49B9E}" dt="2026-01-22T14:08:30.210" v="57" actId="1038"/>
          <ac:spMkLst>
            <pc:docMk/>
            <pc:sldMk cId="1028334911" sldId="2147483585"/>
            <ac:spMk id="8" creationId="{D6CFBB58-4C46-CEF4-DA64-9983CD5E7945}"/>
          </ac:spMkLst>
        </pc:spChg>
        <pc:spChg chg="add mod">
          <ac:chgData name="Guberska, Aleksandra" userId="5eb46753-fcb9-40b8-b853-27caf0515e8b" providerId="ADAL" clId="{ECF9049F-59D9-40DE-B5E2-EDE3F0B49B9E}" dt="2026-01-22T14:07:36.632" v="9"/>
          <ac:spMkLst>
            <pc:docMk/>
            <pc:sldMk cId="1028334911" sldId="2147483585"/>
            <ac:spMk id="9" creationId="{5E50163A-EC3C-E535-0C07-37D71B4FC7C6}"/>
          </ac:spMkLst>
        </pc:spChg>
        <pc:spChg chg="add mod">
          <ac:chgData name="Guberska, Aleksandra" userId="5eb46753-fcb9-40b8-b853-27caf0515e8b" providerId="ADAL" clId="{ECF9049F-59D9-40DE-B5E2-EDE3F0B49B9E}" dt="2026-01-22T14:07:36.632" v="9"/>
          <ac:spMkLst>
            <pc:docMk/>
            <pc:sldMk cId="1028334911" sldId="2147483585"/>
            <ac:spMk id="10" creationId="{3F25261F-9D1F-FD8D-4050-C796117748E4}"/>
          </ac:spMkLst>
        </pc:spChg>
        <pc:spChg chg="mod">
          <ac:chgData name="Guberska, Aleksandra" userId="5eb46753-fcb9-40b8-b853-27caf0515e8b" providerId="ADAL" clId="{ECF9049F-59D9-40DE-B5E2-EDE3F0B49B9E}" dt="2026-01-22T14:08:30.210" v="57" actId="1038"/>
          <ac:spMkLst>
            <pc:docMk/>
            <pc:sldMk cId="1028334911" sldId="2147483585"/>
            <ac:spMk id="12" creationId="{80BD6C32-2C23-F734-CD11-CFBB716290A6}"/>
          </ac:spMkLst>
        </pc:spChg>
        <pc:spChg chg="add mod">
          <ac:chgData name="Guberska, Aleksandra" userId="5eb46753-fcb9-40b8-b853-27caf0515e8b" providerId="ADAL" clId="{ECF9049F-59D9-40DE-B5E2-EDE3F0B49B9E}" dt="2026-01-22T14:07:36.632" v="9"/>
          <ac:spMkLst>
            <pc:docMk/>
            <pc:sldMk cId="1028334911" sldId="2147483585"/>
            <ac:spMk id="14" creationId="{924BC581-338A-F70D-6E6B-E17AC68B33FC}"/>
          </ac:spMkLst>
        </pc:spChg>
        <pc:spChg chg="add mod">
          <ac:chgData name="Guberska, Aleksandra" userId="5eb46753-fcb9-40b8-b853-27caf0515e8b" providerId="ADAL" clId="{ECF9049F-59D9-40DE-B5E2-EDE3F0B49B9E}" dt="2026-01-22T14:07:36.632" v="9"/>
          <ac:spMkLst>
            <pc:docMk/>
            <pc:sldMk cId="1028334911" sldId="2147483585"/>
            <ac:spMk id="15" creationId="{60200477-ABCC-6704-1BE7-192B6C36948A}"/>
          </ac:spMkLst>
        </pc:spChg>
        <pc:spChg chg="add mod">
          <ac:chgData name="Guberska, Aleksandra" userId="5eb46753-fcb9-40b8-b853-27caf0515e8b" providerId="ADAL" clId="{ECF9049F-59D9-40DE-B5E2-EDE3F0B49B9E}" dt="2026-01-22T14:07:36.632" v="9"/>
          <ac:spMkLst>
            <pc:docMk/>
            <pc:sldMk cId="1028334911" sldId="2147483585"/>
            <ac:spMk id="16" creationId="{AA57D46A-F5EE-7945-1551-A7CC9A58CBB9}"/>
          </ac:spMkLst>
        </pc:spChg>
        <pc:spChg chg="add mod">
          <ac:chgData name="Guberska, Aleksandra" userId="5eb46753-fcb9-40b8-b853-27caf0515e8b" providerId="ADAL" clId="{ECF9049F-59D9-40DE-B5E2-EDE3F0B49B9E}" dt="2026-01-22T14:07:36.632" v="9"/>
          <ac:spMkLst>
            <pc:docMk/>
            <pc:sldMk cId="1028334911" sldId="2147483585"/>
            <ac:spMk id="17" creationId="{9938D038-83ED-4FA5-3BA9-5CB33A9D8BB1}"/>
          </ac:spMkLst>
        </pc:spChg>
        <pc:spChg chg="mod">
          <ac:chgData name="Guberska, Aleksandra" userId="5eb46753-fcb9-40b8-b853-27caf0515e8b" providerId="ADAL" clId="{ECF9049F-59D9-40DE-B5E2-EDE3F0B49B9E}" dt="2026-01-22T14:08:30.210" v="57" actId="1038"/>
          <ac:spMkLst>
            <pc:docMk/>
            <pc:sldMk cId="1028334911" sldId="2147483585"/>
            <ac:spMk id="18" creationId="{59F9030C-2517-DE1C-4B2E-1C1CD4349339}"/>
          </ac:spMkLst>
        </pc:spChg>
        <pc:spChg chg="mod">
          <ac:chgData name="Guberska, Aleksandra" userId="5eb46753-fcb9-40b8-b853-27caf0515e8b" providerId="ADAL" clId="{ECF9049F-59D9-40DE-B5E2-EDE3F0B49B9E}" dt="2026-01-22T14:08:30.210" v="57" actId="1038"/>
          <ac:spMkLst>
            <pc:docMk/>
            <pc:sldMk cId="1028334911" sldId="2147483585"/>
            <ac:spMk id="19" creationId="{E7CDEF68-D584-E2BD-856F-EDF5030B1034}"/>
          </ac:spMkLst>
        </pc:spChg>
        <pc:spChg chg="add mod">
          <ac:chgData name="Guberska, Aleksandra" userId="5eb46753-fcb9-40b8-b853-27caf0515e8b" providerId="ADAL" clId="{ECF9049F-59D9-40DE-B5E2-EDE3F0B49B9E}" dt="2026-01-22T14:07:36.632" v="9"/>
          <ac:spMkLst>
            <pc:docMk/>
            <pc:sldMk cId="1028334911" sldId="2147483585"/>
            <ac:spMk id="20" creationId="{92868104-9626-6A04-EDF4-0BBE13E6D20C}"/>
          </ac:spMkLst>
        </pc:spChg>
        <pc:spChg chg="add mod">
          <ac:chgData name="Guberska, Aleksandra" userId="5eb46753-fcb9-40b8-b853-27caf0515e8b" providerId="ADAL" clId="{ECF9049F-59D9-40DE-B5E2-EDE3F0B49B9E}" dt="2026-01-22T14:08:30.210" v="57" actId="1038"/>
          <ac:spMkLst>
            <pc:docMk/>
            <pc:sldMk cId="1028334911" sldId="2147483585"/>
            <ac:spMk id="21" creationId="{A1038E12-1002-DC1A-E312-8AE8A3DFC636}"/>
          </ac:spMkLst>
        </pc:spChg>
        <pc:spChg chg="mod">
          <ac:chgData name="Guberska, Aleksandra" userId="5eb46753-fcb9-40b8-b853-27caf0515e8b" providerId="ADAL" clId="{ECF9049F-59D9-40DE-B5E2-EDE3F0B49B9E}" dt="2026-01-22T14:08:30.210" v="57" actId="1038"/>
          <ac:spMkLst>
            <pc:docMk/>
            <pc:sldMk cId="1028334911" sldId="2147483585"/>
            <ac:spMk id="22" creationId="{E72EFD24-8E7E-5688-E6A5-8AA65BC20D65}"/>
          </ac:spMkLst>
        </pc:spChg>
        <pc:spChg chg="mod">
          <ac:chgData name="Guberska, Aleksandra" userId="5eb46753-fcb9-40b8-b853-27caf0515e8b" providerId="ADAL" clId="{ECF9049F-59D9-40DE-B5E2-EDE3F0B49B9E}" dt="2026-01-22T14:08:30.210" v="57" actId="1038"/>
          <ac:spMkLst>
            <pc:docMk/>
            <pc:sldMk cId="1028334911" sldId="2147483585"/>
            <ac:spMk id="23" creationId="{040FCFE1-FA09-A4BC-2B7A-74F9317CAC49}"/>
          </ac:spMkLst>
        </pc:spChg>
        <pc:spChg chg="add mod">
          <ac:chgData name="Guberska, Aleksandra" userId="5eb46753-fcb9-40b8-b853-27caf0515e8b" providerId="ADAL" clId="{ECF9049F-59D9-40DE-B5E2-EDE3F0B49B9E}" dt="2026-01-22T14:08:30.210" v="57" actId="1038"/>
          <ac:spMkLst>
            <pc:docMk/>
            <pc:sldMk cId="1028334911" sldId="2147483585"/>
            <ac:spMk id="24" creationId="{BC42F5A2-59FD-E885-BB1B-F575D21C4892}"/>
          </ac:spMkLst>
        </pc:spChg>
        <pc:spChg chg="add mod">
          <ac:chgData name="Guberska, Aleksandra" userId="5eb46753-fcb9-40b8-b853-27caf0515e8b" providerId="ADAL" clId="{ECF9049F-59D9-40DE-B5E2-EDE3F0B49B9E}" dt="2026-01-22T14:08:30.210" v="57" actId="1038"/>
          <ac:spMkLst>
            <pc:docMk/>
            <pc:sldMk cId="1028334911" sldId="2147483585"/>
            <ac:spMk id="25" creationId="{EF3E149F-DD63-E984-8F29-BCECA137E831}"/>
          </ac:spMkLst>
        </pc:spChg>
        <pc:spChg chg="mod">
          <ac:chgData name="Guberska, Aleksandra" userId="5eb46753-fcb9-40b8-b853-27caf0515e8b" providerId="ADAL" clId="{ECF9049F-59D9-40DE-B5E2-EDE3F0B49B9E}" dt="2026-01-22T14:08:30.210" v="57" actId="1038"/>
          <ac:spMkLst>
            <pc:docMk/>
            <pc:sldMk cId="1028334911" sldId="2147483585"/>
            <ac:spMk id="26" creationId="{61E998C9-BAE9-99FE-58F4-606032A02FD9}"/>
          </ac:spMkLst>
        </pc:spChg>
        <pc:spChg chg="mod">
          <ac:chgData name="Guberska, Aleksandra" userId="5eb46753-fcb9-40b8-b853-27caf0515e8b" providerId="ADAL" clId="{ECF9049F-59D9-40DE-B5E2-EDE3F0B49B9E}" dt="2026-01-22T14:08:25.451" v="39" actId="1038"/>
          <ac:spMkLst>
            <pc:docMk/>
            <pc:sldMk cId="1028334911" sldId="2147483585"/>
            <ac:spMk id="27" creationId="{0456D8E4-CDCC-62A4-69FC-8BDB6A274D4C}"/>
          </ac:spMkLst>
        </pc:spChg>
        <pc:spChg chg="mod">
          <ac:chgData name="Guberska, Aleksandra" userId="5eb46753-fcb9-40b8-b853-27caf0515e8b" providerId="ADAL" clId="{ECF9049F-59D9-40DE-B5E2-EDE3F0B49B9E}" dt="2026-01-22T14:08:25.451" v="39" actId="1038"/>
          <ac:spMkLst>
            <pc:docMk/>
            <pc:sldMk cId="1028334911" sldId="2147483585"/>
            <ac:spMk id="28" creationId="{A84F5C22-8DC8-351B-21DC-098EAAC5F809}"/>
          </ac:spMkLst>
        </pc:spChg>
        <pc:spChg chg="mod">
          <ac:chgData name="Guberska, Aleksandra" userId="5eb46753-fcb9-40b8-b853-27caf0515e8b" providerId="ADAL" clId="{ECF9049F-59D9-40DE-B5E2-EDE3F0B49B9E}" dt="2026-01-22T14:08:25.451" v="39" actId="1038"/>
          <ac:spMkLst>
            <pc:docMk/>
            <pc:sldMk cId="1028334911" sldId="2147483585"/>
            <ac:spMk id="29" creationId="{00D3E0BA-2691-3AF3-4CCC-94E72EF2E391}"/>
          </ac:spMkLst>
        </pc:spChg>
        <pc:spChg chg="mod">
          <ac:chgData name="Guberska, Aleksandra" userId="5eb46753-fcb9-40b8-b853-27caf0515e8b" providerId="ADAL" clId="{ECF9049F-59D9-40DE-B5E2-EDE3F0B49B9E}" dt="2026-01-22T14:08:25.451" v="39" actId="1038"/>
          <ac:spMkLst>
            <pc:docMk/>
            <pc:sldMk cId="1028334911" sldId="2147483585"/>
            <ac:spMk id="30" creationId="{3FD197F6-4052-62F1-F1D3-9C2962F7FBAD}"/>
          </ac:spMkLst>
        </pc:spChg>
        <pc:spChg chg="mod">
          <ac:chgData name="Guberska, Aleksandra" userId="5eb46753-fcb9-40b8-b853-27caf0515e8b" providerId="ADAL" clId="{ECF9049F-59D9-40DE-B5E2-EDE3F0B49B9E}" dt="2026-01-22T14:08:25.451" v="39" actId="1038"/>
          <ac:spMkLst>
            <pc:docMk/>
            <pc:sldMk cId="1028334911" sldId="2147483585"/>
            <ac:spMk id="31" creationId="{164D3208-D04E-028C-8152-8714206A983A}"/>
          </ac:spMkLst>
        </pc:spChg>
        <pc:spChg chg="mod">
          <ac:chgData name="Guberska, Aleksandra" userId="5eb46753-fcb9-40b8-b853-27caf0515e8b" providerId="ADAL" clId="{ECF9049F-59D9-40DE-B5E2-EDE3F0B49B9E}" dt="2026-01-22T14:08:25.451" v="39" actId="1038"/>
          <ac:spMkLst>
            <pc:docMk/>
            <pc:sldMk cId="1028334911" sldId="2147483585"/>
            <ac:spMk id="32" creationId="{9FC70A9F-E297-A58D-5AB8-A5A8F3789800}"/>
          </ac:spMkLst>
        </pc:spChg>
      </pc:sldChg>
      <pc:sldChg chg="modSp add mod">
        <pc:chgData name="Guberska, Aleksandra" userId="5eb46753-fcb9-40b8-b853-27caf0515e8b" providerId="ADAL" clId="{ECF9049F-59D9-40DE-B5E2-EDE3F0B49B9E}" dt="2026-01-22T15:11:07.184" v="123" actId="404"/>
        <pc:sldMkLst>
          <pc:docMk/>
          <pc:sldMk cId="2044778227" sldId="2147483586"/>
        </pc:sldMkLst>
        <pc:spChg chg="mod">
          <ac:chgData name="Guberska, Aleksandra" userId="5eb46753-fcb9-40b8-b853-27caf0515e8b" providerId="ADAL" clId="{ECF9049F-59D9-40DE-B5E2-EDE3F0B49B9E}" dt="2026-01-22T15:08:07.970" v="71" actId="14100"/>
          <ac:spMkLst>
            <pc:docMk/>
            <pc:sldMk cId="2044778227" sldId="2147483586"/>
            <ac:spMk id="3" creationId="{5D97C81D-933D-43B9-D000-0587FDFBE5A3}"/>
          </ac:spMkLst>
        </pc:spChg>
        <pc:spChg chg="mod">
          <ac:chgData name="Guberska, Aleksandra" userId="5eb46753-fcb9-40b8-b853-27caf0515e8b" providerId="ADAL" clId="{ECF9049F-59D9-40DE-B5E2-EDE3F0B49B9E}" dt="2026-01-22T15:11:07.184" v="123" actId="404"/>
          <ac:spMkLst>
            <pc:docMk/>
            <pc:sldMk cId="2044778227" sldId="2147483586"/>
            <ac:spMk id="7" creationId="{FDCBEA41-E8A7-61D9-1A62-4E28A62BB7EA}"/>
          </ac:spMkLst>
        </pc:spChg>
        <pc:picChg chg="mod modCrop">
          <ac:chgData name="Guberska, Aleksandra" userId="5eb46753-fcb9-40b8-b853-27caf0515e8b" providerId="ADAL" clId="{ECF9049F-59D9-40DE-B5E2-EDE3F0B49B9E}" dt="2026-01-22T15:06:50.399" v="62" actId="18131"/>
          <ac:picMkLst>
            <pc:docMk/>
            <pc:sldMk cId="2044778227" sldId="2147483586"/>
            <ac:picMk id="10" creationId="{292C05BC-4322-A3AC-EE62-4C68215505F1}"/>
          </ac:picMkLst>
        </pc:picChg>
      </pc:sldChg>
      <pc:sldChg chg="modSp add mod modNotesTx">
        <pc:chgData name="Guberska, Aleksandra" userId="5eb46753-fcb9-40b8-b853-27caf0515e8b" providerId="ADAL" clId="{ECF9049F-59D9-40DE-B5E2-EDE3F0B49B9E}" dt="2026-01-26T15:15:52.056" v="609" actId="20577"/>
        <pc:sldMkLst>
          <pc:docMk/>
          <pc:sldMk cId="891544289" sldId="2147483588"/>
        </pc:sldMkLst>
        <pc:spChg chg="mod">
          <ac:chgData name="Guberska, Aleksandra" userId="5eb46753-fcb9-40b8-b853-27caf0515e8b" providerId="ADAL" clId="{ECF9049F-59D9-40DE-B5E2-EDE3F0B49B9E}" dt="2026-01-26T15:15:52.056" v="609" actId="20577"/>
          <ac:spMkLst>
            <pc:docMk/>
            <pc:sldMk cId="891544289" sldId="2147483588"/>
            <ac:spMk id="3" creationId="{0D11DBE6-355D-DFF7-696F-B1B1A6B83517}"/>
          </ac:spMkLst>
        </pc:spChg>
      </pc:sldChg>
      <pc:sldChg chg="addSp delSp modSp add mod">
        <pc:chgData name="Guberska, Aleksandra" userId="5eb46753-fcb9-40b8-b853-27caf0515e8b" providerId="ADAL" clId="{ECF9049F-59D9-40DE-B5E2-EDE3F0B49B9E}" dt="2026-01-26T15:16:12.134" v="610" actId="14100"/>
        <pc:sldMkLst>
          <pc:docMk/>
          <pc:sldMk cId="2466475953" sldId="2147483589"/>
        </pc:sldMkLst>
        <pc:spChg chg="mod">
          <ac:chgData name="Guberska, Aleksandra" userId="5eb46753-fcb9-40b8-b853-27caf0515e8b" providerId="ADAL" clId="{ECF9049F-59D9-40DE-B5E2-EDE3F0B49B9E}" dt="2026-01-26T15:16:12.134" v="610" actId="14100"/>
          <ac:spMkLst>
            <pc:docMk/>
            <pc:sldMk cId="2466475953" sldId="2147483589"/>
            <ac:spMk id="3" creationId="{742EAB85-6CC8-9673-B6D4-268B60A8C1E0}"/>
          </ac:spMkLst>
        </pc:spChg>
      </pc:sldChg>
      <pc:sldChg chg="addSp delSp modSp add mod">
        <pc:chgData name="Guberska, Aleksandra" userId="5eb46753-fcb9-40b8-b853-27caf0515e8b" providerId="ADAL" clId="{ECF9049F-59D9-40DE-B5E2-EDE3F0B49B9E}" dt="2026-01-22T15:15:42.508" v="226" actId="1035"/>
        <pc:sldMkLst>
          <pc:docMk/>
          <pc:sldMk cId="3124366397" sldId="2147483590"/>
        </pc:sldMkLst>
        <pc:spChg chg="add mod">
          <ac:chgData name="Guberska, Aleksandra" userId="5eb46753-fcb9-40b8-b853-27caf0515e8b" providerId="ADAL" clId="{ECF9049F-59D9-40DE-B5E2-EDE3F0B49B9E}" dt="2026-01-22T15:15:42.508" v="226" actId="1035"/>
          <ac:spMkLst>
            <pc:docMk/>
            <pc:sldMk cId="3124366397" sldId="2147483590"/>
            <ac:spMk id="5" creationId="{C9DE8D58-6BAE-1A2D-3C91-BA9B2732AD0B}"/>
          </ac:spMkLst>
        </pc:spChg>
        <pc:spChg chg="add mod">
          <ac:chgData name="Guberska, Aleksandra" userId="5eb46753-fcb9-40b8-b853-27caf0515e8b" providerId="ADAL" clId="{ECF9049F-59D9-40DE-B5E2-EDE3F0B49B9E}" dt="2026-01-22T15:15:42.508" v="226" actId="1035"/>
          <ac:spMkLst>
            <pc:docMk/>
            <pc:sldMk cId="3124366397" sldId="2147483590"/>
            <ac:spMk id="6" creationId="{F0B0B4DD-70AE-65C6-A591-A730F0D4B606}"/>
          </ac:spMkLst>
        </pc:spChg>
        <pc:spChg chg="mod">
          <ac:chgData name="Guberska, Aleksandra" userId="5eb46753-fcb9-40b8-b853-27caf0515e8b" providerId="ADAL" clId="{ECF9049F-59D9-40DE-B5E2-EDE3F0B49B9E}" dt="2026-01-22T15:14:01.772" v="158"/>
          <ac:spMkLst>
            <pc:docMk/>
            <pc:sldMk cId="3124366397" sldId="2147483590"/>
            <ac:spMk id="7" creationId="{1E454088-11B7-9B1C-2848-213558B27935}"/>
          </ac:spMkLst>
        </pc:spChg>
        <pc:spChg chg="add mod">
          <ac:chgData name="Guberska, Aleksandra" userId="5eb46753-fcb9-40b8-b853-27caf0515e8b" providerId="ADAL" clId="{ECF9049F-59D9-40DE-B5E2-EDE3F0B49B9E}" dt="2026-01-22T15:15:42.508" v="226" actId="1035"/>
          <ac:spMkLst>
            <pc:docMk/>
            <pc:sldMk cId="3124366397" sldId="2147483590"/>
            <ac:spMk id="8" creationId="{C0A4F3B1-C242-12D8-1F93-C19E12F10DDF}"/>
          </ac:spMkLst>
        </pc:spChg>
      </pc:sldChg>
      <pc:sldChg chg="addSp modSp add mod modAnim">
        <pc:chgData name="Guberska, Aleksandra" userId="5eb46753-fcb9-40b8-b853-27caf0515e8b" providerId="ADAL" clId="{ECF9049F-59D9-40DE-B5E2-EDE3F0B49B9E}" dt="2026-01-22T15:28:11.223" v="404" actId="465"/>
        <pc:sldMkLst>
          <pc:docMk/>
          <pc:sldMk cId="1453057053" sldId="2147483591"/>
        </pc:sldMkLst>
        <pc:spChg chg="mod">
          <ac:chgData name="Guberska, Aleksandra" userId="5eb46753-fcb9-40b8-b853-27caf0515e8b" providerId="ADAL" clId="{ECF9049F-59D9-40DE-B5E2-EDE3F0B49B9E}" dt="2026-01-22T15:25:55.646" v="360"/>
          <ac:spMkLst>
            <pc:docMk/>
            <pc:sldMk cId="1453057053" sldId="2147483591"/>
            <ac:spMk id="2" creationId="{88EB7694-48EE-8F9E-2123-6EFB82DE9A28}"/>
          </ac:spMkLst>
        </pc:spChg>
        <pc:spChg chg="mod">
          <ac:chgData name="Guberska, Aleksandra" userId="5eb46753-fcb9-40b8-b853-27caf0515e8b" providerId="ADAL" clId="{ECF9049F-59D9-40DE-B5E2-EDE3F0B49B9E}" dt="2026-01-22T15:26:32.263" v="370"/>
          <ac:spMkLst>
            <pc:docMk/>
            <pc:sldMk cId="1453057053" sldId="2147483591"/>
            <ac:spMk id="3" creationId="{75282EB4-51AE-92A3-190E-A4D1670F20BF}"/>
          </ac:spMkLst>
        </pc:spChg>
        <pc:spChg chg="mod">
          <ac:chgData name="Guberska, Aleksandra" userId="5eb46753-fcb9-40b8-b853-27caf0515e8b" providerId="ADAL" clId="{ECF9049F-59D9-40DE-B5E2-EDE3F0B49B9E}" dt="2026-01-22T15:28:11.223" v="404" actId="465"/>
          <ac:spMkLst>
            <pc:docMk/>
            <pc:sldMk cId="1453057053" sldId="2147483591"/>
            <ac:spMk id="5" creationId="{DFDE93CD-9672-0A7F-38B4-8E9DDF22F156}"/>
          </ac:spMkLst>
        </pc:spChg>
        <pc:spChg chg="mod">
          <ac:chgData name="Guberska, Aleksandra" userId="5eb46753-fcb9-40b8-b853-27caf0515e8b" providerId="ADAL" clId="{ECF9049F-59D9-40DE-B5E2-EDE3F0B49B9E}" dt="2026-01-22T15:27:47.140" v="384" actId="14100"/>
          <ac:spMkLst>
            <pc:docMk/>
            <pc:sldMk cId="1453057053" sldId="2147483591"/>
            <ac:spMk id="6" creationId="{F88688B3-720B-D99A-E4F7-8A53E2217A84}"/>
          </ac:spMkLst>
        </pc:spChg>
        <pc:spChg chg="add mod">
          <ac:chgData name="Guberska, Aleksandra" userId="5eb46753-fcb9-40b8-b853-27caf0515e8b" providerId="ADAL" clId="{ECF9049F-59D9-40DE-B5E2-EDE3F0B49B9E}" dt="2026-01-22T15:28:04.280" v="403" actId="1076"/>
          <ac:spMkLst>
            <pc:docMk/>
            <pc:sldMk cId="1453057053" sldId="2147483591"/>
            <ac:spMk id="7" creationId="{AFD4D5E1-4AA8-7BFE-517D-CBFF52041A1D}"/>
          </ac:spMkLst>
        </pc:spChg>
        <pc:spChg chg="mod">
          <ac:chgData name="Guberska, Aleksandra" userId="5eb46753-fcb9-40b8-b853-27caf0515e8b" providerId="ADAL" clId="{ECF9049F-59D9-40DE-B5E2-EDE3F0B49B9E}" dt="2026-01-22T15:28:11.223" v="404" actId="465"/>
          <ac:spMkLst>
            <pc:docMk/>
            <pc:sldMk cId="1453057053" sldId="2147483591"/>
            <ac:spMk id="8" creationId="{48CBF92C-2E17-34E7-2180-01C0F7772C38}"/>
          </ac:spMkLst>
        </pc:spChg>
        <pc:spChg chg="mod">
          <ac:chgData name="Guberska, Aleksandra" userId="5eb46753-fcb9-40b8-b853-27caf0515e8b" providerId="ADAL" clId="{ECF9049F-59D9-40DE-B5E2-EDE3F0B49B9E}" dt="2026-01-22T15:28:11.223" v="404" actId="465"/>
          <ac:spMkLst>
            <pc:docMk/>
            <pc:sldMk cId="1453057053" sldId="2147483591"/>
            <ac:spMk id="14" creationId="{BB2AFF75-DD1C-3E15-776E-901CD468DF53}"/>
          </ac:spMkLst>
        </pc:spChg>
      </pc:sldChg>
      <pc:sldChg chg="addSp delSp modSp add mod delAnim modAnim">
        <pc:chgData name="Guberska, Aleksandra" userId="5eb46753-fcb9-40b8-b853-27caf0515e8b" providerId="ADAL" clId="{ECF9049F-59D9-40DE-B5E2-EDE3F0B49B9E}" dt="2026-01-22T15:29:45.611" v="448" actId="1035"/>
        <pc:sldMkLst>
          <pc:docMk/>
          <pc:sldMk cId="1003407751" sldId="2147483592"/>
        </pc:sldMkLst>
        <pc:spChg chg="mod">
          <ac:chgData name="Guberska, Aleksandra" userId="5eb46753-fcb9-40b8-b853-27caf0515e8b" providerId="ADAL" clId="{ECF9049F-59D9-40DE-B5E2-EDE3F0B49B9E}" dt="2026-01-22T15:28:45.042" v="409"/>
          <ac:spMkLst>
            <pc:docMk/>
            <pc:sldMk cId="1003407751" sldId="2147483592"/>
            <ac:spMk id="2" creationId="{281FB931-BA7C-8D3A-7860-C3153402CC95}"/>
          </ac:spMkLst>
        </pc:spChg>
        <pc:spChg chg="mod">
          <ac:chgData name="Guberska, Aleksandra" userId="5eb46753-fcb9-40b8-b853-27caf0515e8b" providerId="ADAL" clId="{ECF9049F-59D9-40DE-B5E2-EDE3F0B49B9E}" dt="2026-01-22T15:29:05.447" v="420" actId="27636"/>
          <ac:spMkLst>
            <pc:docMk/>
            <pc:sldMk cId="1003407751" sldId="2147483592"/>
            <ac:spMk id="3" creationId="{F274CDF7-DC5B-B402-9448-32282E5A444E}"/>
          </ac:spMkLst>
        </pc:spChg>
        <pc:spChg chg="add mod">
          <ac:chgData name="Guberska, Aleksandra" userId="5eb46753-fcb9-40b8-b853-27caf0515e8b" providerId="ADAL" clId="{ECF9049F-59D9-40DE-B5E2-EDE3F0B49B9E}" dt="2026-01-22T15:29:45.611" v="448" actId="1035"/>
          <ac:spMkLst>
            <pc:docMk/>
            <pc:sldMk cId="1003407751" sldId="2147483592"/>
            <ac:spMk id="9" creationId="{F5E6BEA1-7C42-E2AD-3269-D9445CE49A8A}"/>
          </ac:spMkLst>
        </pc:spChg>
        <pc:spChg chg="add mod">
          <ac:chgData name="Guberska, Aleksandra" userId="5eb46753-fcb9-40b8-b853-27caf0515e8b" providerId="ADAL" clId="{ECF9049F-59D9-40DE-B5E2-EDE3F0B49B9E}" dt="2026-01-22T15:29:45.611" v="448" actId="1035"/>
          <ac:spMkLst>
            <pc:docMk/>
            <pc:sldMk cId="1003407751" sldId="2147483592"/>
            <ac:spMk id="10" creationId="{6FB9A72E-19B1-1596-56FA-A6A7923633F6}"/>
          </ac:spMkLst>
        </pc:spChg>
        <pc:spChg chg="add mod">
          <ac:chgData name="Guberska, Aleksandra" userId="5eb46753-fcb9-40b8-b853-27caf0515e8b" providerId="ADAL" clId="{ECF9049F-59D9-40DE-B5E2-EDE3F0B49B9E}" dt="2026-01-22T15:29:45.611" v="448" actId="1035"/>
          <ac:spMkLst>
            <pc:docMk/>
            <pc:sldMk cId="1003407751" sldId="2147483592"/>
            <ac:spMk id="11" creationId="{B9DFE381-EF5A-7349-4AE9-19A431007190}"/>
          </ac:spMkLst>
        </pc:spChg>
      </pc:sldChg>
      <pc:sldChg chg="addSp delSp modSp add mod delAnim modAnim">
        <pc:chgData name="Guberska, Aleksandra" userId="5eb46753-fcb9-40b8-b853-27caf0515e8b" providerId="ADAL" clId="{ECF9049F-59D9-40DE-B5E2-EDE3F0B49B9E}" dt="2026-01-23T09:04:58.808" v="593" actId="207"/>
        <pc:sldMkLst>
          <pc:docMk/>
          <pc:sldMk cId="1818602584" sldId="2147483593"/>
        </pc:sldMkLst>
        <pc:spChg chg="add del mod">
          <ac:chgData name="Guberska, Aleksandra" userId="5eb46753-fcb9-40b8-b853-27caf0515e8b" providerId="ADAL" clId="{ECF9049F-59D9-40DE-B5E2-EDE3F0B49B9E}" dt="2026-01-22T15:30:54.134" v="464" actId="20577"/>
          <ac:spMkLst>
            <pc:docMk/>
            <pc:sldMk cId="1818602584" sldId="2147483593"/>
            <ac:spMk id="2" creationId="{40306070-E699-EBA9-1307-BB2EB2F97F57}"/>
          </ac:spMkLst>
        </pc:spChg>
        <pc:spChg chg="mod">
          <ac:chgData name="Guberska, Aleksandra" userId="5eb46753-fcb9-40b8-b853-27caf0515e8b" providerId="ADAL" clId="{ECF9049F-59D9-40DE-B5E2-EDE3F0B49B9E}" dt="2026-01-22T15:35:01.666" v="566" actId="403"/>
          <ac:spMkLst>
            <pc:docMk/>
            <pc:sldMk cId="1818602584" sldId="2147483593"/>
            <ac:spMk id="3" creationId="{E4F3544F-5C8F-E90F-76E2-C145F05C5A82}"/>
          </ac:spMkLst>
        </pc:spChg>
        <pc:spChg chg="add mod">
          <ac:chgData name="Guberska, Aleksandra" userId="5eb46753-fcb9-40b8-b853-27caf0515e8b" providerId="ADAL" clId="{ECF9049F-59D9-40DE-B5E2-EDE3F0B49B9E}" dt="2026-01-23T09:04:58.808" v="593" actId="207"/>
          <ac:spMkLst>
            <pc:docMk/>
            <pc:sldMk cId="1818602584" sldId="2147483593"/>
            <ac:spMk id="6" creationId="{D1407CA4-1EAE-2030-75B5-6A4960F78D12}"/>
          </ac:spMkLst>
        </pc:spChg>
        <pc:spChg chg="add mod">
          <ac:chgData name="Guberska, Aleksandra" userId="5eb46753-fcb9-40b8-b853-27caf0515e8b" providerId="ADAL" clId="{ECF9049F-59D9-40DE-B5E2-EDE3F0B49B9E}" dt="2026-01-22T15:34:07.320" v="533" actId="21"/>
          <ac:spMkLst>
            <pc:docMk/>
            <pc:sldMk cId="1818602584" sldId="2147483593"/>
            <ac:spMk id="7" creationId="{D6678B57-ECAC-585F-736E-A0602C95FCBD}"/>
          </ac:spMkLst>
        </pc:spChg>
        <pc:picChg chg="mod modCrop">
          <ac:chgData name="Guberska, Aleksandra" userId="5eb46753-fcb9-40b8-b853-27caf0515e8b" providerId="ADAL" clId="{ECF9049F-59D9-40DE-B5E2-EDE3F0B49B9E}" dt="2026-01-23T09:04:42.711" v="592" actId="1076"/>
          <ac:picMkLst>
            <pc:docMk/>
            <pc:sldMk cId="1818602584" sldId="2147483593"/>
            <ac:picMk id="4" creationId="{E5B878F9-2A79-09E9-8A41-A8CEBE6E5262}"/>
          </ac:picMkLst>
        </pc:picChg>
      </pc:sldChg>
      <pc:sldChg chg="addSp modSp mod">
        <pc:chgData name="Guberska, Aleksandra" userId="5eb46753-fcb9-40b8-b853-27caf0515e8b" providerId="ADAL" clId="{ECF9049F-59D9-40DE-B5E2-EDE3F0B49B9E}" dt="2026-01-27T13:08:16.160" v="790" actId="1076"/>
        <pc:sldMkLst>
          <pc:docMk/>
          <pc:sldMk cId="1102019573" sldId="2147483597"/>
        </pc:sldMkLst>
        <pc:spChg chg="mod">
          <ac:chgData name="Guberska, Aleksandra" userId="5eb46753-fcb9-40b8-b853-27caf0515e8b" providerId="ADAL" clId="{ECF9049F-59D9-40DE-B5E2-EDE3F0B49B9E}" dt="2026-01-27T13:06:56.925" v="775" actId="14100"/>
          <ac:spMkLst>
            <pc:docMk/>
            <pc:sldMk cId="1102019573" sldId="2147483597"/>
            <ac:spMk id="3" creationId="{5E392A56-1BF3-FFA4-5170-17FF29FC3156}"/>
          </ac:spMkLst>
        </pc:spChg>
        <pc:spChg chg="mod">
          <ac:chgData name="Guberska, Aleksandra" userId="5eb46753-fcb9-40b8-b853-27caf0515e8b" providerId="ADAL" clId="{ECF9049F-59D9-40DE-B5E2-EDE3F0B49B9E}" dt="2026-01-27T13:08:16.160" v="790" actId="1076"/>
          <ac:spMkLst>
            <pc:docMk/>
            <pc:sldMk cId="1102019573" sldId="2147483597"/>
            <ac:spMk id="4" creationId="{5C7C4F90-6A15-8B74-42FB-1178720EF8D3}"/>
          </ac:spMkLst>
        </pc:spChg>
        <pc:spChg chg="mod">
          <ac:chgData name="Guberska, Aleksandra" userId="5eb46753-fcb9-40b8-b853-27caf0515e8b" providerId="ADAL" clId="{ECF9049F-59D9-40DE-B5E2-EDE3F0B49B9E}" dt="2026-01-27T13:08:11.960" v="789" actId="1076"/>
          <ac:spMkLst>
            <pc:docMk/>
            <pc:sldMk cId="1102019573" sldId="2147483597"/>
            <ac:spMk id="12" creationId="{51541B1E-28F9-4F52-C74C-B29E2AF0A9CC}"/>
          </ac:spMkLst>
        </pc:spChg>
        <pc:spChg chg="mod">
          <ac:chgData name="Guberska, Aleksandra" userId="5eb46753-fcb9-40b8-b853-27caf0515e8b" providerId="ADAL" clId="{ECF9049F-59D9-40DE-B5E2-EDE3F0B49B9E}" dt="2026-01-27T13:08:08.027" v="788" actId="1076"/>
          <ac:spMkLst>
            <pc:docMk/>
            <pc:sldMk cId="1102019573" sldId="2147483597"/>
            <ac:spMk id="16" creationId="{DCBEBBB1-7252-81F2-DE11-9BE410C96490}"/>
          </ac:spMkLst>
        </pc:spChg>
        <pc:picChg chg="mod">
          <ac:chgData name="Guberska, Aleksandra" userId="5eb46753-fcb9-40b8-b853-27caf0515e8b" providerId="ADAL" clId="{ECF9049F-59D9-40DE-B5E2-EDE3F0B49B9E}" dt="2026-01-27T13:06:18.017" v="767" actId="1076"/>
          <ac:picMkLst>
            <pc:docMk/>
            <pc:sldMk cId="1102019573" sldId="2147483597"/>
            <ac:picMk id="5" creationId="{CCFAF6DE-90D6-447B-BD32-CE3750ADEC14}"/>
          </ac:picMkLst>
        </pc:picChg>
        <pc:picChg chg="mod">
          <ac:chgData name="Guberska, Aleksandra" userId="5eb46753-fcb9-40b8-b853-27caf0515e8b" providerId="ADAL" clId="{ECF9049F-59D9-40DE-B5E2-EDE3F0B49B9E}" dt="2026-01-27T13:06:18.017" v="767" actId="1076"/>
          <ac:picMkLst>
            <pc:docMk/>
            <pc:sldMk cId="1102019573" sldId="2147483597"/>
            <ac:picMk id="10" creationId="{A83E053A-832D-9F45-BB0E-636C8C47FA2D}"/>
          </ac:picMkLst>
        </pc:picChg>
        <pc:picChg chg="mod">
          <ac:chgData name="Guberska, Aleksandra" userId="5eb46753-fcb9-40b8-b853-27caf0515e8b" providerId="ADAL" clId="{ECF9049F-59D9-40DE-B5E2-EDE3F0B49B9E}" dt="2026-01-27T13:06:18.017" v="767" actId="1076"/>
          <ac:picMkLst>
            <pc:docMk/>
            <pc:sldMk cId="1102019573" sldId="2147483597"/>
            <ac:picMk id="14" creationId="{B7D8236A-1E0E-1980-7420-B1970D735516}"/>
          </ac:picMkLst>
        </pc:picChg>
        <pc:cxnChg chg="add mod">
          <ac:chgData name="Guberska, Aleksandra" userId="5eb46753-fcb9-40b8-b853-27caf0515e8b" providerId="ADAL" clId="{ECF9049F-59D9-40DE-B5E2-EDE3F0B49B9E}" dt="2026-01-27T13:07:55.697" v="786" actId="1076"/>
          <ac:cxnSpMkLst>
            <pc:docMk/>
            <pc:sldMk cId="1102019573" sldId="2147483597"/>
            <ac:cxnSpMk id="2" creationId="{5987130B-3911-149F-57FC-B912C0E39391}"/>
          </ac:cxnSpMkLst>
        </pc:cxnChg>
      </pc:sldChg>
      <pc:sldMasterChg chg="delSldLayout">
        <pc:chgData name="Guberska, Aleksandra" userId="5eb46753-fcb9-40b8-b853-27caf0515e8b" providerId="ADAL" clId="{ECF9049F-59D9-40DE-B5E2-EDE3F0B49B9E}" dt="2026-01-22T15:35:08.625" v="567" actId="47"/>
        <pc:sldMasterMkLst>
          <pc:docMk/>
          <pc:sldMasterMk cId="3418689686" sldId="2147485447"/>
        </pc:sldMasterMkLst>
      </pc:sldMasterChg>
    </pc:docChg>
  </pc:docChgLst>
  <pc:docChgLst>
    <pc:chgData name="Tujakowska, Anna" userId="S::anna.tujakowska@skslegal.pl::f0a17e37-ade2-48ae-a24e-905dd39bc9ea" providerId="AD" clId="Web-{4AFB8D48-CDBE-D32F-62F7-3CB4FB8FF4CA}"/>
    <pc:docChg chg="modSld">
      <pc:chgData name="Tujakowska, Anna" userId="S::anna.tujakowska@skslegal.pl::f0a17e37-ade2-48ae-a24e-905dd39bc9ea" providerId="AD" clId="Web-{4AFB8D48-CDBE-D32F-62F7-3CB4FB8FF4CA}" dt="2026-01-27T12:23:36.505" v="4"/>
      <pc:docMkLst>
        <pc:docMk/>
      </pc:docMkLst>
      <pc:sldChg chg="addSp delSp modSp mod modClrScheme chgLayout">
        <pc:chgData name="Tujakowska, Anna" userId="S::anna.tujakowska@skslegal.pl::f0a17e37-ade2-48ae-a24e-905dd39bc9ea" providerId="AD" clId="Web-{4AFB8D48-CDBE-D32F-62F7-3CB4FB8FF4CA}" dt="2026-01-27T12:23:36.505" v="4"/>
        <pc:sldMkLst>
          <pc:docMk/>
          <pc:sldMk cId="1102019573" sldId="2147483597"/>
        </pc:sldMkLst>
        <pc:spChg chg="mod ord">
          <ac:chgData name="Tujakowska, Anna" userId="S::anna.tujakowska@skslegal.pl::f0a17e37-ade2-48ae-a24e-905dd39bc9ea" providerId="AD" clId="Web-{4AFB8D48-CDBE-D32F-62F7-3CB4FB8FF4CA}" dt="2026-01-27T12:23:22.474" v="2"/>
          <ac:spMkLst>
            <pc:docMk/>
            <pc:sldMk cId="1102019573" sldId="2147483597"/>
            <ac:spMk id="3" creationId="{5E392A56-1BF3-FFA4-5170-17FF29FC3156}"/>
          </ac:spMkLst>
        </pc:spChg>
        <pc:spChg chg="add del mod">
          <ac:chgData name="Tujakowska, Anna" userId="S::anna.tujakowska@skslegal.pl::f0a17e37-ade2-48ae-a24e-905dd39bc9ea" providerId="AD" clId="Web-{4AFB8D48-CDBE-D32F-62F7-3CB4FB8FF4CA}" dt="2026-01-27T12:23:16.396" v="1"/>
          <ac:spMkLst>
            <pc:docMk/>
            <pc:sldMk cId="1102019573" sldId="2147483597"/>
            <ac:spMk id="4" creationId="{ED7469EC-A0A4-364C-0F7E-F8B2CD87D877}"/>
          </ac:spMkLst>
        </pc:spChg>
        <pc:spChg chg="mod">
          <ac:chgData name="Tujakowska, Anna" userId="S::anna.tujakowska@skslegal.pl::f0a17e37-ade2-48ae-a24e-905dd39bc9ea" providerId="AD" clId="Web-{4AFB8D48-CDBE-D32F-62F7-3CB4FB8FF4CA}" dt="2026-01-27T12:23:36.505" v="4"/>
          <ac:spMkLst>
            <pc:docMk/>
            <pc:sldMk cId="1102019573" sldId="2147483597"/>
            <ac:spMk id="7" creationId="{ABF5E4B2-8B9D-DE04-8452-770D1AA90DBB}"/>
          </ac:spMkLst>
        </pc:spChg>
        <pc:picChg chg="add mod ord">
          <ac:chgData name="Tujakowska, Anna" userId="S::anna.tujakowska@skslegal.pl::f0a17e37-ade2-48ae-a24e-905dd39bc9ea" providerId="AD" clId="Web-{4AFB8D48-CDBE-D32F-62F7-3CB4FB8FF4CA}" dt="2026-01-27T12:23:22.474" v="2"/>
          <ac:picMkLst>
            <pc:docMk/>
            <pc:sldMk cId="1102019573" sldId="2147483597"/>
            <ac:picMk id="5" creationId="{CCFAF6DE-90D6-447B-BD32-CE3750ADEC14}"/>
          </ac:picMkLst>
        </pc:picChg>
        <pc:picChg chg="del">
          <ac:chgData name="Tujakowska, Anna" userId="S::anna.tujakowska@skslegal.pl::f0a17e37-ade2-48ae-a24e-905dd39bc9ea" providerId="AD" clId="Web-{4AFB8D48-CDBE-D32F-62F7-3CB4FB8FF4CA}" dt="2026-01-27T12:23:15.114" v="0"/>
          <ac:picMkLst>
            <pc:docMk/>
            <pc:sldMk cId="1102019573" sldId="2147483597"/>
            <ac:picMk id="10" creationId="{523115EA-8B1C-A65D-4675-6280CF853A79}"/>
          </ac:picMkLst>
        </pc:picChg>
      </pc:sldChg>
    </pc:docChg>
  </pc:docChgLst>
  <pc:docChgLst>
    <pc:chgData name="Sosnowska, Kamila" userId="S::kamila.sosnowska@skslegal.pl::1435ac04-08ba-44bd-97a9-b775e04b28ed" providerId="AD" clId="Web-{FDE5810A-A3FE-7121-9BDF-656E45C8A5EC}"/>
    <pc:docChg chg="modSld">
      <pc:chgData name="Sosnowska, Kamila" userId="S::kamila.sosnowska@skslegal.pl::1435ac04-08ba-44bd-97a9-b775e04b28ed" providerId="AD" clId="Web-{FDE5810A-A3FE-7121-9BDF-656E45C8A5EC}" dt="2026-01-23T12:42:21.075" v="18" actId="20577"/>
      <pc:docMkLst>
        <pc:docMk/>
      </pc:docMkLst>
      <pc:sldChg chg="modSp">
        <pc:chgData name="Sosnowska, Kamila" userId="S::kamila.sosnowska@skslegal.pl::1435ac04-08ba-44bd-97a9-b775e04b28ed" providerId="AD" clId="Web-{FDE5810A-A3FE-7121-9BDF-656E45C8A5EC}" dt="2026-01-23T12:42:21.075" v="18" actId="20577"/>
        <pc:sldMkLst>
          <pc:docMk/>
          <pc:sldMk cId="2466475953" sldId="2147483589"/>
        </pc:sldMkLst>
        <pc:spChg chg="mod">
          <ac:chgData name="Sosnowska, Kamila" userId="S::kamila.sosnowska@skslegal.pl::1435ac04-08ba-44bd-97a9-b775e04b28ed" providerId="AD" clId="Web-{FDE5810A-A3FE-7121-9BDF-656E45C8A5EC}" dt="2026-01-23T12:42:21.075" v="18" actId="20577"/>
          <ac:spMkLst>
            <pc:docMk/>
            <pc:sldMk cId="2466475953" sldId="2147483589"/>
            <ac:spMk id="3" creationId="{742EAB85-6CC8-9673-B6D4-268B60A8C1E0}"/>
          </ac:spMkLst>
        </pc:spChg>
      </pc:sldChg>
    </pc:docChg>
  </pc:docChgLst>
  <pc:docChgLst>
    <pc:chgData name="Tujakowska, Anna" userId="S::anna.tujakowska@skslegal.pl::f0a17e37-ade2-48ae-a24e-905dd39bc9ea" providerId="AD" clId="Web-{6F4F17B1-0060-5EE7-FAC0-FA0E01FB5BE9}"/>
    <pc:docChg chg="addSld modSld modSection">
      <pc:chgData name="Tujakowska, Anna" userId="S::anna.tujakowska@skslegal.pl::f0a17e37-ade2-48ae-a24e-905dd39bc9ea" providerId="AD" clId="Web-{6F4F17B1-0060-5EE7-FAC0-FA0E01FB5BE9}" dt="2026-01-26T16:32:20.986" v="93" actId="20577"/>
      <pc:docMkLst>
        <pc:docMk/>
      </pc:docMkLst>
      <pc:sldChg chg="modSp add replId">
        <pc:chgData name="Tujakowska, Anna" userId="S::anna.tujakowska@skslegal.pl::f0a17e37-ade2-48ae-a24e-905dd39bc9ea" providerId="AD" clId="Web-{6F4F17B1-0060-5EE7-FAC0-FA0E01FB5BE9}" dt="2026-01-26T16:32:20.986" v="93" actId="20577"/>
        <pc:sldMkLst>
          <pc:docMk/>
          <pc:sldMk cId="1102019573" sldId="2147483597"/>
        </pc:sldMkLst>
        <pc:spChg chg="mod">
          <ac:chgData name="Tujakowska, Anna" userId="S::anna.tujakowska@skslegal.pl::f0a17e37-ade2-48ae-a24e-905dd39bc9ea" providerId="AD" clId="Web-{6F4F17B1-0060-5EE7-FAC0-FA0E01FB5BE9}" dt="2026-01-26T16:32:20.986" v="93" actId="20577"/>
          <ac:spMkLst>
            <pc:docMk/>
            <pc:sldMk cId="1102019573" sldId="2147483597"/>
            <ac:spMk id="3" creationId="{5E392A56-1BF3-FFA4-5170-17FF29FC3156}"/>
          </ac:spMkLst>
        </pc:spChg>
        <pc:spChg chg="mod">
          <ac:chgData name="Tujakowska, Anna" userId="S::anna.tujakowska@skslegal.pl::f0a17e37-ade2-48ae-a24e-905dd39bc9ea" providerId="AD" clId="Web-{6F4F17B1-0060-5EE7-FAC0-FA0E01FB5BE9}" dt="2026-01-26T16:30:47.471" v="13" actId="20577"/>
          <ac:spMkLst>
            <pc:docMk/>
            <pc:sldMk cId="1102019573" sldId="2147483597"/>
            <ac:spMk id="7" creationId="{ABF5E4B2-8B9D-DE04-8452-770D1AA90DBB}"/>
          </ac:spMkLst>
        </pc:spChg>
      </pc:sldChg>
    </pc:docChg>
  </pc:docChgLst>
  <pc:docChgLst>
    <pc:chgData name="Tujakowska, Anna" userId="f0a17e37-ade2-48ae-a24e-905dd39bc9ea" providerId="ADAL" clId="{913A4165-3F63-4390-BCF1-364E1305BF0F}"/>
    <pc:docChg chg="undo custSel addSld delSld modSld sldOrd modSection">
      <pc:chgData name="Tujakowska, Anna" userId="f0a17e37-ade2-48ae-a24e-905dd39bc9ea" providerId="ADAL" clId="{913A4165-3F63-4390-BCF1-364E1305BF0F}" dt="2026-01-27T12:52:37.931" v="1630" actId="313"/>
      <pc:docMkLst>
        <pc:docMk/>
      </pc:docMkLst>
      <pc:sldChg chg="modSp add">
        <pc:chgData name="Tujakowska, Anna" userId="f0a17e37-ade2-48ae-a24e-905dd39bc9ea" providerId="ADAL" clId="{913A4165-3F63-4390-BCF1-364E1305BF0F}" dt="2026-01-22T13:05:18.633" v="17"/>
        <pc:sldMkLst>
          <pc:docMk/>
          <pc:sldMk cId="375657347" sldId="2147483228"/>
        </pc:sldMkLst>
        <pc:spChg chg="mod">
          <ac:chgData name="Tujakowska, Anna" userId="f0a17e37-ade2-48ae-a24e-905dd39bc9ea" providerId="ADAL" clId="{913A4165-3F63-4390-BCF1-364E1305BF0F}" dt="2026-01-22T13:05:18.633" v="17"/>
          <ac:spMkLst>
            <pc:docMk/>
            <pc:sldMk cId="375657347" sldId="2147483228"/>
            <ac:spMk id="4" creationId="{4090FFD3-2750-0610-2BA2-DFBE1E3F7D53}"/>
          </ac:spMkLst>
        </pc:spChg>
      </pc:sldChg>
      <pc:sldChg chg="modSp add">
        <pc:chgData name="Tujakowska, Anna" userId="f0a17e37-ade2-48ae-a24e-905dd39bc9ea" providerId="ADAL" clId="{913A4165-3F63-4390-BCF1-364E1305BF0F}" dt="2026-01-22T13:05:18.633" v="17"/>
        <pc:sldMkLst>
          <pc:docMk/>
          <pc:sldMk cId="252834348" sldId="2147483229"/>
        </pc:sldMkLst>
        <pc:spChg chg="mod">
          <ac:chgData name="Tujakowska, Anna" userId="f0a17e37-ade2-48ae-a24e-905dd39bc9ea" providerId="ADAL" clId="{913A4165-3F63-4390-BCF1-364E1305BF0F}" dt="2026-01-22T13:05:18.633" v="17"/>
          <ac:spMkLst>
            <pc:docMk/>
            <pc:sldMk cId="252834348" sldId="2147483229"/>
            <ac:spMk id="4" creationId="{34C34FEA-5F25-AE24-129B-58B48DCF62CB}"/>
          </ac:spMkLst>
        </pc:spChg>
      </pc:sldChg>
      <pc:sldChg chg="modSp add mod">
        <pc:chgData name="Tujakowska, Anna" userId="f0a17e37-ade2-48ae-a24e-905dd39bc9ea" providerId="ADAL" clId="{913A4165-3F63-4390-BCF1-364E1305BF0F}" dt="2026-01-22T13:07:48.878" v="58" actId="20577"/>
        <pc:sldMkLst>
          <pc:docMk/>
          <pc:sldMk cId="3719061603" sldId="2147483576"/>
        </pc:sldMkLst>
        <pc:spChg chg="mod">
          <ac:chgData name="Tujakowska, Anna" userId="f0a17e37-ade2-48ae-a24e-905dd39bc9ea" providerId="ADAL" clId="{913A4165-3F63-4390-BCF1-364E1305BF0F}" dt="2026-01-22T13:07:48.878" v="58" actId="20577"/>
          <ac:spMkLst>
            <pc:docMk/>
            <pc:sldMk cId="3719061603" sldId="2147483576"/>
            <ac:spMk id="3" creationId="{89981A1F-6148-D0B3-94F7-ACB874F3C298}"/>
          </ac:spMkLst>
        </pc:spChg>
      </pc:sldChg>
      <pc:sldChg chg="modSp add mod">
        <pc:chgData name="Tujakowska, Anna" userId="f0a17e37-ade2-48ae-a24e-905dd39bc9ea" providerId="ADAL" clId="{913A4165-3F63-4390-BCF1-364E1305BF0F}" dt="2026-01-22T13:09:44.571" v="322" actId="20577"/>
        <pc:sldMkLst>
          <pc:docMk/>
          <pc:sldMk cId="4229681821" sldId="2147483577"/>
        </pc:sldMkLst>
        <pc:spChg chg="mod">
          <ac:chgData name="Tujakowska, Anna" userId="f0a17e37-ade2-48ae-a24e-905dd39bc9ea" providerId="ADAL" clId="{913A4165-3F63-4390-BCF1-364E1305BF0F}" dt="2026-01-22T13:09:44.571" v="322" actId="20577"/>
          <ac:spMkLst>
            <pc:docMk/>
            <pc:sldMk cId="4229681821" sldId="2147483577"/>
            <ac:spMk id="3" creationId="{E440F78F-C19B-0932-04A1-0A6D829ECD36}"/>
          </ac:spMkLst>
        </pc:spChg>
      </pc:sldChg>
      <pc:sldChg chg="modSp add">
        <pc:chgData name="Tujakowska, Anna" userId="f0a17e37-ade2-48ae-a24e-905dd39bc9ea" providerId="ADAL" clId="{913A4165-3F63-4390-BCF1-364E1305BF0F}" dt="2026-01-22T13:14:39.601" v="349"/>
        <pc:sldMkLst>
          <pc:docMk/>
          <pc:sldMk cId="3777274840" sldId="2147483581"/>
        </pc:sldMkLst>
        <pc:spChg chg="mod">
          <ac:chgData name="Tujakowska, Anna" userId="f0a17e37-ade2-48ae-a24e-905dd39bc9ea" providerId="ADAL" clId="{913A4165-3F63-4390-BCF1-364E1305BF0F}" dt="2026-01-22T13:14:39.601" v="349"/>
          <ac:spMkLst>
            <pc:docMk/>
            <pc:sldMk cId="3777274840" sldId="2147483581"/>
            <ac:spMk id="3" creationId="{D4E9B6D0-F15F-D0BC-A535-8BD66F61075D}"/>
          </ac:spMkLst>
        </pc:spChg>
      </pc:sldChg>
      <pc:sldChg chg="modSp add mod modNotesTx">
        <pc:chgData name="Tujakowska, Anna" userId="f0a17e37-ade2-48ae-a24e-905dd39bc9ea" providerId="ADAL" clId="{913A4165-3F63-4390-BCF1-364E1305BF0F}" dt="2026-01-22T13:19:56.775" v="720" actId="6549"/>
        <pc:sldMkLst>
          <pc:docMk/>
          <pc:sldMk cId="3827345153" sldId="2147483583"/>
        </pc:sldMkLst>
        <pc:spChg chg="mod">
          <ac:chgData name="Tujakowska, Anna" userId="f0a17e37-ade2-48ae-a24e-905dd39bc9ea" providerId="ADAL" clId="{913A4165-3F63-4390-BCF1-364E1305BF0F}" dt="2026-01-22T13:18:14.540" v="719" actId="20577"/>
          <ac:spMkLst>
            <pc:docMk/>
            <pc:sldMk cId="3827345153" sldId="2147483583"/>
            <ac:spMk id="3" creationId="{C784E5F2-7D5A-9A7A-2336-40D4DB1152A5}"/>
          </ac:spMkLst>
        </pc:spChg>
      </pc:sldChg>
      <pc:sldChg chg="modNotesTx">
        <pc:chgData name="Tujakowska, Anna" userId="f0a17e37-ade2-48ae-a24e-905dd39bc9ea" providerId="ADAL" clId="{913A4165-3F63-4390-BCF1-364E1305BF0F}" dt="2026-01-23T10:30:52.654" v="910" actId="20577"/>
        <pc:sldMkLst>
          <pc:docMk/>
          <pc:sldMk cId="1028334911" sldId="2147483585"/>
        </pc:sldMkLst>
      </pc:sldChg>
      <pc:sldChg chg="addSp modSp mod">
        <pc:chgData name="Tujakowska, Anna" userId="f0a17e37-ade2-48ae-a24e-905dd39bc9ea" providerId="ADAL" clId="{913A4165-3F63-4390-BCF1-364E1305BF0F}" dt="2026-01-23T10:30:13.783" v="820" actId="20577"/>
        <pc:sldMkLst>
          <pc:docMk/>
          <pc:sldMk cId="2044778227" sldId="2147483586"/>
        </pc:sldMkLst>
        <pc:spChg chg="mod">
          <ac:chgData name="Tujakowska, Anna" userId="f0a17e37-ade2-48ae-a24e-905dd39bc9ea" providerId="ADAL" clId="{913A4165-3F63-4390-BCF1-364E1305BF0F}" dt="2026-01-23T10:30:13.783" v="820" actId="20577"/>
          <ac:spMkLst>
            <pc:docMk/>
            <pc:sldMk cId="2044778227" sldId="2147483586"/>
            <ac:spMk id="3" creationId="{5D97C81D-933D-43B9-D000-0587FDFBE5A3}"/>
          </ac:spMkLst>
        </pc:spChg>
        <pc:spChg chg="add mod">
          <ac:chgData name="Tujakowska, Anna" userId="f0a17e37-ade2-48ae-a24e-905dd39bc9ea" providerId="ADAL" clId="{913A4165-3F63-4390-BCF1-364E1305BF0F}" dt="2026-01-23T10:30:06.985" v="819" actId="1076"/>
          <ac:spMkLst>
            <pc:docMk/>
            <pc:sldMk cId="2044778227" sldId="2147483586"/>
            <ac:spMk id="6" creationId="{561FAE6B-7733-62FD-DD34-D8939AD66326}"/>
          </ac:spMkLst>
        </pc:spChg>
        <pc:picChg chg="add mod">
          <ac:chgData name="Tujakowska, Anna" userId="f0a17e37-ade2-48ae-a24e-905dd39bc9ea" providerId="ADAL" clId="{913A4165-3F63-4390-BCF1-364E1305BF0F}" dt="2026-01-23T10:29:47.332" v="814" actId="14100"/>
          <ac:picMkLst>
            <pc:docMk/>
            <pc:sldMk cId="2044778227" sldId="2147483586"/>
            <ac:picMk id="4" creationId="{489C1FA2-3B1F-99AD-A3EF-A974E08F9BC5}"/>
          </ac:picMkLst>
        </pc:picChg>
      </pc:sldChg>
      <pc:sldChg chg="modSp mod">
        <pc:chgData name="Tujakowska, Anna" userId="f0a17e37-ade2-48ae-a24e-905dd39bc9ea" providerId="ADAL" clId="{913A4165-3F63-4390-BCF1-364E1305BF0F}" dt="2026-01-23T10:34:27.400" v="943" actId="5793"/>
        <pc:sldMkLst>
          <pc:docMk/>
          <pc:sldMk cId="891544289" sldId="2147483588"/>
        </pc:sldMkLst>
        <pc:spChg chg="mod">
          <ac:chgData name="Tujakowska, Anna" userId="f0a17e37-ade2-48ae-a24e-905dd39bc9ea" providerId="ADAL" clId="{913A4165-3F63-4390-BCF1-364E1305BF0F}" dt="2026-01-23T10:34:27.400" v="943" actId="5793"/>
          <ac:spMkLst>
            <pc:docMk/>
            <pc:sldMk cId="891544289" sldId="2147483588"/>
            <ac:spMk id="3" creationId="{0D11DBE6-355D-DFF7-696F-B1B1A6B83517}"/>
          </ac:spMkLst>
        </pc:spChg>
        <pc:spChg chg="mod">
          <ac:chgData name="Tujakowska, Anna" userId="f0a17e37-ade2-48ae-a24e-905dd39bc9ea" providerId="ADAL" clId="{913A4165-3F63-4390-BCF1-364E1305BF0F}" dt="2026-01-23T10:33:31.318" v="931" actId="20577"/>
          <ac:spMkLst>
            <pc:docMk/>
            <pc:sldMk cId="891544289" sldId="2147483588"/>
            <ac:spMk id="7" creationId="{7168112C-E591-7292-D48B-FC55870702F8}"/>
          </ac:spMkLst>
        </pc:spChg>
      </pc:sldChg>
      <pc:sldChg chg="addSp delSp modSp mod">
        <pc:chgData name="Tujakowska, Anna" userId="f0a17e37-ade2-48ae-a24e-905dd39bc9ea" providerId="ADAL" clId="{913A4165-3F63-4390-BCF1-364E1305BF0F}" dt="2026-01-23T11:24:50.716" v="1390" actId="20577"/>
        <pc:sldMkLst>
          <pc:docMk/>
          <pc:sldMk cId="2466475953" sldId="2147483589"/>
        </pc:sldMkLst>
        <pc:spChg chg="mod">
          <ac:chgData name="Tujakowska, Anna" userId="f0a17e37-ade2-48ae-a24e-905dd39bc9ea" providerId="ADAL" clId="{913A4165-3F63-4390-BCF1-364E1305BF0F}" dt="2026-01-23T11:24:50.716" v="1390" actId="20577"/>
          <ac:spMkLst>
            <pc:docMk/>
            <pc:sldMk cId="2466475953" sldId="2147483589"/>
            <ac:spMk id="3" creationId="{742EAB85-6CC8-9673-B6D4-268B60A8C1E0}"/>
          </ac:spMkLst>
        </pc:spChg>
        <pc:spChg chg="add mod">
          <ac:chgData name="Tujakowska, Anna" userId="f0a17e37-ade2-48ae-a24e-905dd39bc9ea" providerId="ADAL" clId="{913A4165-3F63-4390-BCF1-364E1305BF0F}" dt="2026-01-23T11:06:30.945" v="1171" actId="14100"/>
          <ac:spMkLst>
            <pc:docMk/>
            <pc:sldMk cId="2466475953" sldId="2147483589"/>
            <ac:spMk id="9" creationId="{C20A4AB3-62B5-59F6-08D8-B78FFBC1B8DA}"/>
          </ac:spMkLst>
        </pc:spChg>
        <pc:spChg chg="add mod">
          <ac:chgData name="Tujakowska, Anna" userId="f0a17e37-ade2-48ae-a24e-905dd39bc9ea" providerId="ADAL" clId="{913A4165-3F63-4390-BCF1-364E1305BF0F}" dt="2026-01-23T11:09:50.902" v="1194" actId="20577"/>
          <ac:spMkLst>
            <pc:docMk/>
            <pc:sldMk cId="2466475953" sldId="2147483589"/>
            <ac:spMk id="12" creationId="{5B111CCA-8440-C7C1-4DDD-088C2AE2878D}"/>
          </ac:spMkLst>
        </pc:spChg>
        <pc:picChg chg="add mod">
          <ac:chgData name="Tujakowska, Anna" userId="f0a17e37-ade2-48ae-a24e-905dd39bc9ea" providerId="ADAL" clId="{913A4165-3F63-4390-BCF1-364E1305BF0F}" dt="2026-01-23T10:59:50.381" v="1166" actId="1076"/>
          <ac:picMkLst>
            <pc:docMk/>
            <pc:sldMk cId="2466475953" sldId="2147483589"/>
            <ac:picMk id="7" creationId="{69A1B478-AD74-64F3-3F32-9BD23D7A528B}"/>
          </ac:picMkLst>
        </pc:picChg>
      </pc:sldChg>
      <pc:sldChg chg="addSp modSp mod modNotesTx">
        <pc:chgData name="Tujakowska, Anna" userId="f0a17e37-ade2-48ae-a24e-905dd39bc9ea" providerId="ADAL" clId="{913A4165-3F63-4390-BCF1-364E1305BF0F}" dt="2026-01-27T12:52:37.931" v="1630" actId="313"/>
        <pc:sldMkLst>
          <pc:docMk/>
          <pc:sldMk cId="1818602584" sldId="2147483593"/>
        </pc:sldMkLst>
        <pc:spChg chg="add mod">
          <ac:chgData name="Tujakowska, Anna" userId="f0a17e37-ade2-48ae-a24e-905dd39bc9ea" providerId="ADAL" clId="{913A4165-3F63-4390-BCF1-364E1305BF0F}" dt="2026-01-23T11:11:08.308" v="1230" actId="1076"/>
          <ac:spMkLst>
            <pc:docMk/>
            <pc:sldMk cId="1818602584" sldId="2147483593"/>
            <ac:spMk id="5" creationId="{9D4B08DA-0AE9-FB8C-CA8D-D6F363F10157}"/>
          </ac:spMkLst>
        </pc:spChg>
      </pc:sldChg>
      <pc:sldChg chg="addSp delSp modSp add mod ord">
        <pc:chgData name="Tujakowska, Anna" userId="f0a17e37-ade2-48ae-a24e-905dd39bc9ea" providerId="ADAL" clId="{913A4165-3F63-4390-BCF1-364E1305BF0F}" dt="2026-01-23T11:22:11.145" v="1384" actId="113"/>
        <pc:sldMkLst>
          <pc:docMk/>
          <pc:sldMk cId="2240425888" sldId="2147483595"/>
        </pc:sldMkLst>
        <pc:spChg chg="mod">
          <ac:chgData name="Tujakowska, Anna" userId="f0a17e37-ade2-48ae-a24e-905dd39bc9ea" providerId="ADAL" clId="{913A4165-3F63-4390-BCF1-364E1305BF0F}" dt="2026-01-23T11:19:29.351" v="1321" actId="6549"/>
          <ac:spMkLst>
            <pc:docMk/>
            <pc:sldMk cId="2240425888" sldId="2147483595"/>
            <ac:spMk id="3" creationId="{9F5CB690-AA99-7B7E-939E-E41EE0038A51}"/>
          </ac:spMkLst>
        </pc:spChg>
        <pc:spChg chg="add mod">
          <ac:chgData name="Tujakowska, Anna" userId="f0a17e37-ade2-48ae-a24e-905dd39bc9ea" providerId="ADAL" clId="{913A4165-3F63-4390-BCF1-364E1305BF0F}" dt="2026-01-23T11:22:11.145" v="1384" actId="113"/>
          <ac:spMkLst>
            <pc:docMk/>
            <pc:sldMk cId="2240425888" sldId="2147483595"/>
            <ac:spMk id="11" creationId="{5B0DEA8E-E3C4-1EE5-54D1-34CDA48C8CB7}"/>
          </ac:spMkLst>
        </pc:spChg>
        <pc:spChg chg="add mod">
          <ac:chgData name="Tujakowska, Anna" userId="f0a17e37-ade2-48ae-a24e-905dd39bc9ea" providerId="ADAL" clId="{913A4165-3F63-4390-BCF1-364E1305BF0F}" dt="2026-01-23T11:20:19.462" v="1339" actId="14100"/>
          <ac:spMkLst>
            <pc:docMk/>
            <pc:sldMk cId="2240425888" sldId="2147483595"/>
            <ac:spMk id="16" creationId="{B3174A3C-967C-FD3F-9BD7-BEB3B60E777E}"/>
          </ac:spMkLst>
        </pc:spChg>
        <pc:picChg chg="add mod">
          <ac:chgData name="Tujakowska, Anna" userId="f0a17e37-ade2-48ae-a24e-905dd39bc9ea" providerId="ADAL" clId="{913A4165-3F63-4390-BCF1-364E1305BF0F}" dt="2026-01-23T11:20:11.530" v="1336" actId="14100"/>
          <ac:picMkLst>
            <pc:docMk/>
            <pc:sldMk cId="2240425888" sldId="2147483595"/>
            <ac:picMk id="20" creationId="{596D6AAE-381A-F6E3-7E4F-CB7A971F3DA9}"/>
          </ac:picMkLst>
        </pc:picChg>
      </pc:sldChg>
      <pc:sldChg chg="addSp delSp modSp add mod ord">
        <pc:chgData name="Tujakowska, Anna" userId="f0a17e37-ade2-48ae-a24e-905dd39bc9ea" providerId="ADAL" clId="{913A4165-3F63-4390-BCF1-364E1305BF0F}" dt="2026-01-23T11:21:24.343" v="1362" actId="1076"/>
        <pc:sldMkLst>
          <pc:docMk/>
          <pc:sldMk cId="1983780398" sldId="2147483596"/>
        </pc:sldMkLst>
        <pc:spChg chg="mod">
          <ac:chgData name="Tujakowska, Anna" userId="f0a17e37-ade2-48ae-a24e-905dd39bc9ea" providerId="ADAL" clId="{913A4165-3F63-4390-BCF1-364E1305BF0F}" dt="2026-01-23T11:21:21.220" v="1361" actId="14100"/>
          <ac:spMkLst>
            <pc:docMk/>
            <pc:sldMk cId="1983780398" sldId="2147483596"/>
            <ac:spMk id="3" creationId="{AEEC3CEC-81D1-929E-A90C-43CEF6531013}"/>
          </ac:spMkLst>
        </pc:spChg>
        <pc:picChg chg="add mod">
          <ac:chgData name="Tujakowska, Anna" userId="f0a17e37-ade2-48ae-a24e-905dd39bc9ea" providerId="ADAL" clId="{913A4165-3F63-4390-BCF1-364E1305BF0F}" dt="2026-01-23T11:20:59.168" v="1351"/>
          <ac:picMkLst>
            <pc:docMk/>
            <pc:sldMk cId="1983780398" sldId="2147483596"/>
            <ac:picMk id="7" creationId="{5AB661D9-7272-4672-CB31-DCBBB6EA22BD}"/>
          </ac:picMkLst>
        </pc:picChg>
        <pc:picChg chg="mod">
          <ac:chgData name="Tujakowska, Anna" userId="f0a17e37-ade2-48ae-a24e-905dd39bc9ea" providerId="ADAL" clId="{913A4165-3F63-4390-BCF1-364E1305BF0F}" dt="2026-01-23T11:21:15.262" v="1359" actId="1076"/>
          <ac:picMkLst>
            <pc:docMk/>
            <pc:sldMk cId="1983780398" sldId="2147483596"/>
            <ac:picMk id="8" creationId="{832828E5-5C28-F255-098E-ED3CB78B4681}"/>
          </ac:picMkLst>
        </pc:picChg>
        <pc:picChg chg="add mod">
          <ac:chgData name="Tujakowska, Anna" userId="f0a17e37-ade2-48ae-a24e-905dd39bc9ea" providerId="ADAL" clId="{913A4165-3F63-4390-BCF1-364E1305BF0F}" dt="2026-01-23T11:21:24.343" v="1362" actId="1076"/>
          <ac:picMkLst>
            <pc:docMk/>
            <pc:sldMk cId="1983780398" sldId="2147483596"/>
            <ac:picMk id="9" creationId="{F042AC37-BF49-EDAB-B6C8-845A7A6446C6}"/>
          </ac:picMkLst>
        </pc:picChg>
        <pc:picChg chg="mod">
          <ac:chgData name="Tujakowska, Anna" userId="f0a17e37-ade2-48ae-a24e-905dd39bc9ea" providerId="ADAL" clId="{913A4165-3F63-4390-BCF1-364E1305BF0F}" dt="2026-01-23T11:21:17.885" v="1360" actId="1076"/>
          <ac:picMkLst>
            <pc:docMk/>
            <pc:sldMk cId="1983780398" sldId="2147483596"/>
            <ac:picMk id="15" creationId="{C13998B2-5711-4567-7B31-852F5D158965}"/>
          </ac:picMkLst>
        </pc:picChg>
      </pc:sldChg>
      <pc:sldChg chg="addSp delSp modSp mod modNotesTx">
        <pc:chgData name="Tujakowska, Anna" userId="f0a17e37-ade2-48ae-a24e-905dd39bc9ea" providerId="ADAL" clId="{913A4165-3F63-4390-BCF1-364E1305BF0F}" dt="2026-01-27T12:50:40.155" v="1629" actId="113"/>
        <pc:sldMkLst>
          <pc:docMk/>
          <pc:sldMk cId="1102019573" sldId="2147483597"/>
        </pc:sldMkLst>
        <pc:spChg chg="mod">
          <ac:chgData name="Tujakowska, Anna" userId="f0a17e37-ade2-48ae-a24e-905dd39bc9ea" providerId="ADAL" clId="{913A4165-3F63-4390-BCF1-364E1305BF0F}" dt="2026-01-27T12:49:52.887" v="1564" actId="14100"/>
          <ac:spMkLst>
            <pc:docMk/>
            <pc:sldMk cId="1102019573" sldId="2147483597"/>
            <ac:spMk id="3" creationId="{5E392A56-1BF3-FFA4-5170-17FF29FC3156}"/>
          </ac:spMkLst>
        </pc:spChg>
        <pc:spChg chg="add mod">
          <ac:chgData name="Tujakowska, Anna" userId="f0a17e37-ade2-48ae-a24e-905dd39bc9ea" providerId="ADAL" clId="{913A4165-3F63-4390-BCF1-364E1305BF0F}" dt="2026-01-27T12:48:17.543" v="1551" actId="1076"/>
          <ac:spMkLst>
            <pc:docMk/>
            <pc:sldMk cId="1102019573" sldId="2147483597"/>
            <ac:spMk id="4" creationId="{5C7C4F90-6A15-8B74-42FB-1178720EF8D3}"/>
          </ac:spMkLst>
        </pc:spChg>
        <pc:spChg chg="mod">
          <ac:chgData name="Tujakowska, Anna" userId="f0a17e37-ade2-48ae-a24e-905dd39bc9ea" providerId="ADAL" clId="{913A4165-3F63-4390-BCF1-364E1305BF0F}" dt="2026-01-27T12:50:09.608" v="1566" actId="20577"/>
          <ac:spMkLst>
            <pc:docMk/>
            <pc:sldMk cId="1102019573" sldId="2147483597"/>
            <ac:spMk id="7" creationId="{ABF5E4B2-8B9D-DE04-8452-770D1AA90DBB}"/>
          </ac:spMkLst>
        </pc:spChg>
        <pc:spChg chg="add mod">
          <ac:chgData name="Tujakowska, Anna" userId="f0a17e37-ade2-48ae-a24e-905dd39bc9ea" providerId="ADAL" clId="{913A4165-3F63-4390-BCF1-364E1305BF0F}" dt="2026-01-27T12:45:40.768" v="1512" actId="14100"/>
          <ac:spMkLst>
            <pc:docMk/>
            <pc:sldMk cId="1102019573" sldId="2147483597"/>
            <ac:spMk id="12" creationId="{51541B1E-28F9-4F52-C74C-B29E2AF0A9CC}"/>
          </ac:spMkLst>
        </pc:spChg>
        <pc:spChg chg="add mod">
          <ac:chgData name="Tujakowska, Anna" userId="f0a17e37-ade2-48ae-a24e-905dd39bc9ea" providerId="ADAL" clId="{913A4165-3F63-4390-BCF1-364E1305BF0F}" dt="2026-01-27T12:48:40.896" v="1555" actId="1076"/>
          <ac:spMkLst>
            <pc:docMk/>
            <pc:sldMk cId="1102019573" sldId="2147483597"/>
            <ac:spMk id="16" creationId="{DCBEBBB1-7252-81F2-DE11-9BE410C96490}"/>
          </ac:spMkLst>
        </pc:spChg>
        <pc:picChg chg="mod">
          <ac:chgData name="Tujakowska, Anna" userId="f0a17e37-ade2-48ae-a24e-905dd39bc9ea" providerId="ADAL" clId="{913A4165-3F63-4390-BCF1-364E1305BF0F}" dt="2026-01-27T12:48:13.194" v="1550" actId="1076"/>
          <ac:picMkLst>
            <pc:docMk/>
            <pc:sldMk cId="1102019573" sldId="2147483597"/>
            <ac:picMk id="5" creationId="{CCFAF6DE-90D6-447B-BD32-CE3750ADEC14}"/>
          </ac:picMkLst>
        </pc:picChg>
        <pc:picChg chg="add del mod">
          <ac:chgData name="Tujakowska, Anna" userId="f0a17e37-ade2-48ae-a24e-905dd39bc9ea" providerId="ADAL" clId="{913A4165-3F63-4390-BCF1-364E1305BF0F}" dt="2026-01-27T12:44:19.404" v="1501" actId="478"/>
          <ac:picMkLst>
            <pc:docMk/>
            <pc:sldMk cId="1102019573" sldId="2147483597"/>
            <ac:picMk id="8" creationId="{71B096EB-64B7-37B4-7A09-EB385966200A}"/>
          </ac:picMkLst>
        </pc:picChg>
        <pc:picChg chg="add mod">
          <ac:chgData name="Tujakowska, Anna" userId="f0a17e37-ade2-48ae-a24e-905dd39bc9ea" providerId="ADAL" clId="{913A4165-3F63-4390-BCF1-364E1305BF0F}" dt="2026-01-27T12:46:14.993" v="1520" actId="1076"/>
          <ac:picMkLst>
            <pc:docMk/>
            <pc:sldMk cId="1102019573" sldId="2147483597"/>
            <ac:picMk id="10" creationId="{A83E053A-832D-9F45-BB0E-636C8C47FA2D}"/>
          </ac:picMkLst>
        </pc:picChg>
        <pc:picChg chg="add mod">
          <ac:chgData name="Tujakowska, Anna" userId="f0a17e37-ade2-48ae-a24e-905dd39bc9ea" providerId="ADAL" clId="{913A4165-3F63-4390-BCF1-364E1305BF0F}" dt="2026-01-27T12:50:04.064" v="1565" actId="1076"/>
          <ac:picMkLst>
            <pc:docMk/>
            <pc:sldMk cId="1102019573" sldId="2147483597"/>
            <ac:picMk id="14" creationId="{B7D8236A-1E0E-1980-7420-B1970D735516}"/>
          </ac:picMkLst>
        </pc:picChg>
      </pc:sldChg>
    </pc:docChg>
  </pc:docChgLst>
  <pc:docChgLst>
    <pc:chgData name="Szeliga, Agata" userId="S::agata.szeliga@skslegal.pl::07ff411a-66f7-465a-b510-6e151720042c" providerId="AD" clId="Web-{02077286-2821-4A4A-A549-90CBA9675371}"/>
    <pc:docChg chg="modSld">
      <pc:chgData name="Szeliga, Agata" userId="S::agata.szeliga@skslegal.pl::07ff411a-66f7-465a-b510-6e151720042c" providerId="AD" clId="Web-{02077286-2821-4A4A-A549-90CBA9675371}" dt="2026-01-28T16:16:25.952" v="78" actId="20577"/>
      <pc:docMkLst>
        <pc:docMk/>
      </pc:docMkLst>
      <pc:sldChg chg="modSp">
        <pc:chgData name="Szeliga, Agata" userId="S::agata.szeliga@skslegal.pl::07ff411a-66f7-465a-b510-6e151720042c" providerId="AD" clId="Web-{02077286-2821-4A4A-A549-90CBA9675371}" dt="2026-01-28T16:16:25.952" v="78" actId="20577"/>
        <pc:sldMkLst>
          <pc:docMk/>
          <pc:sldMk cId="823537620" sldId="2147483580"/>
        </pc:sldMkLst>
        <pc:spChg chg="mod">
          <ac:chgData name="Szeliga, Agata" userId="S::agata.szeliga@skslegal.pl::07ff411a-66f7-465a-b510-6e151720042c" providerId="AD" clId="Web-{02077286-2821-4A4A-A549-90CBA9675371}" dt="2026-01-28T16:16:25.952" v="78" actId="20577"/>
          <ac:spMkLst>
            <pc:docMk/>
            <pc:sldMk cId="823537620" sldId="2147483580"/>
            <ac:spMk id="3" creationId="{44647E2C-30F6-47DD-9C19-719AF3EF4622}"/>
          </ac:spMkLst>
        </pc:spChg>
      </pc:sldChg>
      <pc:sldChg chg="modSp">
        <pc:chgData name="Szeliga, Agata" userId="S::agata.szeliga@skslegal.pl::07ff411a-66f7-465a-b510-6e151720042c" providerId="AD" clId="Web-{02077286-2821-4A4A-A549-90CBA9675371}" dt="2026-01-28T16:09:49.825" v="38" actId="20577"/>
        <pc:sldMkLst>
          <pc:docMk/>
          <pc:sldMk cId="891544289" sldId="2147483588"/>
        </pc:sldMkLst>
        <pc:spChg chg="mod">
          <ac:chgData name="Szeliga, Agata" userId="S::agata.szeliga@skslegal.pl::07ff411a-66f7-465a-b510-6e151720042c" providerId="AD" clId="Web-{02077286-2821-4A4A-A549-90CBA9675371}" dt="2026-01-28T16:09:49.825" v="38" actId="20577"/>
          <ac:spMkLst>
            <pc:docMk/>
            <pc:sldMk cId="891544289" sldId="2147483588"/>
            <ac:spMk id="3" creationId="{0D11DBE6-355D-DFF7-696F-B1B1A6B83517}"/>
          </ac:spMkLst>
        </pc:spChg>
      </pc:sldChg>
    </pc:docChg>
  </pc:docChgLst>
  <pc:docChgLst>
    <pc:chgData name="Tujakowska, Anna" userId="S::anna.tujakowska@skslegal.pl::f0a17e37-ade2-48ae-a24e-905dd39bc9ea" providerId="AD" clId="Web-{7DE99F4E-EE9B-8989-4A47-9F7D0562AAAE}"/>
    <pc:docChg chg="modSld">
      <pc:chgData name="Tujakowska, Anna" userId="S::anna.tujakowska@skslegal.pl::f0a17e37-ade2-48ae-a24e-905dd39bc9ea" providerId="AD" clId="Web-{7DE99F4E-EE9B-8989-4A47-9F7D0562AAAE}" dt="2026-01-22T19:11:02.855" v="98" actId="20577"/>
      <pc:docMkLst>
        <pc:docMk/>
      </pc:docMkLst>
      <pc:sldChg chg="addSp delSp modSp modNotes">
        <pc:chgData name="Tujakowska, Anna" userId="S::anna.tujakowska@skslegal.pl::f0a17e37-ade2-48ae-a24e-905dd39bc9ea" providerId="AD" clId="Web-{7DE99F4E-EE9B-8989-4A47-9F7D0562AAAE}" dt="2026-01-22T19:10:44.856" v="65"/>
        <pc:sldMkLst>
          <pc:docMk/>
          <pc:sldMk cId="1818602584" sldId="2147483593"/>
        </pc:sldMkLst>
        <pc:picChg chg="add mod">
          <ac:chgData name="Tujakowska, Anna" userId="S::anna.tujakowska@skslegal.pl::f0a17e37-ade2-48ae-a24e-905dd39bc9ea" providerId="AD" clId="Web-{7DE99F4E-EE9B-8989-4A47-9F7D0562AAAE}" dt="2026-01-22T19:09:58.200" v="9" actId="1076"/>
          <ac:picMkLst>
            <pc:docMk/>
            <pc:sldMk cId="1818602584" sldId="2147483593"/>
            <ac:picMk id="4" creationId="{E5B878F9-2A79-09E9-8A41-A8CEBE6E5262}"/>
          </ac:picMkLst>
        </pc:picChg>
      </pc:sldChg>
      <pc:sldChg chg="modSp">
        <pc:chgData name="Tujakowska, Anna" userId="S::anna.tujakowska@skslegal.pl::f0a17e37-ade2-48ae-a24e-905dd39bc9ea" providerId="AD" clId="Web-{7DE99F4E-EE9B-8989-4A47-9F7D0562AAAE}" dt="2026-01-22T19:11:02.855" v="98" actId="20577"/>
        <pc:sldMkLst>
          <pc:docMk/>
          <pc:sldMk cId="3785639434" sldId="2147483594"/>
        </pc:sldMkLst>
        <pc:spChg chg="mod">
          <ac:chgData name="Tujakowska, Anna" userId="S::anna.tujakowska@skslegal.pl::f0a17e37-ade2-48ae-a24e-905dd39bc9ea" providerId="AD" clId="Web-{7DE99F4E-EE9B-8989-4A47-9F7D0562AAAE}" dt="2026-01-22T19:11:02.855" v="98" actId="20577"/>
          <ac:spMkLst>
            <pc:docMk/>
            <pc:sldMk cId="3785639434" sldId="2147483594"/>
            <ac:spMk id="2" creationId="{BB6ADB80-6B07-C0EE-58AC-E949F6BF5F1C}"/>
          </ac:spMkLst>
        </pc:spChg>
      </pc:sldChg>
    </pc:docChg>
  </pc:docChgLst>
  <pc:docChgLst>
    <pc:chgData name="Tujakowska, Anna" userId="S::anna.tujakowska@skslegal.pl::f0a17e37-ade2-48ae-a24e-905dd39bc9ea" providerId="AD" clId="Web-{6D7EF05A-EBDD-FFBE-A8B6-034AF7F16BF7}"/>
    <pc:docChg chg="addSld delSld modSld modSection">
      <pc:chgData name="Tujakowska, Anna" userId="S::anna.tujakowska@skslegal.pl::f0a17e37-ade2-48ae-a24e-905dd39bc9ea" providerId="AD" clId="Web-{6D7EF05A-EBDD-FFBE-A8B6-034AF7F16BF7}" dt="2026-01-22T19:05:21.169" v="4"/>
      <pc:docMkLst>
        <pc:docMk/>
      </pc:docMkLst>
      <pc:sldChg chg="modSp">
        <pc:chgData name="Tujakowska, Anna" userId="S::anna.tujakowska@skslegal.pl::f0a17e37-ade2-48ae-a24e-905dd39bc9ea" providerId="AD" clId="Web-{6D7EF05A-EBDD-FFBE-A8B6-034AF7F16BF7}" dt="2026-01-22T19:05:09.122" v="2" actId="20577"/>
        <pc:sldMkLst>
          <pc:docMk/>
          <pc:sldMk cId="1818602584" sldId="2147483593"/>
        </pc:sldMkLst>
        <pc:spChg chg="mod">
          <ac:chgData name="Tujakowska, Anna" userId="S::anna.tujakowska@skslegal.pl::f0a17e37-ade2-48ae-a24e-905dd39bc9ea" providerId="AD" clId="Web-{6D7EF05A-EBDD-FFBE-A8B6-034AF7F16BF7}" dt="2026-01-22T19:05:09.122" v="2" actId="20577"/>
          <ac:spMkLst>
            <pc:docMk/>
            <pc:sldMk cId="1818602584" sldId="2147483593"/>
            <ac:spMk id="3" creationId="{E4F3544F-5C8F-E90F-76E2-C145F05C5A82}"/>
          </ac:spMkLst>
        </pc:spChg>
      </pc:sldChg>
      <pc:sldChg chg="add replId">
        <pc:chgData name="Tujakowska, Anna" userId="S::anna.tujakowska@skslegal.pl::f0a17e37-ade2-48ae-a24e-905dd39bc9ea" providerId="AD" clId="Web-{6D7EF05A-EBDD-FFBE-A8B6-034AF7F16BF7}" dt="2026-01-22T19:05:03.981" v="0"/>
        <pc:sldMkLst>
          <pc:docMk/>
          <pc:sldMk cId="3785639434" sldId="2147483594"/>
        </pc:sldMkLst>
      </pc:sldChg>
    </pc:docChg>
  </pc:docChgLst>
  <pc:docChgLst>
    <pc:chgData name="Tujakowska, Anna" userId="S::anna.tujakowska@skslegal.pl::f0a17e37-ade2-48ae-a24e-905dd39bc9ea" providerId="AD" clId="Web-{620C5FB0-16BA-828F-1678-8B1AE4E66DD1}"/>
    <pc:docChg chg="modSld">
      <pc:chgData name="Tujakowska, Anna" userId="S::anna.tujakowska@skslegal.pl::f0a17e37-ade2-48ae-a24e-905dd39bc9ea" providerId="AD" clId="Web-{620C5FB0-16BA-828F-1678-8B1AE4E66DD1}" dt="2026-01-23T12:45:55.466" v="0" actId="1076"/>
      <pc:docMkLst>
        <pc:docMk/>
      </pc:docMkLst>
      <pc:sldChg chg="modSp">
        <pc:chgData name="Tujakowska, Anna" userId="S::anna.tujakowska@skslegal.pl::f0a17e37-ade2-48ae-a24e-905dd39bc9ea" providerId="AD" clId="Web-{620C5FB0-16BA-828F-1678-8B1AE4E66DD1}" dt="2026-01-23T12:45:55.466" v="0" actId="1076"/>
        <pc:sldMkLst>
          <pc:docMk/>
          <pc:sldMk cId="1818602584" sldId="2147483593"/>
        </pc:sldMkLst>
        <pc:spChg chg="mod">
          <ac:chgData name="Tujakowska, Anna" userId="S::anna.tujakowska@skslegal.pl::f0a17e37-ade2-48ae-a24e-905dd39bc9ea" providerId="AD" clId="Web-{620C5FB0-16BA-828F-1678-8B1AE4E66DD1}" dt="2026-01-23T12:45:55.466" v="0" actId="1076"/>
          <ac:spMkLst>
            <pc:docMk/>
            <pc:sldMk cId="1818602584" sldId="2147483593"/>
            <ac:spMk id="5" creationId="{9D4B08DA-0AE9-FB8C-CA8D-D6F363F10157}"/>
          </ac:spMkLst>
        </pc:spChg>
      </pc:sldChg>
    </pc:docChg>
  </pc:docChgLst>
  <pc:docChgLst>
    <pc:chgData name="renatao@microsoft.com" userId="S::urn:spo:guest#renatao@microsoft.com::" providerId="AD" clId="Web-{1562EC04-8559-DC83-EA97-5CBD5030061B}"/>
    <pc:docChg chg="modSld">
      <pc:chgData name="renatao@microsoft.com" userId="S::urn:spo:guest#renatao@microsoft.com::" providerId="AD" clId="Web-{1562EC04-8559-DC83-EA97-5CBD5030061B}" dt="2026-01-28T19:20:03.082" v="18" actId="20577"/>
      <pc:docMkLst>
        <pc:docMk/>
      </pc:docMkLst>
      <pc:sldChg chg="modSp">
        <pc:chgData name="renatao@microsoft.com" userId="S::urn:spo:guest#renatao@microsoft.com::" providerId="AD" clId="Web-{1562EC04-8559-DC83-EA97-5CBD5030061B}" dt="2026-01-28T19:19:36.488" v="4" actId="20577"/>
        <pc:sldMkLst>
          <pc:docMk/>
          <pc:sldMk cId="3965704202" sldId="2147481381"/>
        </pc:sldMkLst>
        <pc:spChg chg="mod">
          <ac:chgData name="renatao@microsoft.com" userId="S::urn:spo:guest#renatao@microsoft.com::" providerId="AD" clId="Web-{1562EC04-8559-DC83-EA97-5CBD5030061B}" dt="2026-01-28T19:19:36.488" v="4" actId="20577"/>
          <ac:spMkLst>
            <pc:docMk/>
            <pc:sldMk cId="3965704202" sldId="2147481381"/>
            <ac:spMk id="3" creationId="{EE21B618-77E6-80DF-47D3-7CCEBDE871E7}"/>
          </ac:spMkLst>
        </pc:spChg>
      </pc:sldChg>
      <pc:sldChg chg="modSp">
        <pc:chgData name="renatao@microsoft.com" userId="S::urn:spo:guest#renatao@microsoft.com::" providerId="AD" clId="Web-{1562EC04-8559-DC83-EA97-5CBD5030061B}" dt="2026-01-28T19:20:03.082" v="18" actId="20577"/>
        <pc:sldMkLst>
          <pc:docMk/>
          <pc:sldMk cId="4050409368" sldId="2147483529"/>
        </pc:sldMkLst>
        <pc:spChg chg="mod">
          <ac:chgData name="renatao@microsoft.com" userId="S::urn:spo:guest#renatao@microsoft.com::" providerId="AD" clId="Web-{1562EC04-8559-DC83-EA97-5CBD5030061B}" dt="2026-01-28T19:20:03.082" v="18" actId="20577"/>
          <ac:spMkLst>
            <pc:docMk/>
            <pc:sldMk cId="4050409368" sldId="2147483529"/>
            <ac:spMk id="7" creationId="{62F6F23B-F45F-1E70-A004-25E18D1C1665}"/>
          </ac:spMkLst>
        </pc:spChg>
      </pc:sldChg>
    </pc:docChg>
  </pc:docChgLst>
  <pc:docChgLst>
    <pc:chgData name="Szeliga, Agata" userId="S::agata.szeliga@skslegal.pl::07ff411a-66f7-465a-b510-6e151720042c" providerId="AD" clId="Web-{B7BB0FC7-A664-C2AC-0AE8-61DEE0E1F7D3}"/>
    <pc:docChg chg="modSld">
      <pc:chgData name="Szeliga, Agata" userId="S::agata.szeliga@skslegal.pl::07ff411a-66f7-465a-b510-6e151720042c" providerId="AD" clId="Web-{B7BB0FC7-A664-C2AC-0AE8-61DEE0E1F7D3}" dt="2026-01-26T15:55:59.948" v="43" actId="20577"/>
      <pc:docMkLst>
        <pc:docMk/>
      </pc:docMkLst>
      <pc:sldChg chg="modSp">
        <pc:chgData name="Szeliga, Agata" userId="S::agata.szeliga@skslegal.pl::07ff411a-66f7-465a-b510-6e151720042c" providerId="AD" clId="Web-{B7BB0FC7-A664-C2AC-0AE8-61DEE0E1F7D3}" dt="2026-01-26T14:37:49.670" v="0" actId="20577"/>
        <pc:sldMkLst>
          <pc:docMk/>
          <pc:sldMk cId="1028334911" sldId="2147483585"/>
        </pc:sldMkLst>
        <pc:spChg chg="mod">
          <ac:chgData name="Szeliga, Agata" userId="S::agata.szeliga@skslegal.pl::07ff411a-66f7-465a-b510-6e151720042c" providerId="AD" clId="Web-{B7BB0FC7-A664-C2AC-0AE8-61DEE0E1F7D3}" dt="2026-01-26T14:37:49.670" v="0" actId="20577"/>
          <ac:spMkLst>
            <pc:docMk/>
            <pc:sldMk cId="1028334911" sldId="2147483585"/>
            <ac:spMk id="8" creationId="{D6CFBB58-4C46-CEF4-DA64-9983CD5E7945}"/>
          </ac:spMkLst>
        </pc:spChg>
      </pc:sldChg>
      <pc:sldChg chg="modSp">
        <pc:chgData name="Szeliga, Agata" userId="S::agata.szeliga@skslegal.pl::07ff411a-66f7-465a-b510-6e151720042c" providerId="AD" clId="Web-{B7BB0FC7-A664-C2AC-0AE8-61DEE0E1F7D3}" dt="2026-01-26T15:55:02.524" v="29" actId="20577"/>
        <pc:sldMkLst>
          <pc:docMk/>
          <pc:sldMk cId="891544289" sldId="2147483588"/>
        </pc:sldMkLst>
        <pc:spChg chg="mod">
          <ac:chgData name="Szeliga, Agata" userId="S::agata.szeliga@skslegal.pl::07ff411a-66f7-465a-b510-6e151720042c" providerId="AD" clId="Web-{B7BB0FC7-A664-C2AC-0AE8-61DEE0E1F7D3}" dt="2026-01-26T15:55:02.524" v="29" actId="20577"/>
          <ac:spMkLst>
            <pc:docMk/>
            <pc:sldMk cId="891544289" sldId="2147483588"/>
            <ac:spMk id="3" creationId="{0D11DBE6-355D-DFF7-696F-B1B1A6B83517}"/>
          </ac:spMkLst>
        </pc:spChg>
        <pc:spChg chg="mod">
          <ac:chgData name="Szeliga, Agata" userId="S::agata.szeliga@skslegal.pl::07ff411a-66f7-465a-b510-6e151720042c" providerId="AD" clId="Web-{B7BB0FC7-A664-C2AC-0AE8-61DEE0E1F7D3}" dt="2026-01-26T15:54:26.601" v="2" actId="20577"/>
          <ac:spMkLst>
            <pc:docMk/>
            <pc:sldMk cId="891544289" sldId="2147483588"/>
            <ac:spMk id="7" creationId="{7168112C-E591-7292-D48B-FC55870702F8}"/>
          </ac:spMkLst>
        </pc:spChg>
      </pc:sldChg>
      <pc:sldChg chg="modSp">
        <pc:chgData name="Szeliga, Agata" userId="S::agata.szeliga@skslegal.pl::07ff411a-66f7-465a-b510-6e151720042c" providerId="AD" clId="Web-{B7BB0FC7-A664-C2AC-0AE8-61DEE0E1F7D3}" dt="2026-01-26T15:55:59.948" v="43" actId="20577"/>
        <pc:sldMkLst>
          <pc:docMk/>
          <pc:sldMk cId="2240425888" sldId="2147483595"/>
        </pc:sldMkLst>
        <pc:spChg chg="mod">
          <ac:chgData name="Szeliga, Agata" userId="S::agata.szeliga@skslegal.pl::07ff411a-66f7-465a-b510-6e151720042c" providerId="AD" clId="Web-{B7BB0FC7-A664-C2AC-0AE8-61DEE0E1F7D3}" dt="2026-01-26T15:55:59.948" v="43" actId="20577"/>
          <ac:spMkLst>
            <pc:docMk/>
            <pc:sldMk cId="2240425888" sldId="2147483595"/>
            <ac:spMk id="11" creationId="{5B0DEA8E-E3C4-1EE5-54D1-34CDA48C8CB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2488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1/28/2026 11:19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5691720" cy="3586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680493" y="9371285"/>
            <a:ext cx="105371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3108" userDrawn="1">
          <p15:clr>
            <a:srgbClr val="F26B43"/>
          </p15:clr>
        </p15:guide>
        <p15:guide id="2" pos="212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9372997"/>
            <a:ext cx="5815209" cy="3840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03982" y="9371285"/>
            <a:ext cx="930222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pl-PL"/>
              <a:t>Agata </a:t>
            </a:r>
          </a:p>
          <a:p>
            <a:endParaRPr lang="pl-PL"/>
          </a:p>
        </p:txBody>
      </p:sp>
      <p:sp>
        <p:nvSpPr>
          <p:cNvPr id="4" name="Symbol zastępczy nagłówka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40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50" err="1">
                <a:latin typeface="Calibri"/>
                <a:ea typeface="Calibri"/>
                <a:cs typeface="Calibri"/>
              </a:rPr>
              <a:t>Odstąd</a:t>
            </a:r>
            <a:r>
              <a:rPr lang="en-US" sz="850">
                <a:latin typeface="Calibri"/>
                <a:ea typeface="Calibri"/>
                <a:cs typeface="Calibri"/>
              </a:rPr>
              <a:t> do </a:t>
            </a:r>
            <a:r>
              <a:rPr lang="en-US" sz="850" err="1">
                <a:latin typeface="Calibri"/>
                <a:ea typeface="Calibri"/>
                <a:cs typeface="Calibri"/>
              </a:rPr>
              <a:t>zmiany</a:t>
            </a:r>
            <a:r>
              <a:rPr lang="en-US" sz="850">
                <a:latin typeface="Calibri"/>
                <a:ea typeface="Calibri"/>
                <a:cs typeface="Calibri"/>
              </a:rPr>
              <a:t> </a:t>
            </a: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87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40F26-1F38-42F7-B3E8-206C898A4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0E3D463-A3D5-9D80-8635-A75F1A1DA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60D1DBB-E6F9-29EE-3BB3-52588E1EB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Poszczególne kroki, będziemy je omawiać na kolejnych zajęciach </a:t>
            </a:r>
          </a:p>
          <a:p>
            <a:endParaRPr lang="pl-PL"/>
          </a:p>
        </p:txBody>
      </p:sp>
      <p:sp>
        <p:nvSpPr>
          <p:cNvPr id="4" name="Symbol zastępczy nagłówka 3">
            <a:extLst>
              <a:ext uri="{FF2B5EF4-FFF2-40B4-BE49-F238E27FC236}">
                <a16:creationId xmlns:a16="http://schemas.microsoft.com/office/drawing/2014/main" id="{EDAE3E6D-207E-9A07-8205-909B906A5B5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EFE45C0-AFBF-F58F-D32A-26F0AA7CDF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2528002C-1ABB-C9C1-5542-01CBD4EE7FB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830E1A4-4357-7769-45F8-BD725B116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31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pl-PL" b="1"/>
              <a:t>Złoty środek </a:t>
            </a:r>
            <a:r>
              <a:rPr lang="pl-PL"/>
              <a:t>– nie hamować rozwoju ale dbać o bezpieczeństwo </a:t>
            </a:r>
          </a:p>
          <a:p>
            <a:pPr marL="171450" indent="-171450">
              <a:buFontTx/>
              <a:buChar char="-"/>
            </a:pPr>
            <a:r>
              <a:rPr lang="pl-PL"/>
              <a:t>Każde organizacja jest nieco inna a więc </a:t>
            </a:r>
            <a:r>
              <a:rPr lang="pl-PL" b="1"/>
              <a:t>nieco inna będzie musiała być Polityka AI </a:t>
            </a:r>
          </a:p>
          <a:p>
            <a:pPr marL="171450" indent="-171450">
              <a:buFontTx/>
              <a:buChar char="-"/>
            </a:pPr>
            <a:r>
              <a:rPr lang="pl-PL" b="1"/>
              <a:t>Pierwszy projekt </a:t>
            </a:r>
            <a:r>
              <a:rPr lang="pl-PL"/>
              <a:t>Białej Księgi </a:t>
            </a:r>
          </a:p>
          <a:p>
            <a:pPr marL="171450" indent="-171450">
              <a:buFontTx/>
              <a:buChar char="-"/>
            </a:pPr>
            <a:r>
              <a:rPr lang="pl-PL"/>
              <a:t>Dlatego dziś chcemy pokrótce przedstawić </a:t>
            </a:r>
            <a:r>
              <a:rPr lang="pl-PL" b="1"/>
              <a:t>szkielet </a:t>
            </a:r>
          </a:p>
          <a:p>
            <a:endParaRPr lang="pl-PL"/>
          </a:p>
        </p:txBody>
      </p:sp>
      <p:sp>
        <p:nvSpPr>
          <p:cNvPr id="4" name="Symbol zastępczy nagłówka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44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0627C-5294-D5E6-AC08-B3409D53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FA54853-FE57-7DCA-046F-4DDB5EC93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7EC0376-758E-5E84-8BB0-C85D09687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Sylwia 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F81D81B-C3E9-4C90-9B2C-712CE81F0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C53DC-F3F2-4B7B-9B27-299E4DE6CC6B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8603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90A3-FA67-B5D9-1096-C82D38AFC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DFBE861-34A7-BE90-340B-A7E94B26F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99D41BC-D402-7557-7E84-37B297073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l-PL" sz="1200" b="1"/>
              <a:t>Nadzór </a:t>
            </a:r>
          </a:p>
          <a:p>
            <a:pPr marL="0" indent="0">
              <a:buFontTx/>
              <a:buNone/>
            </a:pPr>
            <a:r>
              <a:rPr lang="pl-PL" sz="1200"/>
              <a:t>- Osoba która </a:t>
            </a:r>
            <a:r>
              <a:rPr lang="pl-PL" sz="1200" b="1"/>
              <a:t>spina </a:t>
            </a:r>
            <a:r>
              <a:rPr lang="pl-PL" sz="1200"/>
              <a:t>– AI, IT, HR, finansowanie, prawny ale też rozumie jaka może być wartość dodana AI dla danej organizacji – Chief AI </a:t>
            </a:r>
            <a:r>
              <a:rPr lang="pl-PL" sz="1200" err="1"/>
              <a:t>Officer</a:t>
            </a:r>
            <a:r>
              <a:rPr lang="pl-PL" sz="1200"/>
              <a:t> a może AI Champion? </a:t>
            </a:r>
          </a:p>
          <a:p>
            <a:pPr marL="171450" indent="-171450">
              <a:buFontTx/>
              <a:buChar char="-"/>
            </a:pPr>
            <a:r>
              <a:rPr lang="pl-PL" sz="1200"/>
              <a:t>Tworzy politykę i odpowiada przed </a:t>
            </a:r>
            <a:r>
              <a:rPr lang="pl-PL" sz="1200" err="1"/>
              <a:t>zarządzem</a:t>
            </a:r>
            <a:r>
              <a:rPr lang="pl-PL" sz="1200"/>
              <a:t> </a:t>
            </a:r>
          </a:p>
          <a:p>
            <a:pPr marL="171450" indent="-171450">
              <a:buFontTx/>
              <a:buChar char="-"/>
            </a:pPr>
            <a:r>
              <a:rPr lang="pl-PL" sz="1200"/>
              <a:t>Tworzy plan pilotów, </a:t>
            </a:r>
            <a:r>
              <a:rPr lang="pl-PL" sz="1200" err="1"/>
              <a:t>roll</a:t>
            </a:r>
            <a:r>
              <a:rPr lang="pl-PL" sz="1200"/>
              <a:t>-out =&gt; </a:t>
            </a:r>
            <a:r>
              <a:rPr lang="pl-PL" sz="1200" b="1"/>
              <a:t>AI to duża inwestycja, trzeba kontrolować </a:t>
            </a:r>
          </a:p>
          <a:p>
            <a:pPr marL="171450" indent="-171450">
              <a:buFontTx/>
              <a:buChar char="-"/>
            </a:pPr>
            <a:r>
              <a:rPr lang="pl-PL" sz="1200"/>
              <a:t>Zarządzać oczekiwaniami – </a:t>
            </a:r>
            <a:r>
              <a:rPr lang="pl-PL" sz="1200" b="1"/>
              <a:t>badanie MIT – tylko 5% </a:t>
            </a:r>
            <a:r>
              <a:rPr lang="pl-PL" sz="1200"/>
              <a:t>projektów pilotażowych AI przyniosło wymierne korzyści </a:t>
            </a:r>
          </a:p>
          <a:p>
            <a:pPr marL="0" indent="0">
              <a:buFontTx/>
              <a:buNone/>
            </a:pPr>
            <a:r>
              <a:rPr lang="pl-PL" sz="1200" b="1"/>
              <a:t>Szkolenia </a:t>
            </a:r>
          </a:p>
          <a:p>
            <a:pPr marL="171450" indent="-171450">
              <a:buFontTx/>
              <a:buChar char="-"/>
            </a:pPr>
            <a:r>
              <a:rPr lang="pl-PL" sz="1200"/>
              <a:t>AI to nie </a:t>
            </a:r>
            <a:r>
              <a:rPr lang="pl-PL" sz="1200" err="1"/>
              <a:t>excel</a:t>
            </a:r>
            <a:r>
              <a:rPr lang="pl-PL" sz="1200"/>
              <a:t> to zmiana sposobu pracy – </a:t>
            </a:r>
            <a:r>
              <a:rPr lang="pl-PL" sz="1200" b="1"/>
              <a:t>FERRARI – szansa dla organizacji </a:t>
            </a:r>
          </a:p>
          <a:p>
            <a:pPr marL="171450" indent="-171450">
              <a:buFontTx/>
              <a:buChar char="-"/>
            </a:pPr>
            <a:r>
              <a:rPr lang="pl-PL" sz="1200" b="1"/>
              <a:t>Nie ważne w sumie co się stanie z art. 4 AI </a:t>
            </a:r>
            <a:r>
              <a:rPr lang="pl-PL" sz="1200" b="1" err="1"/>
              <a:t>Act</a:t>
            </a:r>
            <a:r>
              <a:rPr lang="pl-PL" sz="1200" b="1"/>
              <a:t> </a:t>
            </a:r>
          </a:p>
          <a:p>
            <a:pPr marL="171450" indent="-171450">
              <a:buFontTx/>
              <a:buChar char="-"/>
            </a:pPr>
            <a:r>
              <a:rPr lang="pl-PL" sz="1200"/>
              <a:t>Szkolenia nie mają być tylko do odhaczenia </a:t>
            </a:r>
          </a:p>
          <a:p>
            <a:pPr marL="628650" lvl="1" indent="-171450">
              <a:buFontTx/>
              <a:buChar char="-"/>
            </a:pPr>
            <a:r>
              <a:rPr lang="pl-PL" sz="1200"/>
              <a:t>Dwa rodzaje</a:t>
            </a:r>
          </a:p>
          <a:p>
            <a:pPr marL="1085850" lvl="2" indent="-171450">
              <a:buFontTx/>
              <a:buChar char="-"/>
            </a:pPr>
            <a:r>
              <a:rPr lang="pl-PL" sz="1200"/>
              <a:t>Edukacja </a:t>
            </a:r>
          </a:p>
          <a:p>
            <a:pPr marL="1085850" lvl="2" indent="-171450">
              <a:buFontTx/>
              <a:buChar char="-"/>
            </a:pPr>
            <a:r>
              <a:rPr lang="pl-PL" sz="1200"/>
              <a:t>musze rzeczywiście pokazywać jak rzetelnie korzystać z AI </a:t>
            </a:r>
          </a:p>
          <a:p>
            <a:pPr marL="171450" indent="-171450">
              <a:buFontTx/>
              <a:buChar char="-"/>
            </a:pPr>
            <a:r>
              <a:rPr lang="pl-PL" sz="1200"/>
              <a:t>Implementacja </a:t>
            </a:r>
            <a:r>
              <a:rPr lang="pl-PL" sz="1200" b="1" err="1"/>
              <a:t>bottom-up</a:t>
            </a:r>
            <a:r>
              <a:rPr lang="pl-PL" sz="1200" b="1"/>
              <a:t> BARDZO ważny AI Champion </a:t>
            </a:r>
          </a:p>
          <a:p>
            <a:pPr marL="171450" indent="-171450">
              <a:buFontTx/>
              <a:buChar char="-"/>
            </a:pPr>
            <a:r>
              <a:rPr lang="pl-PL" sz="1200"/>
              <a:t>Przeciwdziałania </a:t>
            </a:r>
            <a:r>
              <a:rPr lang="pl-PL" sz="1200" b="1" err="1"/>
              <a:t>Shadow</a:t>
            </a:r>
            <a:r>
              <a:rPr lang="pl-PL" sz="1200" b="1"/>
              <a:t> AI – nie zabraniać ale umiarkowanie kontrolować </a:t>
            </a:r>
          </a:p>
          <a:p>
            <a:pPr marL="171450" indent="-171450">
              <a:buFontTx/>
              <a:buChar char="-"/>
            </a:pPr>
            <a:r>
              <a:rPr lang="pl-PL" sz="1200"/>
              <a:t>Dobre szkolenia mogą </a:t>
            </a:r>
            <a:r>
              <a:rPr lang="pl-PL" sz="1200" b="1"/>
              <a:t>obniżyć opór wewnętrzny </a:t>
            </a:r>
          </a:p>
          <a:p>
            <a:pPr marL="171450" indent="-171450">
              <a:buFontTx/>
              <a:buChar char="-"/>
            </a:pPr>
            <a:endParaRPr lang="pl-PL" sz="120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207B9F7-F606-0CBF-1A84-F4448BC16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C53DC-F3F2-4B7B-9B27-299E4DE6CC6B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5454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8A40C-1999-8376-4240-2BAAE09B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818FB-A658-9CF6-6E6F-EFA9D70E2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72B5D-5EB7-A3C4-D79E-E57160C58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50" err="1">
                <a:latin typeface="Calibri"/>
                <a:ea typeface="Calibri"/>
                <a:cs typeface="Calibri"/>
              </a:rPr>
              <a:t>Odstąd</a:t>
            </a:r>
            <a:r>
              <a:rPr lang="en-US" sz="850">
                <a:latin typeface="Calibri"/>
                <a:ea typeface="Calibri"/>
                <a:cs typeface="Calibri"/>
              </a:rPr>
              <a:t> do </a:t>
            </a:r>
            <a:r>
              <a:rPr lang="en-US" sz="850" err="1">
                <a:latin typeface="Calibri"/>
                <a:ea typeface="Calibri"/>
                <a:cs typeface="Calibri"/>
              </a:rPr>
              <a:t>zmiany</a:t>
            </a:r>
            <a:r>
              <a:rPr lang="en-US" sz="850">
                <a:latin typeface="Calibri"/>
                <a:ea typeface="Calibri"/>
                <a:cs typeface="Calibri"/>
              </a:rPr>
              <a:t> </a:t>
            </a: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0F9A4F7-9F43-C62E-491D-702D91AC5DE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58E08-83E1-52A0-BD82-FF615F944A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A7CAEA-5E1C-F469-4757-9A1324D996B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9786C-DF46-ED66-C849-AF37074AF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00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8CF94-FAB3-F8FC-444E-02447BDBB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91F4798-D5AB-EAAB-F893-614FDD1A1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77BF257-9A89-682E-4A31-3192B3C68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agłówka 3">
            <a:extLst>
              <a:ext uri="{FF2B5EF4-FFF2-40B4-BE49-F238E27FC236}">
                <a16:creationId xmlns:a16="http://schemas.microsoft.com/office/drawing/2014/main" id="{9FE72725-3C95-5703-B4A5-9A4B55E7196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7CDF130-7D74-7DDE-4295-4A842746C3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A2802975-9B05-B9C9-B3AF-AC8EC25F92D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D3E8041-023B-1AFF-8C6B-5EEE9F9FF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4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FA5A2-ACD8-104F-AAA1-41F49B5A5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C3D3E1C-1926-45F2-8546-F523B6C25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E5CE329-B589-F1AD-7CEF-16172934F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/>
              <a:t>OLA – te trzy przykłady może w jakimś grafie? </a:t>
            </a:r>
          </a:p>
        </p:txBody>
      </p:sp>
      <p:sp>
        <p:nvSpPr>
          <p:cNvPr id="4" name="Symbol zastępczy nagłówka 3">
            <a:extLst>
              <a:ext uri="{FF2B5EF4-FFF2-40B4-BE49-F238E27FC236}">
                <a16:creationId xmlns:a16="http://schemas.microsoft.com/office/drawing/2014/main" id="{43EE8A34-C651-7A3B-20C6-64C60C2EE1C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B766F69-6D1F-3E84-DCAB-80DBA605B6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67F257A8-A761-4DE7-C252-5ECFDE2A5F3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221989C-8AAD-519B-AF18-A8249A7FE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56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8B5F3-AC39-43D7-85A6-44F860E78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87942D-6B29-1C21-7332-10D5687B1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A184E-4645-E5C4-0D88-D9691B5E2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50" err="1">
                <a:latin typeface="Calibri"/>
                <a:ea typeface="Calibri"/>
                <a:cs typeface="Calibri"/>
              </a:rPr>
              <a:t>Odstąd</a:t>
            </a:r>
            <a:r>
              <a:rPr lang="en-US" sz="850">
                <a:latin typeface="Calibri"/>
                <a:ea typeface="Calibri"/>
                <a:cs typeface="Calibri"/>
              </a:rPr>
              <a:t> do </a:t>
            </a:r>
            <a:r>
              <a:rPr lang="en-US" sz="850" err="1">
                <a:latin typeface="Calibri"/>
                <a:ea typeface="Calibri"/>
                <a:cs typeface="Calibri"/>
              </a:rPr>
              <a:t>zmiany</a:t>
            </a:r>
            <a:r>
              <a:rPr lang="en-US" sz="850">
                <a:latin typeface="Calibri"/>
                <a:ea typeface="Calibri"/>
                <a:cs typeface="Calibri"/>
              </a:rPr>
              <a:t> </a:t>
            </a: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59CDEAB-C02C-0442-69E8-5C5BBE82132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39C8C-F61A-24F0-2B8C-F75C095976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74BCE24-939B-5C94-253A-C8ECCA607FF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0D376-592B-3711-DA5C-10E851493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7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DFB22-ACFA-2D47-5ECA-4BD370DF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8366AF9-EBBF-F598-9CF9-F567A5D57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3C7374E-4003-C5A4-76F4-AF46392DC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agłówka 3">
            <a:extLst>
              <a:ext uri="{FF2B5EF4-FFF2-40B4-BE49-F238E27FC236}">
                <a16:creationId xmlns:a16="http://schemas.microsoft.com/office/drawing/2014/main" id="{060C340F-F8F2-FB5D-4406-3DE83560839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9C0A75E-03F1-18A5-EDD0-8EBE2ED09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F3650974-65B6-06E1-1377-118C0DF0EE7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4BC076C-70AA-1F36-24D9-498E7E877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75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D1CA-4973-92A3-1806-5711F527D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C11B790-CE6B-B5E8-73CB-7A984FC7E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AE23E9D-E3D4-6343-F592-62C9C6902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agłówka 3">
            <a:extLst>
              <a:ext uri="{FF2B5EF4-FFF2-40B4-BE49-F238E27FC236}">
                <a16:creationId xmlns:a16="http://schemas.microsoft.com/office/drawing/2014/main" id="{FF0903A4-C333-ECF9-3B90-3F8860A9E3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DED190E-955C-405D-BBCC-165E3BA13E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5F5EAB31-9EDC-8AC0-DAA7-C6CE61527A6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3FAE9B5-C843-2788-B3A5-29468DD96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33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9DFD-A45D-516E-8E3A-361CC21C7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65F6E2E-0458-CF43-648F-24C123159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639AE36-BFEC-6658-D112-CFAB96E90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agłówka 3">
            <a:extLst>
              <a:ext uri="{FF2B5EF4-FFF2-40B4-BE49-F238E27FC236}">
                <a16:creationId xmlns:a16="http://schemas.microsoft.com/office/drawing/2014/main" id="{E64E778A-D7CD-8D99-E5E8-BF386C13FF8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038A404-2A3A-F10D-1FB1-DA01C5F1F9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E15D715B-91A9-B847-39B6-95D31563132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2DBC858-AA57-DCB0-D833-211B3674C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120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4A408-0B10-7D8B-12FF-E968741E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44D9DA6-ED74-DD58-BE15-17F901D0D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A1D3B54-3461-3431-EAAB-122CF0A48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agłówka 3">
            <a:extLst>
              <a:ext uri="{FF2B5EF4-FFF2-40B4-BE49-F238E27FC236}">
                <a16:creationId xmlns:a16="http://schemas.microsoft.com/office/drawing/2014/main" id="{23C50295-F32B-338B-A01E-4F4B9C1135B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23D068B-214E-360E-0995-5AACF8CB1B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37ED5DA0-5A44-E129-345E-85969FDC703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BF5A971-2705-C2C1-9288-CB7B7E016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375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740F6-D5B8-8C0A-8AD3-D8571C093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FD5D8-B6EC-42B9-DBF5-DDA3D97FD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7BE301-61F9-8C54-9245-C772DAD7B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50" err="1">
                <a:latin typeface="Calibri"/>
                <a:ea typeface="Calibri"/>
                <a:cs typeface="Calibri"/>
              </a:rPr>
              <a:t>Odstąd</a:t>
            </a:r>
            <a:r>
              <a:rPr lang="en-US" sz="850">
                <a:latin typeface="Calibri"/>
                <a:ea typeface="Calibri"/>
                <a:cs typeface="Calibri"/>
              </a:rPr>
              <a:t> do </a:t>
            </a:r>
            <a:r>
              <a:rPr lang="en-US" sz="850" err="1">
                <a:latin typeface="Calibri"/>
                <a:ea typeface="Calibri"/>
                <a:cs typeface="Calibri"/>
              </a:rPr>
              <a:t>zmiany</a:t>
            </a:r>
            <a:r>
              <a:rPr lang="en-US" sz="850">
                <a:latin typeface="Calibri"/>
                <a:ea typeface="Calibri"/>
                <a:cs typeface="Calibri"/>
              </a:rPr>
              <a:t> </a:t>
            </a: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23ED287-3E84-A746-94F0-47DBC3FF032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EAEF9-E474-8FFF-5DC2-9118BBD521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D25BEC-F144-2998-E564-0E421D4F639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6C442-E795-DE7D-6780-9330F2067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92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22E19-4AFD-C499-F167-646E35F0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77436AC-70E9-37C4-057D-81985BFE9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3E6CB71-2EF0-1125-39E6-16BCA6EAE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>
                <a:highlight>
                  <a:srgbClr val="FFFF00"/>
                </a:highlight>
              </a:rPr>
              <a:t>OLA – TO NA ŻÓŁTO POWINNO BYĆ W OPCJI – POJAW SIĘ PO KLIKNIĘCIU, CHODZI O TO ŻEBY SAMI UCZESTNICY NAJPIEW ODPOWIEDZIELI A POTEM DOSTALI ODPOWIEDZ, TAK SAMO NA POZOSTAŁYCH SLAJDACH </a:t>
            </a:r>
          </a:p>
          <a:p>
            <a:endParaRPr lang="pl-PL"/>
          </a:p>
          <a:p>
            <a:endParaRPr lang="pl-PL"/>
          </a:p>
          <a:p>
            <a:endParaRPr lang="pl-PL"/>
          </a:p>
          <a:p>
            <a:r>
              <a:rPr lang="pl-PL"/>
              <a:t>Przykład co się może wydarzyć, gdy nie ma podejścia prewencyjnego i tej polityki nie było </a:t>
            </a:r>
          </a:p>
          <a:p>
            <a:endParaRPr lang="pl-PL"/>
          </a:p>
          <a:p>
            <a:r>
              <a:rPr lang="pl-PL"/>
              <a:t>-Jedno to halucynacja (błąd modelu) a co innego to oddanie decyzyjności do modelu (błąd organizacji) </a:t>
            </a:r>
          </a:p>
          <a:p>
            <a:pPr marL="171450" indent="-171450">
              <a:buFontTx/>
              <a:buChar char="-"/>
            </a:pPr>
            <a:r>
              <a:rPr lang="pl-PL" err="1"/>
              <a:t>Bias</a:t>
            </a:r>
            <a:r>
              <a:rPr lang="pl-PL"/>
              <a:t> to nie tylko problem LLM </a:t>
            </a:r>
          </a:p>
          <a:p>
            <a:pPr marL="171450" indent="-171450">
              <a:buFontTx/>
              <a:buChar char="-"/>
            </a:pPr>
            <a:endParaRPr lang="pl-PL"/>
          </a:p>
          <a:p>
            <a:pPr marL="171450" indent="-171450">
              <a:buFontTx/>
              <a:buChar char="-"/>
            </a:pPr>
            <a:endParaRPr lang="pl-PL"/>
          </a:p>
          <a:p>
            <a:pPr lvl="0">
              <a:spcAft>
                <a:spcPts val="600"/>
              </a:spcAft>
            </a:pPr>
            <a:r>
              <a:rPr lang="pl-PL" sz="1200" b="1">
                <a:solidFill>
                  <a:srgbClr val="FF0000"/>
                </a:solidFill>
              </a:rPr>
              <a:t>Ryzyka: </a:t>
            </a:r>
          </a:p>
          <a:p>
            <a:pPr marL="285750" lvl="0" indent="-285750">
              <a:spcAft>
                <a:spcPts val="600"/>
              </a:spcAft>
              <a:buFontTx/>
              <a:buChar char="-"/>
            </a:pPr>
            <a:r>
              <a:rPr lang="pl-PL" sz="1200">
                <a:solidFill>
                  <a:schemeClr val="tx1"/>
                </a:solidFill>
              </a:rPr>
              <a:t>Powielanie schematów, nieróżnorodne dane treningowe &gt;&gt;  dyskryminacja</a:t>
            </a:r>
          </a:p>
          <a:p>
            <a:pPr marL="285750" lvl="0" indent="-285750">
              <a:spcAft>
                <a:spcPts val="600"/>
              </a:spcAft>
              <a:buFontTx/>
              <a:buChar char="-"/>
            </a:pPr>
            <a:r>
              <a:rPr lang="pl-PL" sz="1200">
                <a:solidFill>
                  <a:schemeClr val="tx1"/>
                </a:solidFill>
              </a:rPr>
              <a:t>Nadmierne poleganie na AI (brak kontroli) &gt;&gt; brak przejrzystości decyzji (</a:t>
            </a:r>
            <a:r>
              <a:rPr lang="pl-PL" sz="1200" err="1">
                <a:solidFill>
                  <a:schemeClr val="tx1"/>
                </a:solidFill>
              </a:rPr>
              <a:t>black</a:t>
            </a:r>
            <a:r>
              <a:rPr lang="pl-PL" sz="1200">
                <a:solidFill>
                  <a:schemeClr val="tx1"/>
                </a:solidFill>
              </a:rPr>
              <a:t> </a:t>
            </a:r>
            <a:r>
              <a:rPr lang="pl-PL" sz="1200" err="1">
                <a:solidFill>
                  <a:schemeClr val="tx1"/>
                </a:solidFill>
              </a:rPr>
              <a:t>box</a:t>
            </a:r>
            <a:r>
              <a:rPr lang="pl-PL" sz="1200">
                <a:solidFill>
                  <a:schemeClr val="tx1"/>
                </a:solidFill>
              </a:rPr>
              <a:t>) &gt;&gt; zbliżenie do podejmowania decyzji przez AI (zakazane)</a:t>
            </a:r>
          </a:p>
          <a:p>
            <a:pPr marL="285750" lvl="0" indent="-285750">
              <a:spcAft>
                <a:spcPts val="600"/>
              </a:spcAft>
              <a:buFontTx/>
              <a:buChar char="-"/>
            </a:pPr>
            <a:r>
              <a:rPr lang="pl-PL" sz="1200">
                <a:solidFill>
                  <a:schemeClr val="tx1"/>
                </a:solidFill>
              </a:rPr>
              <a:t>utrata „ludzkiego” podejścia / kontaktu z kandydatami</a:t>
            </a:r>
          </a:p>
          <a:p>
            <a:pPr marL="285750" lvl="0" indent="-285750">
              <a:spcAft>
                <a:spcPts val="600"/>
              </a:spcAft>
              <a:buFontTx/>
              <a:buChar char="-"/>
            </a:pPr>
            <a:r>
              <a:rPr lang="pl-PL" sz="1200">
                <a:solidFill>
                  <a:schemeClr val="tx1"/>
                </a:solidFill>
              </a:rPr>
              <a:t>Halucynacje, błędne rekomendacje</a:t>
            </a:r>
          </a:p>
          <a:p>
            <a:pPr marL="285750" lvl="0" indent="-285750">
              <a:spcAft>
                <a:spcPts val="600"/>
              </a:spcAft>
              <a:buFontTx/>
              <a:buChar char="-"/>
            </a:pPr>
            <a:r>
              <a:rPr lang="pl-PL" sz="1200">
                <a:solidFill>
                  <a:schemeClr val="tx1"/>
                </a:solidFill>
              </a:rPr>
              <a:t>Ujawnienie informacji poufnych </a:t>
            </a:r>
            <a:endParaRPr lang="en-US" sz="1200">
              <a:solidFill>
                <a:schemeClr val="tx1"/>
              </a:solidFill>
            </a:endParaRPr>
          </a:p>
          <a:p>
            <a:endParaRPr lang="pl-PL"/>
          </a:p>
          <a:p>
            <a:endParaRPr lang="pl-PL"/>
          </a:p>
        </p:txBody>
      </p:sp>
      <p:sp>
        <p:nvSpPr>
          <p:cNvPr id="4" name="Symbol zastępczy nagłówka 3">
            <a:extLst>
              <a:ext uri="{FF2B5EF4-FFF2-40B4-BE49-F238E27FC236}">
                <a16:creationId xmlns:a16="http://schemas.microsoft.com/office/drawing/2014/main" id="{E9E45B47-6BFC-25BF-DB39-2CC9E9B780A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03BCEDA-A1E6-EA6D-56AB-85060A1FDFB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A91232C9-75B6-88ED-2EF4-7A8ADC05B16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4194FA2-6BCC-4D5E-A919-6E2014578615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290BEC1-3A19-490A-05A1-50E00DFD5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6681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9D83-77A5-A0BF-7D38-0471CACA6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8F9565A3-F317-E99D-CC70-2A1D8FD9F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FD92FF9-AF74-DF86-324B-98A07F394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l-PL">
                <a:highlight>
                  <a:srgbClr val="FFFF00"/>
                </a:highlight>
              </a:rPr>
              <a:t>Sylwia </a:t>
            </a:r>
          </a:p>
        </p:txBody>
      </p:sp>
      <p:sp>
        <p:nvSpPr>
          <p:cNvPr id="4" name="Symbol zastępczy nagłówka 3">
            <a:extLst>
              <a:ext uri="{FF2B5EF4-FFF2-40B4-BE49-F238E27FC236}">
                <a16:creationId xmlns:a16="http://schemas.microsoft.com/office/drawing/2014/main" id="{F8922639-6A59-2360-B1CF-093AB7D250D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441D8AD-F30A-69CB-8A1F-706EA809E5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8870C878-BDAD-CAE5-A4C0-20D197DA5C4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4194FA2-6BCC-4D5E-A919-6E2014578615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293F0DC-5D23-03F2-FF23-B20839679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867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F62FE-E9E2-864B-5986-99F322F9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C91AD25-7425-1D6D-0084-4189538EC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D5377CF-6C00-EA3C-2806-7A05F04EF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l-PL">
                <a:highlight>
                  <a:srgbClr val="FFFF00"/>
                </a:highlight>
              </a:rPr>
              <a:t>Sylwia </a:t>
            </a:r>
          </a:p>
        </p:txBody>
      </p:sp>
      <p:sp>
        <p:nvSpPr>
          <p:cNvPr id="4" name="Symbol zastępczy nagłówka 3">
            <a:extLst>
              <a:ext uri="{FF2B5EF4-FFF2-40B4-BE49-F238E27FC236}">
                <a16:creationId xmlns:a16="http://schemas.microsoft.com/office/drawing/2014/main" id="{ADFCF7CB-14C8-35D6-41FE-B8E1231B4BB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1C1342E-C841-BC0A-5554-FF002F825F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8569FC17-14AE-B9BC-5A31-F4A0CE5E882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4194FA2-6BCC-4D5E-A919-6E2014578615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CA6AE0D-2052-5310-9AA6-8B9A3567D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456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FA24A-3DF0-51B6-E212-447D63FA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82385-4130-F2AA-82AC-A11808BBE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F8E89-1462-FDE9-FDE6-C5AC18D75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19FB100-5BA5-819D-5193-07020EAC518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52677-2CF8-C92C-0C24-DC37DD9525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939885F-EB3D-4322-942F-425F26B2BD7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822F8-1396-45BF-3F99-2C86E2EE8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130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7E5F9-F421-8F6F-5AB5-30354088B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50EDA89-338D-7985-10B9-0B3A11B7C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552EA10-D8CB-C1AA-9A7B-322030DE9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850" dirty="0">
                <a:highlight>
                  <a:srgbClr val="FFFF00"/>
                </a:highlight>
                <a:latin typeface="Segoe UI"/>
                <a:cs typeface="Segoe UI"/>
              </a:rPr>
              <a:t>Stworzenie</a:t>
            </a:r>
            <a:r>
              <a:rPr lang="pl-PL" sz="850">
                <a:highlight>
                  <a:srgbClr val="FFFF00"/>
                </a:highlight>
                <a:latin typeface="Segoe UI"/>
                <a:cs typeface="Segoe UI"/>
              </a:rPr>
              <a:t> Polityki AI dla PJATK </a:t>
            </a:r>
            <a:r>
              <a:rPr lang="pl-PL" sz="850" err="1">
                <a:highlight>
                  <a:srgbClr val="FFFF00"/>
                </a:highlight>
                <a:latin typeface="Segoe UI"/>
                <a:cs typeface="Segoe UI"/>
              </a:rPr>
              <a:t>Retal</a:t>
            </a:r>
            <a:r>
              <a:rPr lang="pl-PL" sz="850">
                <a:highlight>
                  <a:srgbClr val="FFFF00"/>
                </a:highlight>
                <a:latin typeface="Segoe UI"/>
                <a:cs typeface="Segoe UI"/>
              </a:rPr>
              <a:t> </a:t>
            </a:r>
            <a:endParaRPr lang="pl-PL" sz="850">
              <a:highlight>
                <a:srgbClr val="FFFF00"/>
              </a:highlight>
              <a:cs typeface="Segoe UI"/>
            </a:endParaRPr>
          </a:p>
        </p:txBody>
      </p:sp>
      <p:sp>
        <p:nvSpPr>
          <p:cNvPr id="4" name="Symbol zastępczy nagłówka 3">
            <a:extLst>
              <a:ext uri="{FF2B5EF4-FFF2-40B4-BE49-F238E27FC236}">
                <a16:creationId xmlns:a16="http://schemas.microsoft.com/office/drawing/2014/main" id="{820525A4-198F-F48F-BE9E-EAE3C34EA4F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B550E53-EA2D-06DA-096B-8E4B30338F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38A08683-CBA4-5005-E983-04F2764DDCD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4194FA2-6BCC-4D5E-A919-6E2014578615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64FC93B-DB85-788F-0BAB-B3D5A09D5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574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0011-2430-135E-ECF7-0BA347880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877EC8E-516F-479F-FCF8-8CBE52B12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D3B590C-094E-D571-7360-29ABD65A6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l-PL">
                <a:highlight>
                  <a:srgbClr val="FFFF00"/>
                </a:highlight>
              </a:rPr>
              <a:t>Sylwia </a:t>
            </a:r>
          </a:p>
        </p:txBody>
      </p:sp>
      <p:sp>
        <p:nvSpPr>
          <p:cNvPr id="4" name="Symbol zastępczy nagłówka 3">
            <a:extLst>
              <a:ext uri="{FF2B5EF4-FFF2-40B4-BE49-F238E27FC236}">
                <a16:creationId xmlns:a16="http://schemas.microsoft.com/office/drawing/2014/main" id="{0488B786-EB39-042B-3216-767D353AE87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02206EE-6ED5-AB94-8A03-F23C22E7A3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C9B7F597-665A-2212-4901-4E121B4256D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4194FA2-6BCC-4D5E-A919-6E2014578615}" type="datetime8">
              <a:rPr lang="en-US" smtClean="0"/>
              <a:t>1/28/2026 11:19 AM</a:t>
            </a:fld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A38601A-BC14-2864-1817-B63A7AF60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7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5340A-39A0-12E7-A96B-915EFEE75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A8B1609-11D2-CA84-78FE-DE17E5EAA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17ADD34-E387-4161-D974-EB55ACF89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E5C4DE8-D1E9-5977-AECC-ADBB6A1A9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C0EC9-852F-434E-816E-1FB5DAA83F6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44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2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jpe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0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jpe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B1067A-E7AA-45D2-1010-A0D1FCB96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MS logo gray - EMF" descr="Microsoft logo, gray text version">
            <a:extLst>
              <a:ext uri="{FF2B5EF4-FFF2-40B4-BE49-F238E27FC236}">
                <a16:creationId xmlns:a16="http://schemas.microsoft.com/office/drawing/2014/main" id="{F37CD61D-D807-6B33-7D19-B0A417D060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4AFC23E-201F-B57E-8828-724D2D999B22}"/>
              </a:ext>
            </a:extLst>
          </p:cNvPr>
          <p:cNvSpPr/>
          <p:nvPr userDrawn="1"/>
        </p:nvSpPr>
        <p:spPr>
          <a:xfrm>
            <a:off x="529053" y="2663856"/>
            <a:ext cx="3414297" cy="1504926"/>
          </a:xfrm>
          <a:custGeom>
            <a:avLst/>
            <a:gdLst>
              <a:gd name="connsiteX0" fmla="*/ 542449 w 3308032"/>
              <a:gd name="connsiteY0" fmla="*/ 193453 h 1458087"/>
              <a:gd name="connsiteX1" fmla="*/ 543401 w 3308032"/>
              <a:gd name="connsiteY1" fmla="*/ 148971 h 1458087"/>
              <a:gd name="connsiteX2" fmla="*/ 541211 w 3308032"/>
              <a:gd name="connsiteY2" fmla="*/ 148971 h 1458087"/>
              <a:gd name="connsiteX3" fmla="*/ 534924 w 3308032"/>
              <a:gd name="connsiteY3" fmla="*/ 168497 h 1458087"/>
              <a:gd name="connsiteX4" fmla="*/ 528257 w 3308032"/>
              <a:gd name="connsiteY4" fmla="*/ 186214 h 1458087"/>
              <a:gd name="connsiteX5" fmla="*/ 374618 w 3308032"/>
              <a:gd name="connsiteY5" fmla="*/ 572834 h 1458087"/>
              <a:gd name="connsiteX6" fmla="*/ 310229 w 3308032"/>
              <a:gd name="connsiteY6" fmla="*/ 572834 h 1458087"/>
              <a:gd name="connsiteX7" fmla="*/ 155448 w 3308032"/>
              <a:gd name="connsiteY7" fmla="*/ 189643 h 1458087"/>
              <a:gd name="connsiteX8" fmla="*/ 149352 w 3308032"/>
              <a:gd name="connsiteY8" fmla="*/ 172307 h 1458087"/>
              <a:gd name="connsiteX9" fmla="*/ 141351 w 3308032"/>
              <a:gd name="connsiteY9" fmla="*/ 149066 h 1458087"/>
              <a:gd name="connsiteX10" fmla="*/ 139160 w 3308032"/>
              <a:gd name="connsiteY10" fmla="*/ 149066 h 1458087"/>
              <a:gd name="connsiteX11" fmla="*/ 140303 w 3308032"/>
              <a:gd name="connsiteY11" fmla="*/ 195739 h 1458087"/>
              <a:gd name="connsiteX12" fmla="*/ 140684 w 3308032"/>
              <a:gd name="connsiteY12" fmla="*/ 246507 h 1458087"/>
              <a:gd name="connsiteX13" fmla="*/ 140684 w 3308032"/>
              <a:gd name="connsiteY13" fmla="*/ 572834 h 1458087"/>
              <a:gd name="connsiteX14" fmla="*/ 55817 w 3308032"/>
              <a:gd name="connsiteY14" fmla="*/ 572834 h 1458087"/>
              <a:gd name="connsiteX15" fmla="*/ 55817 w 3308032"/>
              <a:gd name="connsiteY15" fmla="*/ 39243 h 1458087"/>
              <a:gd name="connsiteX16" fmla="*/ 185642 w 3308032"/>
              <a:gd name="connsiteY16" fmla="*/ 39243 h 1458087"/>
              <a:gd name="connsiteX17" fmla="*/ 322231 w 3308032"/>
              <a:gd name="connsiteY17" fmla="*/ 383381 h 1458087"/>
              <a:gd name="connsiteX18" fmla="*/ 334709 w 3308032"/>
              <a:gd name="connsiteY18" fmla="*/ 415576 h 1458087"/>
              <a:gd name="connsiteX19" fmla="*/ 343853 w 3308032"/>
              <a:gd name="connsiteY19" fmla="*/ 444817 h 1458087"/>
              <a:gd name="connsiteX20" fmla="*/ 346043 w 3308032"/>
              <a:gd name="connsiteY20" fmla="*/ 444817 h 1458087"/>
              <a:gd name="connsiteX21" fmla="*/ 358140 w 3308032"/>
              <a:gd name="connsiteY21" fmla="*/ 412433 h 1458087"/>
              <a:gd name="connsiteX22" fmla="*/ 369475 w 3308032"/>
              <a:gd name="connsiteY22" fmla="*/ 382334 h 1458087"/>
              <a:gd name="connsiteX23" fmla="*/ 507873 w 3308032"/>
              <a:gd name="connsiteY23" fmla="*/ 39243 h 1458087"/>
              <a:gd name="connsiteX24" fmla="*/ 632555 w 3308032"/>
              <a:gd name="connsiteY24" fmla="*/ 39243 h 1458087"/>
              <a:gd name="connsiteX25" fmla="*/ 632555 w 3308032"/>
              <a:gd name="connsiteY25" fmla="*/ 572834 h 1458087"/>
              <a:gd name="connsiteX26" fmla="*/ 542163 w 3308032"/>
              <a:gd name="connsiteY26" fmla="*/ 572834 h 1458087"/>
              <a:gd name="connsiteX27" fmla="*/ 542163 w 3308032"/>
              <a:gd name="connsiteY27" fmla="*/ 234220 h 1458087"/>
              <a:gd name="connsiteX28" fmla="*/ 542735 w 3308032"/>
              <a:gd name="connsiteY28" fmla="*/ 193453 h 1458087"/>
              <a:gd name="connsiteX29" fmla="*/ 768001 w 3308032"/>
              <a:gd name="connsiteY29" fmla="*/ 14383 h 1458087"/>
              <a:gd name="connsiteX30" fmla="*/ 728567 w 3308032"/>
              <a:gd name="connsiteY30" fmla="*/ 29623 h 1458087"/>
              <a:gd name="connsiteX31" fmla="*/ 713327 w 3308032"/>
              <a:gd name="connsiteY31" fmla="*/ 67247 h 1458087"/>
              <a:gd name="connsiteX32" fmla="*/ 728567 w 3308032"/>
              <a:gd name="connsiteY32" fmla="*/ 104966 h 1458087"/>
              <a:gd name="connsiteX33" fmla="*/ 768001 w 3308032"/>
              <a:gd name="connsiteY33" fmla="*/ 120777 h 1458087"/>
              <a:gd name="connsiteX34" fmla="*/ 808196 w 3308032"/>
              <a:gd name="connsiteY34" fmla="*/ 105537 h 1458087"/>
              <a:gd name="connsiteX35" fmla="*/ 823436 w 3308032"/>
              <a:gd name="connsiteY35" fmla="*/ 67627 h 1458087"/>
              <a:gd name="connsiteX36" fmla="*/ 808196 w 3308032"/>
              <a:gd name="connsiteY36" fmla="*/ 29718 h 1458087"/>
              <a:gd name="connsiteX37" fmla="*/ 768001 w 3308032"/>
              <a:gd name="connsiteY37" fmla="*/ 14478 h 1458087"/>
              <a:gd name="connsiteX38" fmla="*/ 723329 w 3308032"/>
              <a:gd name="connsiteY38" fmla="*/ 572834 h 1458087"/>
              <a:gd name="connsiteX39" fmla="*/ 812292 w 3308032"/>
              <a:gd name="connsiteY39" fmla="*/ 572834 h 1458087"/>
              <a:gd name="connsiteX40" fmla="*/ 812292 w 3308032"/>
              <a:gd name="connsiteY40" fmla="*/ 191834 h 1458087"/>
              <a:gd name="connsiteX41" fmla="*/ 723329 w 3308032"/>
              <a:gd name="connsiteY41" fmla="*/ 191834 h 1458087"/>
              <a:gd name="connsiteX42" fmla="*/ 723329 w 3308032"/>
              <a:gd name="connsiteY42" fmla="*/ 572834 h 1458087"/>
              <a:gd name="connsiteX43" fmla="*/ 1079278 w 3308032"/>
              <a:gd name="connsiteY43" fmla="*/ 581787 h 1458087"/>
              <a:gd name="connsiteX44" fmla="*/ 1169099 w 3308032"/>
              <a:gd name="connsiteY44" fmla="*/ 561689 h 1458087"/>
              <a:gd name="connsiteX45" fmla="*/ 1234726 w 3308032"/>
              <a:gd name="connsiteY45" fmla="*/ 500253 h 1458087"/>
              <a:gd name="connsiteX46" fmla="*/ 1165860 w 3308032"/>
              <a:gd name="connsiteY46" fmla="*/ 461582 h 1458087"/>
              <a:gd name="connsiteX47" fmla="*/ 1127951 w 3308032"/>
              <a:gd name="connsiteY47" fmla="*/ 497110 h 1458087"/>
              <a:gd name="connsiteX48" fmla="*/ 1081469 w 3308032"/>
              <a:gd name="connsiteY48" fmla="*/ 507683 h 1458087"/>
              <a:gd name="connsiteX49" fmla="*/ 1004126 w 3308032"/>
              <a:gd name="connsiteY49" fmla="*/ 475298 h 1458087"/>
              <a:gd name="connsiteX50" fmla="*/ 975074 w 3308032"/>
              <a:gd name="connsiteY50" fmla="*/ 383000 h 1458087"/>
              <a:gd name="connsiteX51" fmla="*/ 1004506 w 3308032"/>
              <a:gd name="connsiteY51" fmla="*/ 288512 h 1458087"/>
              <a:gd name="connsiteX52" fmla="*/ 1079278 w 3308032"/>
              <a:gd name="connsiteY52" fmla="*/ 254699 h 1458087"/>
              <a:gd name="connsiteX53" fmla="*/ 1125379 w 3308032"/>
              <a:gd name="connsiteY53" fmla="*/ 265462 h 1458087"/>
              <a:gd name="connsiteX54" fmla="*/ 1162622 w 3308032"/>
              <a:gd name="connsiteY54" fmla="*/ 301943 h 1458087"/>
              <a:gd name="connsiteX55" fmla="*/ 1232535 w 3308032"/>
              <a:gd name="connsiteY55" fmla="*/ 267367 h 1458087"/>
              <a:gd name="connsiteX56" fmla="*/ 1172432 w 3308032"/>
              <a:gd name="connsiteY56" fmla="*/ 204311 h 1458087"/>
              <a:gd name="connsiteX57" fmla="*/ 1082231 w 3308032"/>
              <a:gd name="connsiteY57" fmla="*/ 182880 h 1458087"/>
              <a:gd name="connsiteX58" fmla="*/ 939356 w 3308032"/>
              <a:gd name="connsiteY58" fmla="*/ 238125 h 1458087"/>
              <a:gd name="connsiteX59" fmla="*/ 884301 w 3308032"/>
              <a:gd name="connsiteY59" fmla="*/ 389001 h 1458087"/>
              <a:gd name="connsiteX60" fmla="*/ 936022 w 3308032"/>
              <a:gd name="connsiteY60" fmla="*/ 528923 h 1458087"/>
              <a:gd name="connsiteX61" fmla="*/ 1079278 w 3308032"/>
              <a:gd name="connsiteY61" fmla="*/ 581787 h 1458087"/>
              <a:gd name="connsiteX62" fmla="*/ 1393031 w 3308032"/>
              <a:gd name="connsiteY62" fmla="*/ 384524 h 1458087"/>
              <a:gd name="connsiteX63" fmla="*/ 1416653 w 3308032"/>
              <a:gd name="connsiteY63" fmla="*/ 296323 h 1458087"/>
              <a:gd name="connsiteX64" fmla="*/ 1478566 w 3308032"/>
              <a:gd name="connsiteY64" fmla="*/ 262795 h 1458087"/>
              <a:gd name="connsiteX65" fmla="*/ 1501807 w 3308032"/>
              <a:gd name="connsiteY65" fmla="*/ 265176 h 1458087"/>
              <a:gd name="connsiteX66" fmla="*/ 1523619 w 3308032"/>
              <a:gd name="connsiteY66" fmla="*/ 271653 h 1458087"/>
              <a:gd name="connsiteX67" fmla="*/ 1547432 w 3308032"/>
              <a:gd name="connsiteY67" fmla="*/ 195739 h 1458087"/>
              <a:gd name="connsiteX68" fmla="*/ 1521047 w 3308032"/>
              <a:gd name="connsiteY68" fmla="*/ 187166 h 1458087"/>
              <a:gd name="connsiteX69" fmla="*/ 1494282 w 3308032"/>
              <a:gd name="connsiteY69" fmla="*/ 184975 h 1458087"/>
              <a:gd name="connsiteX70" fmla="*/ 1433989 w 3308032"/>
              <a:gd name="connsiteY70" fmla="*/ 204502 h 1458087"/>
              <a:gd name="connsiteX71" fmla="*/ 1394555 w 3308032"/>
              <a:gd name="connsiteY71" fmla="*/ 260509 h 1458087"/>
              <a:gd name="connsiteX72" fmla="*/ 1393031 w 3308032"/>
              <a:gd name="connsiteY72" fmla="*/ 260509 h 1458087"/>
              <a:gd name="connsiteX73" fmla="*/ 1393031 w 3308032"/>
              <a:gd name="connsiteY73" fmla="*/ 191643 h 1458087"/>
              <a:gd name="connsiteX74" fmla="*/ 1304068 w 3308032"/>
              <a:gd name="connsiteY74" fmla="*/ 191643 h 1458087"/>
              <a:gd name="connsiteX75" fmla="*/ 1304068 w 3308032"/>
              <a:gd name="connsiteY75" fmla="*/ 572643 h 1458087"/>
              <a:gd name="connsiteX76" fmla="*/ 1393031 w 3308032"/>
              <a:gd name="connsiteY76" fmla="*/ 572643 h 1458087"/>
              <a:gd name="connsiteX77" fmla="*/ 1393031 w 3308032"/>
              <a:gd name="connsiteY77" fmla="*/ 384334 h 1458087"/>
              <a:gd name="connsiteX78" fmla="*/ 1621917 w 3308032"/>
              <a:gd name="connsiteY78" fmla="*/ 528542 h 1458087"/>
              <a:gd name="connsiteX79" fmla="*/ 1568482 w 3308032"/>
              <a:gd name="connsiteY79" fmla="*/ 385286 h 1458087"/>
              <a:gd name="connsiteX80" fmla="*/ 1625060 w 3308032"/>
              <a:gd name="connsiteY80" fmla="*/ 238506 h 1458087"/>
              <a:gd name="connsiteX81" fmla="*/ 1771269 w 3308032"/>
              <a:gd name="connsiteY81" fmla="*/ 182880 h 1458087"/>
              <a:gd name="connsiteX82" fmla="*/ 1914335 w 3308032"/>
              <a:gd name="connsiteY82" fmla="*/ 237554 h 1458087"/>
              <a:gd name="connsiteX83" fmla="*/ 1966627 w 3308032"/>
              <a:gd name="connsiteY83" fmla="*/ 378905 h 1458087"/>
              <a:gd name="connsiteX84" fmla="*/ 1911572 w 3308032"/>
              <a:gd name="connsiteY84" fmla="*/ 524542 h 1458087"/>
              <a:gd name="connsiteX85" fmla="*/ 1766126 w 3308032"/>
              <a:gd name="connsiteY85" fmla="*/ 581692 h 1458087"/>
              <a:gd name="connsiteX86" fmla="*/ 1621917 w 3308032"/>
              <a:gd name="connsiteY86" fmla="*/ 528447 h 1458087"/>
              <a:gd name="connsiteX87" fmla="*/ 1659350 w 3308032"/>
              <a:gd name="connsiteY87" fmla="*/ 383477 h 1458087"/>
              <a:gd name="connsiteX88" fmla="*/ 1688973 w 3308032"/>
              <a:gd name="connsiteY88" fmla="*/ 476155 h 1458087"/>
              <a:gd name="connsiteX89" fmla="*/ 1769555 w 3308032"/>
              <a:gd name="connsiteY89" fmla="*/ 509969 h 1458087"/>
              <a:gd name="connsiteX90" fmla="*/ 1847850 w 3308032"/>
              <a:gd name="connsiteY90" fmla="*/ 475012 h 1458087"/>
              <a:gd name="connsiteX91" fmla="*/ 1875568 w 3308032"/>
              <a:gd name="connsiteY91" fmla="*/ 381286 h 1458087"/>
              <a:gd name="connsiteX92" fmla="*/ 1847660 w 3308032"/>
              <a:gd name="connsiteY92" fmla="*/ 289750 h 1458087"/>
              <a:gd name="connsiteX93" fmla="*/ 1769174 w 3308032"/>
              <a:gd name="connsiteY93" fmla="*/ 255175 h 1458087"/>
              <a:gd name="connsiteX94" fmla="*/ 1689354 w 3308032"/>
              <a:gd name="connsiteY94" fmla="*/ 290894 h 1458087"/>
              <a:gd name="connsiteX95" fmla="*/ 1659446 w 3308032"/>
              <a:gd name="connsiteY95" fmla="*/ 383572 h 1458087"/>
              <a:gd name="connsiteX96" fmla="*/ 2267426 w 3308032"/>
              <a:gd name="connsiteY96" fmla="*/ 547878 h 1458087"/>
              <a:gd name="connsiteX97" fmla="*/ 2308003 w 3308032"/>
              <a:gd name="connsiteY97" fmla="*/ 458915 h 1458087"/>
              <a:gd name="connsiteX98" fmla="*/ 2276761 w 3308032"/>
              <a:gd name="connsiteY98" fmla="*/ 380048 h 1458087"/>
              <a:gd name="connsiteX99" fmla="*/ 2182273 w 3308032"/>
              <a:gd name="connsiteY99" fmla="*/ 339471 h 1458087"/>
              <a:gd name="connsiteX100" fmla="*/ 2127028 w 3308032"/>
              <a:gd name="connsiteY100" fmla="*/ 321278 h 1458087"/>
              <a:gd name="connsiteX101" fmla="*/ 2112359 w 3308032"/>
              <a:gd name="connsiteY101" fmla="*/ 292227 h 1458087"/>
              <a:gd name="connsiteX102" fmla="*/ 2126456 w 3308032"/>
              <a:gd name="connsiteY102" fmla="*/ 261366 h 1458087"/>
              <a:gd name="connsiteX103" fmla="*/ 2167795 w 3308032"/>
              <a:gd name="connsiteY103" fmla="*/ 249460 h 1458087"/>
              <a:gd name="connsiteX104" fmla="*/ 2211515 w 3308032"/>
              <a:gd name="connsiteY104" fmla="*/ 258413 h 1458087"/>
              <a:gd name="connsiteX105" fmla="*/ 2247043 w 3308032"/>
              <a:gd name="connsiteY105" fmla="*/ 285179 h 1458087"/>
              <a:gd name="connsiteX106" fmla="*/ 2298764 w 3308032"/>
              <a:gd name="connsiteY106" fmla="*/ 238316 h 1458087"/>
              <a:gd name="connsiteX107" fmla="*/ 2243328 w 3308032"/>
              <a:gd name="connsiteY107" fmla="*/ 196596 h 1458087"/>
              <a:gd name="connsiteX108" fmla="*/ 2170367 w 3308032"/>
              <a:gd name="connsiteY108" fmla="*/ 182785 h 1458087"/>
              <a:gd name="connsiteX109" fmla="*/ 2069211 w 3308032"/>
              <a:gd name="connsiteY109" fmla="*/ 214598 h 1458087"/>
              <a:gd name="connsiteX110" fmla="*/ 2029015 w 3308032"/>
              <a:gd name="connsiteY110" fmla="*/ 302228 h 1458087"/>
              <a:gd name="connsiteX111" fmla="*/ 2058638 w 3308032"/>
              <a:gd name="connsiteY111" fmla="*/ 375380 h 1458087"/>
              <a:gd name="connsiteX112" fmla="*/ 2163032 w 3308032"/>
              <a:gd name="connsiteY112" fmla="*/ 417957 h 1458087"/>
              <a:gd name="connsiteX113" fmla="*/ 2208943 w 3308032"/>
              <a:gd name="connsiteY113" fmla="*/ 435959 h 1458087"/>
              <a:gd name="connsiteX114" fmla="*/ 2224373 w 3308032"/>
              <a:gd name="connsiteY114" fmla="*/ 467011 h 1458087"/>
              <a:gd name="connsiteX115" fmla="*/ 2207990 w 3308032"/>
              <a:gd name="connsiteY115" fmla="*/ 502158 h 1458087"/>
              <a:gd name="connsiteX116" fmla="*/ 2162271 w 3308032"/>
              <a:gd name="connsiteY116" fmla="*/ 514636 h 1458087"/>
              <a:gd name="connsiteX117" fmla="*/ 2112645 w 3308032"/>
              <a:gd name="connsiteY117" fmla="*/ 502920 h 1458087"/>
              <a:gd name="connsiteX118" fmla="*/ 2068163 w 3308032"/>
              <a:gd name="connsiteY118" fmla="*/ 463677 h 1458087"/>
              <a:gd name="connsiteX119" fmla="*/ 2014633 w 3308032"/>
              <a:gd name="connsiteY119" fmla="*/ 511683 h 1458087"/>
              <a:gd name="connsiteX120" fmla="*/ 2074926 w 3308032"/>
              <a:gd name="connsiteY120" fmla="*/ 563785 h 1458087"/>
              <a:gd name="connsiteX121" fmla="*/ 2161604 w 3308032"/>
              <a:gd name="connsiteY121" fmla="*/ 581692 h 1458087"/>
              <a:gd name="connsiteX122" fmla="*/ 2267617 w 3308032"/>
              <a:gd name="connsiteY122" fmla="*/ 547878 h 1458087"/>
              <a:gd name="connsiteX123" fmla="*/ 2717292 w 3308032"/>
              <a:gd name="connsiteY123" fmla="*/ 237554 h 1458087"/>
              <a:gd name="connsiteX124" fmla="*/ 2769584 w 3308032"/>
              <a:gd name="connsiteY124" fmla="*/ 378905 h 1458087"/>
              <a:gd name="connsiteX125" fmla="*/ 2714530 w 3308032"/>
              <a:gd name="connsiteY125" fmla="*/ 524542 h 1458087"/>
              <a:gd name="connsiteX126" fmla="*/ 2569083 w 3308032"/>
              <a:gd name="connsiteY126" fmla="*/ 581692 h 1458087"/>
              <a:gd name="connsiteX127" fmla="*/ 2424875 w 3308032"/>
              <a:gd name="connsiteY127" fmla="*/ 528447 h 1458087"/>
              <a:gd name="connsiteX128" fmla="*/ 2371439 w 3308032"/>
              <a:gd name="connsiteY128" fmla="*/ 385191 h 1458087"/>
              <a:gd name="connsiteX129" fmla="*/ 2428018 w 3308032"/>
              <a:gd name="connsiteY129" fmla="*/ 238411 h 1458087"/>
              <a:gd name="connsiteX130" fmla="*/ 2574227 w 3308032"/>
              <a:gd name="connsiteY130" fmla="*/ 182785 h 1458087"/>
              <a:gd name="connsiteX131" fmla="*/ 2717292 w 3308032"/>
              <a:gd name="connsiteY131" fmla="*/ 237458 h 1458087"/>
              <a:gd name="connsiteX132" fmla="*/ 2678430 w 3308032"/>
              <a:gd name="connsiteY132" fmla="*/ 381191 h 1458087"/>
              <a:gd name="connsiteX133" fmla="*/ 2650522 w 3308032"/>
              <a:gd name="connsiteY133" fmla="*/ 289655 h 1458087"/>
              <a:gd name="connsiteX134" fmla="*/ 2572036 w 3308032"/>
              <a:gd name="connsiteY134" fmla="*/ 255079 h 1458087"/>
              <a:gd name="connsiteX135" fmla="*/ 2492216 w 3308032"/>
              <a:gd name="connsiteY135" fmla="*/ 290798 h 1458087"/>
              <a:gd name="connsiteX136" fmla="*/ 2462308 w 3308032"/>
              <a:gd name="connsiteY136" fmla="*/ 383477 h 1458087"/>
              <a:gd name="connsiteX137" fmla="*/ 2491931 w 3308032"/>
              <a:gd name="connsiteY137" fmla="*/ 476155 h 1458087"/>
              <a:gd name="connsiteX138" fmla="*/ 2572512 w 3308032"/>
              <a:gd name="connsiteY138" fmla="*/ 509969 h 1458087"/>
              <a:gd name="connsiteX139" fmla="*/ 2650808 w 3308032"/>
              <a:gd name="connsiteY139" fmla="*/ 475012 h 1458087"/>
              <a:gd name="connsiteX140" fmla="*/ 2678525 w 3308032"/>
              <a:gd name="connsiteY140" fmla="*/ 381286 h 1458087"/>
              <a:gd name="connsiteX141" fmla="*/ 3280410 w 3308032"/>
              <a:gd name="connsiteY141" fmla="*/ 494729 h 1458087"/>
              <a:gd name="connsiteX142" fmla="*/ 3257360 w 3308032"/>
              <a:gd name="connsiteY142" fmla="*/ 507397 h 1458087"/>
              <a:gd name="connsiteX143" fmla="*/ 3236500 w 3308032"/>
              <a:gd name="connsiteY143" fmla="*/ 511112 h 1458087"/>
              <a:gd name="connsiteX144" fmla="*/ 3205258 w 3308032"/>
              <a:gd name="connsiteY144" fmla="*/ 497872 h 1458087"/>
              <a:gd name="connsiteX145" fmla="*/ 3194114 w 3308032"/>
              <a:gd name="connsiteY145" fmla="*/ 456724 h 1458087"/>
              <a:gd name="connsiteX146" fmla="*/ 3194114 w 3308032"/>
              <a:gd name="connsiteY146" fmla="*/ 260985 h 1458087"/>
              <a:gd name="connsiteX147" fmla="*/ 3291269 w 3308032"/>
              <a:gd name="connsiteY147" fmla="*/ 260985 h 1458087"/>
              <a:gd name="connsiteX148" fmla="*/ 3291269 w 3308032"/>
              <a:gd name="connsiteY148" fmla="*/ 191738 h 1458087"/>
              <a:gd name="connsiteX149" fmla="*/ 3194114 w 3308032"/>
              <a:gd name="connsiteY149" fmla="*/ 191738 h 1458087"/>
              <a:gd name="connsiteX150" fmla="*/ 3194114 w 3308032"/>
              <a:gd name="connsiteY150" fmla="*/ 82677 h 1458087"/>
              <a:gd name="connsiteX151" fmla="*/ 3105150 w 3308032"/>
              <a:gd name="connsiteY151" fmla="*/ 98298 h 1458087"/>
              <a:gd name="connsiteX152" fmla="*/ 3105150 w 3308032"/>
              <a:gd name="connsiteY152" fmla="*/ 191643 h 1458087"/>
              <a:gd name="connsiteX153" fmla="*/ 2957227 w 3308032"/>
              <a:gd name="connsiteY153" fmla="*/ 191643 h 1458087"/>
              <a:gd name="connsiteX154" fmla="*/ 2957227 w 3308032"/>
              <a:gd name="connsiteY154" fmla="*/ 130969 h 1458087"/>
              <a:gd name="connsiteX155" fmla="*/ 2970086 w 3308032"/>
              <a:gd name="connsiteY155" fmla="*/ 86297 h 1458087"/>
              <a:gd name="connsiteX156" fmla="*/ 3006757 w 3308032"/>
              <a:gd name="connsiteY156" fmla="*/ 71438 h 1458087"/>
              <a:gd name="connsiteX157" fmla="*/ 3029236 w 3308032"/>
              <a:gd name="connsiteY157" fmla="*/ 74962 h 1458087"/>
              <a:gd name="connsiteX158" fmla="*/ 3049143 w 3308032"/>
              <a:gd name="connsiteY158" fmla="*/ 84868 h 1458087"/>
              <a:gd name="connsiteX159" fmla="*/ 3085624 w 3308032"/>
              <a:gd name="connsiteY159" fmla="*/ 20479 h 1458087"/>
              <a:gd name="connsiteX160" fmla="*/ 3045429 w 3308032"/>
              <a:gd name="connsiteY160" fmla="*/ 5048 h 1458087"/>
              <a:gd name="connsiteX161" fmla="*/ 3003042 w 3308032"/>
              <a:gd name="connsiteY161" fmla="*/ 0 h 1458087"/>
              <a:gd name="connsiteX162" fmla="*/ 2903887 w 3308032"/>
              <a:gd name="connsiteY162" fmla="*/ 34957 h 1458087"/>
              <a:gd name="connsiteX163" fmla="*/ 2868740 w 3308032"/>
              <a:gd name="connsiteY163" fmla="*/ 130207 h 1458087"/>
              <a:gd name="connsiteX164" fmla="*/ 2868740 w 3308032"/>
              <a:gd name="connsiteY164" fmla="*/ 191643 h 1458087"/>
              <a:gd name="connsiteX165" fmla="*/ 2803970 w 3308032"/>
              <a:gd name="connsiteY165" fmla="*/ 191643 h 1458087"/>
              <a:gd name="connsiteX166" fmla="*/ 2803970 w 3308032"/>
              <a:gd name="connsiteY166" fmla="*/ 260890 h 1458087"/>
              <a:gd name="connsiteX167" fmla="*/ 2868740 w 3308032"/>
              <a:gd name="connsiteY167" fmla="*/ 260890 h 1458087"/>
              <a:gd name="connsiteX168" fmla="*/ 2868740 w 3308032"/>
              <a:gd name="connsiteY168" fmla="*/ 572643 h 1458087"/>
              <a:gd name="connsiteX169" fmla="*/ 2957322 w 3308032"/>
              <a:gd name="connsiteY169" fmla="*/ 572643 h 1458087"/>
              <a:gd name="connsiteX170" fmla="*/ 2957322 w 3308032"/>
              <a:gd name="connsiteY170" fmla="*/ 260890 h 1458087"/>
              <a:gd name="connsiteX171" fmla="*/ 3105246 w 3308032"/>
              <a:gd name="connsiteY171" fmla="*/ 260890 h 1458087"/>
              <a:gd name="connsiteX172" fmla="*/ 3105246 w 3308032"/>
              <a:gd name="connsiteY172" fmla="*/ 469297 h 1458087"/>
              <a:gd name="connsiteX173" fmla="*/ 3133535 w 3308032"/>
              <a:gd name="connsiteY173" fmla="*/ 553022 h 1458087"/>
              <a:gd name="connsiteX174" fmla="*/ 3218021 w 3308032"/>
              <a:gd name="connsiteY174" fmla="*/ 581692 h 1458087"/>
              <a:gd name="connsiteX175" fmla="*/ 3269171 w 3308032"/>
              <a:gd name="connsiteY175" fmla="*/ 574453 h 1458087"/>
              <a:gd name="connsiteX176" fmla="*/ 3308033 w 3308032"/>
              <a:gd name="connsiteY176" fmla="*/ 554926 h 1458087"/>
              <a:gd name="connsiteX177" fmla="*/ 3280505 w 3308032"/>
              <a:gd name="connsiteY177" fmla="*/ 494633 h 1458087"/>
              <a:gd name="connsiteX178" fmla="*/ 301181 w 3308032"/>
              <a:gd name="connsiteY178" fmla="*/ 915543 h 1458087"/>
              <a:gd name="connsiteX179" fmla="*/ 497300 w 3308032"/>
              <a:gd name="connsiteY179" fmla="*/ 1449134 h 1458087"/>
              <a:gd name="connsiteX180" fmla="*/ 399860 w 3308032"/>
              <a:gd name="connsiteY180" fmla="*/ 1449134 h 1458087"/>
              <a:gd name="connsiteX181" fmla="*/ 354139 w 3308032"/>
              <a:gd name="connsiteY181" fmla="*/ 1324166 h 1458087"/>
              <a:gd name="connsiteX182" fmla="*/ 140970 w 3308032"/>
              <a:gd name="connsiteY182" fmla="*/ 1324166 h 1458087"/>
              <a:gd name="connsiteX183" fmla="*/ 97441 w 3308032"/>
              <a:gd name="connsiteY183" fmla="*/ 1449134 h 1458087"/>
              <a:gd name="connsiteX184" fmla="*/ 0 w 3308032"/>
              <a:gd name="connsiteY184" fmla="*/ 1449134 h 1458087"/>
              <a:gd name="connsiteX185" fmla="*/ 197930 w 3308032"/>
              <a:gd name="connsiteY185" fmla="*/ 915543 h 1458087"/>
              <a:gd name="connsiteX186" fmla="*/ 301371 w 3308032"/>
              <a:gd name="connsiteY186" fmla="*/ 915543 h 1458087"/>
              <a:gd name="connsiteX187" fmla="*/ 329851 w 3308032"/>
              <a:gd name="connsiteY187" fmla="*/ 1247108 h 1458087"/>
              <a:gd name="connsiteX188" fmla="*/ 257651 w 3308032"/>
              <a:gd name="connsiteY188" fmla="*/ 1037654 h 1458087"/>
              <a:gd name="connsiteX189" fmla="*/ 252984 w 3308032"/>
              <a:gd name="connsiteY189" fmla="*/ 1022795 h 1458087"/>
              <a:gd name="connsiteX190" fmla="*/ 248317 w 3308032"/>
              <a:gd name="connsiteY190" fmla="*/ 1006412 h 1458087"/>
              <a:gd name="connsiteX191" fmla="*/ 246126 w 3308032"/>
              <a:gd name="connsiteY191" fmla="*/ 1006412 h 1458087"/>
              <a:gd name="connsiteX192" fmla="*/ 241459 w 3308032"/>
              <a:gd name="connsiteY192" fmla="*/ 1022223 h 1458087"/>
              <a:gd name="connsiteX193" fmla="*/ 236411 w 3308032"/>
              <a:gd name="connsiteY193" fmla="*/ 1037654 h 1458087"/>
              <a:gd name="connsiteX194" fmla="*/ 164973 w 3308032"/>
              <a:gd name="connsiteY194" fmla="*/ 1247108 h 1458087"/>
              <a:gd name="connsiteX195" fmla="*/ 329756 w 3308032"/>
              <a:gd name="connsiteY195" fmla="*/ 1247108 h 1458087"/>
              <a:gd name="connsiteX196" fmla="*/ 557403 w 3308032"/>
              <a:gd name="connsiteY196" fmla="*/ 1449134 h 1458087"/>
              <a:gd name="connsiteX197" fmla="*/ 648557 w 3308032"/>
              <a:gd name="connsiteY197" fmla="*/ 1449134 h 1458087"/>
              <a:gd name="connsiteX198" fmla="*/ 648557 w 3308032"/>
              <a:gd name="connsiteY198" fmla="*/ 915543 h 1458087"/>
              <a:gd name="connsiteX199" fmla="*/ 557403 w 3308032"/>
              <a:gd name="connsiteY199" fmla="*/ 915543 h 1458087"/>
              <a:gd name="connsiteX200" fmla="*/ 557403 w 3308032"/>
              <a:gd name="connsiteY200" fmla="*/ 1449134 h 1458087"/>
              <a:gd name="connsiteX201" fmla="*/ 1271778 w 3308032"/>
              <a:gd name="connsiteY201" fmla="*/ 915543 h 1458087"/>
              <a:gd name="connsiteX202" fmla="*/ 883730 w 3308032"/>
              <a:gd name="connsiteY202" fmla="*/ 915543 h 1458087"/>
              <a:gd name="connsiteX203" fmla="*/ 883730 w 3308032"/>
              <a:gd name="connsiteY203" fmla="*/ 992600 h 1458087"/>
              <a:gd name="connsiteX204" fmla="*/ 1031843 w 3308032"/>
              <a:gd name="connsiteY204" fmla="*/ 992600 h 1458087"/>
              <a:gd name="connsiteX205" fmla="*/ 1031843 w 3308032"/>
              <a:gd name="connsiteY205" fmla="*/ 1449134 h 1458087"/>
              <a:gd name="connsiteX206" fmla="*/ 1122998 w 3308032"/>
              <a:gd name="connsiteY206" fmla="*/ 1449134 h 1458087"/>
              <a:gd name="connsiteX207" fmla="*/ 1122998 w 3308032"/>
              <a:gd name="connsiteY207" fmla="*/ 992600 h 1458087"/>
              <a:gd name="connsiteX208" fmla="*/ 1271778 w 3308032"/>
              <a:gd name="connsiteY208" fmla="*/ 992600 h 1458087"/>
              <a:gd name="connsiteX209" fmla="*/ 1271778 w 3308032"/>
              <a:gd name="connsiteY209" fmla="*/ 915543 h 1458087"/>
              <a:gd name="connsiteX210" fmla="*/ 1581340 w 3308032"/>
              <a:gd name="connsiteY210" fmla="*/ 1113854 h 1458087"/>
              <a:gd name="connsiteX211" fmla="*/ 1633633 w 3308032"/>
              <a:gd name="connsiteY211" fmla="*/ 1255205 h 1458087"/>
              <a:gd name="connsiteX212" fmla="*/ 1578578 w 3308032"/>
              <a:gd name="connsiteY212" fmla="*/ 1400842 h 1458087"/>
              <a:gd name="connsiteX213" fmla="*/ 1433132 w 3308032"/>
              <a:gd name="connsiteY213" fmla="*/ 1457992 h 1458087"/>
              <a:gd name="connsiteX214" fmla="*/ 1288923 w 3308032"/>
              <a:gd name="connsiteY214" fmla="*/ 1404747 h 1458087"/>
              <a:gd name="connsiteX215" fmla="*/ 1235488 w 3308032"/>
              <a:gd name="connsiteY215" fmla="*/ 1261491 h 1458087"/>
              <a:gd name="connsiteX216" fmla="*/ 1292066 w 3308032"/>
              <a:gd name="connsiteY216" fmla="*/ 1114711 h 1458087"/>
              <a:gd name="connsiteX217" fmla="*/ 1438275 w 3308032"/>
              <a:gd name="connsiteY217" fmla="*/ 1059085 h 1458087"/>
              <a:gd name="connsiteX218" fmla="*/ 1581340 w 3308032"/>
              <a:gd name="connsiteY218" fmla="*/ 1113758 h 1458087"/>
              <a:gd name="connsiteX219" fmla="*/ 1542479 w 3308032"/>
              <a:gd name="connsiteY219" fmla="*/ 1257491 h 1458087"/>
              <a:gd name="connsiteX220" fmla="*/ 1514570 w 3308032"/>
              <a:gd name="connsiteY220" fmla="*/ 1165955 h 1458087"/>
              <a:gd name="connsiteX221" fmla="*/ 1436084 w 3308032"/>
              <a:gd name="connsiteY221" fmla="*/ 1131380 h 1458087"/>
              <a:gd name="connsiteX222" fmla="*/ 1356265 w 3308032"/>
              <a:gd name="connsiteY222" fmla="*/ 1167098 h 1458087"/>
              <a:gd name="connsiteX223" fmla="*/ 1326356 w 3308032"/>
              <a:gd name="connsiteY223" fmla="*/ 1259777 h 1458087"/>
              <a:gd name="connsiteX224" fmla="*/ 1355979 w 3308032"/>
              <a:gd name="connsiteY224" fmla="*/ 1352455 h 1458087"/>
              <a:gd name="connsiteX225" fmla="*/ 1436561 w 3308032"/>
              <a:gd name="connsiteY225" fmla="*/ 1386269 h 1458087"/>
              <a:gd name="connsiteX226" fmla="*/ 1514856 w 3308032"/>
              <a:gd name="connsiteY226" fmla="*/ 1351312 h 1458087"/>
              <a:gd name="connsiteX227" fmla="*/ 1542574 w 3308032"/>
              <a:gd name="connsiteY227" fmla="*/ 1257586 h 1458087"/>
              <a:gd name="connsiteX228" fmla="*/ 1951577 w 3308032"/>
              <a:gd name="connsiteY228" fmla="*/ 1285399 h 1458087"/>
              <a:gd name="connsiteX229" fmla="*/ 1926622 w 3308032"/>
              <a:gd name="connsiteY229" fmla="*/ 1357598 h 1458087"/>
              <a:gd name="connsiteX230" fmla="*/ 1862233 w 3308032"/>
              <a:gd name="connsiteY230" fmla="*/ 1386269 h 1458087"/>
              <a:gd name="connsiteX231" fmla="*/ 1805273 w 3308032"/>
              <a:gd name="connsiteY231" fmla="*/ 1362266 h 1458087"/>
              <a:gd name="connsiteX232" fmla="*/ 1787081 w 3308032"/>
              <a:gd name="connsiteY232" fmla="*/ 1290638 h 1458087"/>
              <a:gd name="connsiteX233" fmla="*/ 1787081 w 3308032"/>
              <a:gd name="connsiteY233" fmla="*/ 1068134 h 1458087"/>
              <a:gd name="connsiteX234" fmla="*/ 1698498 w 3308032"/>
              <a:gd name="connsiteY234" fmla="*/ 1068134 h 1458087"/>
              <a:gd name="connsiteX235" fmla="*/ 1698498 w 3308032"/>
              <a:gd name="connsiteY235" fmla="*/ 1302544 h 1458087"/>
              <a:gd name="connsiteX236" fmla="*/ 1732502 w 3308032"/>
              <a:gd name="connsiteY236" fmla="*/ 1418463 h 1458087"/>
              <a:gd name="connsiteX237" fmla="*/ 1833563 w 3308032"/>
              <a:gd name="connsiteY237" fmla="*/ 1458087 h 1458087"/>
              <a:gd name="connsiteX238" fmla="*/ 1899571 w 3308032"/>
              <a:gd name="connsiteY238" fmla="*/ 1441514 h 1458087"/>
              <a:gd name="connsiteX239" fmla="*/ 1949577 w 3308032"/>
              <a:gd name="connsiteY239" fmla="*/ 1397413 h 1458087"/>
              <a:gd name="connsiteX240" fmla="*/ 1951482 w 3308032"/>
              <a:gd name="connsiteY240" fmla="*/ 1397413 h 1458087"/>
              <a:gd name="connsiteX241" fmla="*/ 1951482 w 3308032"/>
              <a:gd name="connsiteY241" fmla="*/ 1449134 h 1458087"/>
              <a:gd name="connsiteX242" fmla="*/ 2040446 w 3308032"/>
              <a:gd name="connsiteY242" fmla="*/ 1449134 h 1458087"/>
              <a:gd name="connsiteX243" fmla="*/ 2040446 w 3308032"/>
              <a:gd name="connsiteY243" fmla="*/ 1068134 h 1458087"/>
              <a:gd name="connsiteX244" fmla="*/ 1951482 w 3308032"/>
              <a:gd name="connsiteY244" fmla="*/ 1068134 h 1458087"/>
              <a:gd name="connsiteX245" fmla="*/ 1951482 w 3308032"/>
              <a:gd name="connsiteY245" fmla="*/ 1285399 h 1458087"/>
              <a:gd name="connsiteX246" fmla="*/ 2326767 w 3308032"/>
              <a:gd name="connsiteY246" fmla="*/ 1061466 h 1458087"/>
              <a:gd name="connsiteX247" fmla="*/ 2266474 w 3308032"/>
              <a:gd name="connsiteY247" fmla="*/ 1080992 h 1458087"/>
              <a:gd name="connsiteX248" fmla="*/ 2227040 w 3308032"/>
              <a:gd name="connsiteY248" fmla="*/ 1136999 h 1458087"/>
              <a:gd name="connsiteX249" fmla="*/ 2225516 w 3308032"/>
              <a:gd name="connsiteY249" fmla="*/ 1136999 h 1458087"/>
              <a:gd name="connsiteX250" fmla="*/ 2225516 w 3308032"/>
              <a:gd name="connsiteY250" fmla="*/ 1068134 h 1458087"/>
              <a:gd name="connsiteX251" fmla="*/ 2136553 w 3308032"/>
              <a:gd name="connsiteY251" fmla="*/ 1068134 h 1458087"/>
              <a:gd name="connsiteX252" fmla="*/ 2136553 w 3308032"/>
              <a:gd name="connsiteY252" fmla="*/ 1449134 h 1458087"/>
              <a:gd name="connsiteX253" fmla="*/ 2225516 w 3308032"/>
              <a:gd name="connsiteY253" fmla="*/ 1449134 h 1458087"/>
              <a:gd name="connsiteX254" fmla="*/ 2225516 w 3308032"/>
              <a:gd name="connsiteY254" fmla="*/ 1260824 h 1458087"/>
              <a:gd name="connsiteX255" fmla="*/ 2249138 w 3308032"/>
              <a:gd name="connsiteY255" fmla="*/ 1172623 h 1458087"/>
              <a:gd name="connsiteX256" fmla="*/ 2311051 w 3308032"/>
              <a:gd name="connsiteY256" fmla="*/ 1139095 h 1458087"/>
              <a:gd name="connsiteX257" fmla="*/ 2334292 w 3308032"/>
              <a:gd name="connsiteY257" fmla="*/ 1141476 h 1458087"/>
              <a:gd name="connsiteX258" fmla="*/ 2356104 w 3308032"/>
              <a:gd name="connsiteY258" fmla="*/ 1147953 h 1458087"/>
              <a:gd name="connsiteX259" fmla="*/ 2379917 w 3308032"/>
              <a:gd name="connsiteY259" fmla="*/ 1072039 h 1458087"/>
              <a:gd name="connsiteX260" fmla="*/ 2353532 w 3308032"/>
              <a:gd name="connsiteY260" fmla="*/ 1063466 h 1458087"/>
              <a:gd name="connsiteX261" fmla="*/ 2326767 w 3308032"/>
              <a:gd name="connsiteY261" fmla="*/ 1061276 h 1458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</a:cxnLst>
            <a:rect l="l" t="t" r="r" b="b"/>
            <a:pathLst>
              <a:path w="3308032" h="1458087">
                <a:moveTo>
                  <a:pt x="542449" y="193453"/>
                </a:moveTo>
                <a:cubicBezTo>
                  <a:pt x="542830" y="180404"/>
                  <a:pt x="543116" y="165640"/>
                  <a:pt x="543401" y="148971"/>
                </a:cubicBezTo>
                <a:lnTo>
                  <a:pt x="541211" y="148971"/>
                </a:lnTo>
                <a:cubicBezTo>
                  <a:pt x="539020" y="156400"/>
                  <a:pt x="536829" y="162877"/>
                  <a:pt x="534924" y="168497"/>
                </a:cubicBezTo>
                <a:cubicBezTo>
                  <a:pt x="532924" y="174117"/>
                  <a:pt x="530733" y="180023"/>
                  <a:pt x="528257" y="186214"/>
                </a:cubicBezTo>
                <a:lnTo>
                  <a:pt x="374618" y="572834"/>
                </a:lnTo>
                <a:lnTo>
                  <a:pt x="310229" y="572834"/>
                </a:lnTo>
                <a:lnTo>
                  <a:pt x="155448" y="189643"/>
                </a:lnTo>
                <a:cubicBezTo>
                  <a:pt x="153448" y="183928"/>
                  <a:pt x="151447" y="178213"/>
                  <a:pt x="149352" y="172307"/>
                </a:cubicBezTo>
                <a:cubicBezTo>
                  <a:pt x="147257" y="166497"/>
                  <a:pt x="144589" y="158687"/>
                  <a:pt x="141351" y="149066"/>
                </a:cubicBezTo>
                <a:lnTo>
                  <a:pt x="139160" y="149066"/>
                </a:lnTo>
                <a:cubicBezTo>
                  <a:pt x="139637" y="164497"/>
                  <a:pt x="140018" y="180023"/>
                  <a:pt x="140303" y="195739"/>
                </a:cubicBezTo>
                <a:cubicBezTo>
                  <a:pt x="140589" y="211455"/>
                  <a:pt x="140684" y="228410"/>
                  <a:pt x="140684" y="246507"/>
                </a:cubicBezTo>
                <a:lnTo>
                  <a:pt x="140684" y="572834"/>
                </a:lnTo>
                <a:lnTo>
                  <a:pt x="55817" y="572834"/>
                </a:lnTo>
                <a:lnTo>
                  <a:pt x="55817" y="39243"/>
                </a:lnTo>
                <a:lnTo>
                  <a:pt x="185642" y="39243"/>
                </a:lnTo>
                <a:lnTo>
                  <a:pt x="322231" y="383381"/>
                </a:lnTo>
                <a:cubicBezTo>
                  <a:pt x="327470" y="396050"/>
                  <a:pt x="331565" y="406813"/>
                  <a:pt x="334709" y="415576"/>
                </a:cubicBezTo>
                <a:cubicBezTo>
                  <a:pt x="337852" y="424339"/>
                  <a:pt x="340805" y="434150"/>
                  <a:pt x="343853" y="444817"/>
                </a:cubicBezTo>
                <a:lnTo>
                  <a:pt x="346043" y="444817"/>
                </a:lnTo>
                <a:cubicBezTo>
                  <a:pt x="350520" y="432911"/>
                  <a:pt x="354520" y="422148"/>
                  <a:pt x="358140" y="412433"/>
                </a:cubicBezTo>
                <a:cubicBezTo>
                  <a:pt x="361760" y="402717"/>
                  <a:pt x="365474" y="392716"/>
                  <a:pt x="369475" y="382334"/>
                </a:cubicBezTo>
                <a:lnTo>
                  <a:pt x="507873" y="39243"/>
                </a:lnTo>
                <a:lnTo>
                  <a:pt x="632555" y="39243"/>
                </a:lnTo>
                <a:lnTo>
                  <a:pt x="632555" y="572834"/>
                </a:lnTo>
                <a:lnTo>
                  <a:pt x="542163" y="572834"/>
                </a:lnTo>
                <a:lnTo>
                  <a:pt x="542163" y="234220"/>
                </a:lnTo>
                <a:cubicBezTo>
                  <a:pt x="542163" y="220123"/>
                  <a:pt x="542354" y="206502"/>
                  <a:pt x="542735" y="193453"/>
                </a:cubicBezTo>
                <a:close/>
                <a:moveTo>
                  <a:pt x="768001" y="14383"/>
                </a:moveTo>
                <a:cubicBezTo>
                  <a:pt x="751904" y="14383"/>
                  <a:pt x="738759" y="19431"/>
                  <a:pt x="728567" y="29623"/>
                </a:cubicBezTo>
                <a:cubicBezTo>
                  <a:pt x="718376" y="39815"/>
                  <a:pt x="713327" y="52292"/>
                  <a:pt x="713327" y="67247"/>
                </a:cubicBezTo>
                <a:cubicBezTo>
                  <a:pt x="713327" y="82201"/>
                  <a:pt x="718376" y="94488"/>
                  <a:pt x="728567" y="104966"/>
                </a:cubicBezTo>
                <a:cubicBezTo>
                  <a:pt x="738759" y="115538"/>
                  <a:pt x="751904" y="120777"/>
                  <a:pt x="768001" y="120777"/>
                </a:cubicBezTo>
                <a:cubicBezTo>
                  <a:pt x="784098" y="120777"/>
                  <a:pt x="798005" y="115729"/>
                  <a:pt x="808196" y="105537"/>
                </a:cubicBezTo>
                <a:cubicBezTo>
                  <a:pt x="818388" y="95345"/>
                  <a:pt x="823436" y="82677"/>
                  <a:pt x="823436" y="67627"/>
                </a:cubicBezTo>
                <a:cubicBezTo>
                  <a:pt x="823436" y="52578"/>
                  <a:pt x="818388" y="39815"/>
                  <a:pt x="808196" y="29718"/>
                </a:cubicBezTo>
                <a:cubicBezTo>
                  <a:pt x="798005" y="19526"/>
                  <a:pt x="784669" y="14478"/>
                  <a:pt x="768001" y="14478"/>
                </a:cubicBezTo>
                <a:close/>
                <a:moveTo>
                  <a:pt x="723329" y="572834"/>
                </a:moveTo>
                <a:lnTo>
                  <a:pt x="812292" y="572834"/>
                </a:lnTo>
                <a:lnTo>
                  <a:pt x="812292" y="191834"/>
                </a:lnTo>
                <a:lnTo>
                  <a:pt x="723329" y="191834"/>
                </a:lnTo>
                <a:lnTo>
                  <a:pt x="723329" y="572834"/>
                </a:lnTo>
                <a:close/>
                <a:moveTo>
                  <a:pt x="1079278" y="581787"/>
                </a:moveTo>
                <a:cubicBezTo>
                  <a:pt x="1112234" y="581787"/>
                  <a:pt x="1142238" y="575120"/>
                  <a:pt x="1169099" y="561689"/>
                </a:cubicBezTo>
                <a:cubicBezTo>
                  <a:pt x="1195959" y="548259"/>
                  <a:pt x="1217867" y="527876"/>
                  <a:pt x="1234726" y="500253"/>
                </a:cubicBezTo>
                <a:lnTo>
                  <a:pt x="1165860" y="461582"/>
                </a:lnTo>
                <a:cubicBezTo>
                  <a:pt x="1154716" y="478250"/>
                  <a:pt x="1142048" y="490061"/>
                  <a:pt x="1127951" y="497110"/>
                </a:cubicBezTo>
                <a:cubicBezTo>
                  <a:pt x="1113854" y="504158"/>
                  <a:pt x="1098328" y="507683"/>
                  <a:pt x="1081469" y="507683"/>
                </a:cubicBezTo>
                <a:cubicBezTo>
                  <a:pt x="1049179" y="507683"/>
                  <a:pt x="1023461" y="496919"/>
                  <a:pt x="1004126" y="475298"/>
                </a:cubicBezTo>
                <a:cubicBezTo>
                  <a:pt x="984790" y="453676"/>
                  <a:pt x="975074" y="423005"/>
                  <a:pt x="975074" y="383000"/>
                </a:cubicBezTo>
                <a:cubicBezTo>
                  <a:pt x="975074" y="342995"/>
                  <a:pt x="984885" y="311087"/>
                  <a:pt x="1004506" y="288512"/>
                </a:cubicBezTo>
                <a:cubicBezTo>
                  <a:pt x="1024128" y="265938"/>
                  <a:pt x="1048988" y="254699"/>
                  <a:pt x="1079278" y="254699"/>
                </a:cubicBezTo>
                <a:cubicBezTo>
                  <a:pt x="1096613" y="254699"/>
                  <a:pt x="1112044" y="258318"/>
                  <a:pt x="1125379" y="265462"/>
                </a:cubicBezTo>
                <a:cubicBezTo>
                  <a:pt x="1138809" y="272701"/>
                  <a:pt x="1151192" y="284798"/>
                  <a:pt x="1162622" y="301943"/>
                </a:cubicBezTo>
                <a:lnTo>
                  <a:pt x="1232535" y="267367"/>
                </a:lnTo>
                <a:cubicBezTo>
                  <a:pt x="1219105" y="239554"/>
                  <a:pt x="1199102" y="218599"/>
                  <a:pt x="1172432" y="204311"/>
                </a:cubicBezTo>
                <a:cubicBezTo>
                  <a:pt x="1145762" y="190024"/>
                  <a:pt x="1115663" y="182880"/>
                  <a:pt x="1082231" y="182880"/>
                </a:cubicBezTo>
                <a:cubicBezTo>
                  <a:pt x="1023652" y="182880"/>
                  <a:pt x="976027" y="201263"/>
                  <a:pt x="939356" y="238125"/>
                </a:cubicBezTo>
                <a:cubicBezTo>
                  <a:pt x="902589" y="274987"/>
                  <a:pt x="884301" y="325279"/>
                  <a:pt x="884301" y="389001"/>
                </a:cubicBezTo>
                <a:cubicBezTo>
                  <a:pt x="884301" y="447008"/>
                  <a:pt x="901541" y="493681"/>
                  <a:pt x="936022" y="528923"/>
                </a:cubicBezTo>
                <a:cubicBezTo>
                  <a:pt x="970502" y="564166"/>
                  <a:pt x="1018223" y="581787"/>
                  <a:pt x="1079278" y="581787"/>
                </a:cubicBezTo>
                <a:close/>
                <a:moveTo>
                  <a:pt x="1393031" y="384524"/>
                </a:moveTo>
                <a:cubicBezTo>
                  <a:pt x="1393031" y="348044"/>
                  <a:pt x="1400937" y="318707"/>
                  <a:pt x="1416653" y="296323"/>
                </a:cubicBezTo>
                <a:cubicBezTo>
                  <a:pt x="1432370" y="274034"/>
                  <a:pt x="1453039" y="262795"/>
                  <a:pt x="1478566" y="262795"/>
                </a:cubicBezTo>
                <a:cubicBezTo>
                  <a:pt x="1486757" y="262795"/>
                  <a:pt x="1494473" y="263557"/>
                  <a:pt x="1501807" y="265176"/>
                </a:cubicBezTo>
                <a:cubicBezTo>
                  <a:pt x="1509141" y="266795"/>
                  <a:pt x="1516380" y="268986"/>
                  <a:pt x="1523619" y="271653"/>
                </a:cubicBezTo>
                <a:lnTo>
                  <a:pt x="1547432" y="195739"/>
                </a:lnTo>
                <a:cubicBezTo>
                  <a:pt x="1538002" y="191548"/>
                  <a:pt x="1529239" y="188690"/>
                  <a:pt x="1521047" y="187166"/>
                </a:cubicBezTo>
                <a:cubicBezTo>
                  <a:pt x="1512856" y="185642"/>
                  <a:pt x="1503902" y="184975"/>
                  <a:pt x="1494282" y="184975"/>
                </a:cubicBezTo>
                <a:cubicBezTo>
                  <a:pt x="1471422" y="184975"/>
                  <a:pt x="1451324" y="191452"/>
                  <a:pt x="1433989" y="204502"/>
                </a:cubicBezTo>
                <a:cubicBezTo>
                  <a:pt x="1416653" y="217551"/>
                  <a:pt x="1403509" y="236220"/>
                  <a:pt x="1394555" y="260509"/>
                </a:cubicBezTo>
                <a:lnTo>
                  <a:pt x="1393031" y="260509"/>
                </a:lnTo>
                <a:lnTo>
                  <a:pt x="1393031" y="191643"/>
                </a:lnTo>
                <a:lnTo>
                  <a:pt x="1304068" y="191643"/>
                </a:lnTo>
                <a:lnTo>
                  <a:pt x="1304068" y="572643"/>
                </a:lnTo>
                <a:lnTo>
                  <a:pt x="1393031" y="572643"/>
                </a:lnTo>
                <a:lnTo>
                  <a:pt x="1393031" y="384334"/>
                </a:lnTo>
                <a:close/>
                <a:moveTo>
                  <a:pt x="1621917" y="528542"/>
                </a:moveTo>
                <a:cubicBezTo>
                  <a:pt x="1586294" y="493109"/>
                  <a:pt x="1568482" y="445294"/>
                  <a:pt x="1568482" y="385286"/>
                </a:cubicBezTo>
                <a:cubicBezTo>
                  <a:pt x="1568768" y="324517"/>
                  <a:pt x="1587532" y="275558"/>
                  <a:pt x="1625060" y="238506"/>
                </a:cubicBezTo>
                <a:cubicBezTo>
                  <a:pt x="1662494" y="201454"/>
                  <a:pt x="1711262" y="182880"/>
                  <a:pt x="1771269" y="182880"/>
                </a:cubicBezTo>
                <a:cubicBezTo>
                  <a:pt x="1831277" y="182880"/>
                  <a:pt x="1879473" y="201073"/>
                  <a:pt x="1914335" y="237554"/>
                </a:cubicBezTo>
                <a:cubicBezTo>
                  <a:pt x="1949196" y="274034"/>
                  <a:pt x="1966627" y="321183"/>
                  <a:pt x="1966627" y="378905"/>
                </a:cubicBezTo>
                <a:cubicBezTo>
                  <a:pt x="1966627" y="436626"/>
                  <a:pt x="1948244" y="486537"/>
                  <a:pt x="1911572" y="524542"/>
                </a:cubicBezTo>
                <a:cubicBezTo>
                  <a:pt x="1874901" y="562642"/>
                  <a:pt x="1826324" y="581692"/>
                  <a:pt x="1766126" y="581692"/>
                </a:cubicBezTo>
                <a:cubicBezTo>
                  <a:pt x="1705928" y="581692"/>
                  <a:pt x="1657540" y="563975"/>
                  <a:pt x="1621917" y="528447"/>
                </a:cubicBezTo>
                <a:close/>
                <a:moveTo>
                  <a:pt x="1659350" y="383477"/>
                </a:moveTo>
                <a:cubicBezTo>
                  <a:pt x="1659350" y="422720"/>
                  <a:pt x="1669256" y="453580"/>
                  <a:pt x="1688973" y="476155"/>
                </a:cubicBezTo>
                <a:cubicBezTo>
                  <a:pt x="1708690" y="498729"/>
                  <a:pt x="1735550" y="509969"/>
                  <a:pt x="1769555" y="509969"/>
                </a:cubicBezTo>
                <a:cubicBezTo>
                  <a:pt x="1803559" y="509969"/>
                  <a:pt x="1829372" y="498348"/>
                  <a:pt x="1847850" y="475012"/>
                </a:cubicBezTo>
                <a:cubicBezTo>
                  <a:pt x="1866329" y="451675"/>
                  <a:pt x="1875568" y="420434"/>
                  <a:pt x="1875568" y="381286"/>
                </a:cubicBezTo>
                <a:cubicBezTo>
                  <a:pt x="1875568" y="342138"/>
                  <a:pt x="1866233" y="312801"/>
                  <a:pt x="1847660" y="289750"/>
                </a:cubicBezTo>
                <a:cubicBezTo>
                  <a:pt x="1829086" y="266700"/>
                  <a:pt x="1802892" y="255175"/>
                  <a:pt x="1769174" y="255175"/>
                </a:cubicBezTo>
                <a:cubicBezTo>
                  <a:pt x="1735455" y="255175"/>
                  <a:pt x="1709357" y="267081"/>
                  <a:pt x="1689354" y="290894"/>
                </a:cubicBezTo>
                <a:cubicBezTo>
                  <a:pt x="1669352" y="314706"/>
                  <a:pt x="1659446" y="345567"/>
                  <a:pt x="1659446" y="383572"/>
                </a:cubicBezTo>
                <a:close/>
                <a:moveTo>
                  <a:pt x="2267426" y="547878"/>
                </a:moveTo>
                <a:cubicBezTo>
                  <a:pt x="2294477" y="525304"/>
                  <a:pt x="2308003" y="495681"/>
                  <a:pt x="2308003" y="458915"/>
                </a:cubicBezTo>
                <a:cubicBezTo>
                  <a:pt x="2308003" y="426149"/>
                  <a:pt x="2297621" y="399859"/>
                  <a:pt x="2276761" y="380048"/>
                </a:cubicBezTo>
                <a:cubicBezTo>
                  <a:pt x="2255901" y="360236"/>
                  <a:pt x="2224373" y="346710"/>
                  <a:pt x="2182273" y="339471"/>
                </a:cubicBezTo>
                <a:cubicBezTo>
                  <a:pt x="2155222" y="334232"/>
                  <a:pt x="2136839" y="328232"/>
                  <a:pt x="2127028" y="321278"/>
                </a:cubicBezTo>
                <a:cubicBezTo>
                  <a:pt x="2117217" y="314325"/>
                  <a:pt x="2112359" y="304705"/>
                  <a:pt x="2112359" y="292227"/>
                </a:cubicBezTo>
                <a:cubicBezTo>
                  <a:pt x="2112359" y="279749"/>
                  <a:pt x="2117027" y="269272"/>
                  <a:pt x="2126456" y="261366"/>
                </a:cubicBezTo>
                <a:cubicBezTo>
                  <a:pt x="2135886" y="253460"/>
                  <a:pt x="2149602" y="249460"/>
                  <a:pt x="2167795" y="249460"/>
                </a:cubicBezTo>
                <a:cubicBezTo>
                  <a:pt x="2184654" y="249460"/>
                  <a:pt x="2199227" y="252413"/>
                  <a:pt x="2211515" y="258413"/>
                </a:cubicBezTo>
                <a:cubicBezTo>
                  <a:pt x="2223802" y="264414"/>
                  <a:pt x="2235613" y="273272"/>
                  <a:pt x="2247043" y="285179"/>
                </a:cubicBezTo>
                <a:lnTo>
                  <a:pt x="2298764" y="238316"/>
                </a:lnTo>
                <a:cubicBezTo>
                  <a:pt x="2284381" y="219742"/>
                  <a:pt x="2265902" y="205835"/>
                  <a:pt x="2243328" y="196596"/>
                </a:cubicBezTo>
                <a:cubicBezTo>
                  <a:pt x="2220754" y="187452"/>
                  <a:pt x="2196465" y="182785"/>
                  <a:pt x="2170367" y="182785"/>
                </a:cubicBezTo>
                <a:cubicBezTo>
                  <a:pt x="2129695" y="182785"/>
                  <a:pt x="2095976" y="193358"/>
                  <a:pt x="2069211" y="214598"/>
                </a:cubicBezTo>
                <a:cubicBezTo>
                  <a:pt x="2042446" y="235839"/>
                  <a:pt x="2029015" y="264986"/>
                  <a:pt x="2029015" y="302228"/>
                </a:cubicBezTo>
                <a:cubicBezTo>
                  <a:pt x="2029015" y="331280"/>
                  <a:pt x="2038922" y="355664"/>
                  <a:pt x="2058638" y="375380"/>
                </a:cubicBezTo>
                <a:cubicBezTo>
                  <a:pt x="2078355" y="395097"/>
                  <a:pt x="2113121" y="409289"/>
                  <a:pt x="2163032" y="417957"/>
                </a:cubicBezTo>
                <a:cubicBezTo>
                  <a:pt x="2183321" y="421672"/>
                  <a:pt x="2198656" y="427673"/>
                  <a:pt x="2208943" y="435959"/>
                </a:cubicBezTo>
                <a:cubicBezTo>
                  <a:pt x="2219230" y="444246"/>
                  <a:pt x="2224373" y="454628"/>
                  <a:pt x="2224373" y="467011"/>
                </a:cubicBezTo>
                <a:cubicBezTo>
                  <a:pt x="2224373" y="482155"/>
                  <a:pt x="2218944" y="493871"/>
                  <a:pt x="2207990" y="502158"/>
                </a:cubicBezTo>
                <a:cubicBezTo>
                  <a:pt x="2197037" y="510445"/>
                  <a:pt x="2181797" y="514636"/>
                  <a:pt x="2162271" y="514636"/>
                </a:cubicBezTo>
                <a:cubicBezTo>
                  <a:pt x="2144935" y="514636"/>
                  <a:pt x="2128361" y="510730"/>
                  <a:pt x="2112645" y="502920"/>
                </a:cubicBezTo>
                <a:cubicBezTo>
                  <a:pt x="2096929" y="495109"/>
                  <a:pt x="2082070" y="482060"/>
                  <a:pt x="2068163" y="463677"/>
                </a:cubicBezTo>
                <a:lnTo>
                  <a:pt x="2014633" y="511683"/>
                </a:lnTo>
                <a:cubicBezTo>
                  <a:pt x="2028730" y="534543"/>
                  <a:pt x="2048828" y="551879"/>
                  <a:pt x="2074926" y="563785"/>
                </a:cubicBezTo>
                <a:cubicBezTo>
                  <a:pt x="2101025" y="575691"/>
                  <a:pt x="2129885" y="581692"/>
                  <a:pt x="2161604" y="581692"/>
                </a:cubicBezTo>
                <a:cubicBezTo>
                  <a:pt x="2205228" y="581692"/>
                  <a:pt x="2240566" y="570452"/>
                  <a:pt x="2267617" y="547878"/>
                </a:cubicBezTo>
                <a:close/>
                <a:moveTo>
                  <a:pt x="2717292" y="237554"/>
                </a:moveTo>
                <a:cubicBezTo>
                  <a:pt x="2752154" y="274034"/>
                  <a:pt x="2769584" y="321183"/>
                  <a:pt x="2769584" y="378905"/>
                </a:cubicBezTo>
                <a:cubicBezTo>
                  <a:pt x="2769584" y="436626"/>
                  <a:pt x="2751201" y="486537"/>
                  <a:pt x="2714530" y="524542"/>
                </a:cubicBezTo>
                <a:cubicBezTo>
                  <a:pt x="2677859" y="562642"/>
                  <a:pt x="2629281" y="581692"/>
                  <a:pt x="2569083" y="581692"/>
                </a:cubicBezTo>
                <a:cubicBezTo>
                  <a:pt x="2508885" y="581692"/>
                  <a:pt x="2460498" y="563975"/>
                  <a:pt x="2424875" y="528447"/>
                </a:cubicBezTo>
                <a:cubicBezTo>
                  <a:pt x="2389251" y="493014"/>
                  <a:pt x="2371439" y="445199"/>
                  <a:pt x="2371439" y="385191"/>
                </a:cubicBezTo>
                <a:cubicBezTo>
                  <a:pt x="2371725" y="324422"/>
                  <a:pt x="2390489" y="275463"/>
                  <a:pt x="2428018" y="238411"/>
                </a:cubicBezTo>
                <a:cubicBezTo>
                  <a:pt x="2465451" y="201359"/>
                  <a:pt x="2514219" y="182785"/>
                  <a:pt x="2574227" y="182785"/>
                </a:cubicBezTo>
                <a:cubicBezTo>
                  <a:pt x="2634234" y="182785"/>
                  <a:pt x="2682431" y="200977"/>
                  <a:pt x="2717292" y="237458"/>
                </a:cubicBezTo>
                <a:close/>
                <a:moveTo>
                  <a:pt x="2678430" y="381191"/>
                </a:moveTo>
                <a:cubicBezTo>
                  <a:pt x="2678430" y="343281"/>
                  <a:pt x="2669096" y="312706"/>
                  <a:pt x="2650522" y="289655"/>
                </a:cubicBezTo>
                <a:cubicBezTo>
                  <a:pt x="2631948" y="266605"/>
                  <a:pt x="2605754" y="255079"/>
                  <a:pt x="2572036" y="255079"/>
                </a:cubicBezTo>
                <a:cubicBezTo>
                  <a:pt x="2538317" y="255079"/>
                  <a:pt x="2512219" y="266986"/>
                  <a:pt x="2492216" y="290798"/>
                </a:cubicBezTo>
                <a:cubicBezTo>
                  <a:pt x="2472214" y="314611"/>
                  <a:pt x="2462308" y="345472"/>
                  <a:pt x="2462308" y="383477"/>
                </a:cubicBezTo>
                <a:cubicBezTo>
                  <a:pt x="2462308" y="421481"/>
                  <a:pt x="2472214" y="453580"/>
                  <a:pt x="2491931" y="476155"/>
                </a:cubicBezTo>
                <a:cubicBezTo>
                  <a:pt x="2511647" y="498729"/>
                  <a:pt x="2538508" y="509969"/>
                  <a:pt x="2572512" y="509969"/>
                </a:cubicBezTo>
                <a:cubicBezTo>
                  <a:pt x="2606516" y="509969"/>
                  <a:pt x="2632329" y="498348"/>
                  <a:pt x="2650808" y="475012"/>
                </a:cubicBezTo>
                <a:cubicBezTo>
                  <a:pt x="2669286" y="451675"/>
                  <a:pt x="2678525" y="420434"/>
                  <a:pt x="2678525" y="381286"/>
                </a:cubicBezTo>
                <a:close/>
                <a:moveTo>
                  <a:pt x="3280410" y="494729"/>
                </a:moveTo>
                <a:cubicBezTo>
                  <a:pt x="3272028" y="500634"/>
                  <a:pt x="3264313" y="504920"/>
                  <a:pt x="3257360" y="507397"/>
                </a:cubicBezTo>
                <a:cubicBezTo>
                  <a:pt x="3250406" y="509873"/>
                  <a:pt x="3243453" y="511112"/>
                  <a:pt x="3236500" y="511112"/>
                </a:cubicBezTo>
                <a:cubicBezTo>
                  <a:pt x="3223070" y="511112"/>
                  <a:pt x="3212687" y="506730"/>
                  <a:pt x="3205258" y="497872"/>
                </a:cubicBezTo>
                <a:cubicBezTo>
                  <a:pt x="3197829" y="489109"/>
                  <a:pt x="3194114" y="475393"/>
                  <a:pt x="3194114" y="456724"/>
                </a:cubicBezTo>
                <a:lnTo>
                  <a:pt x="3194114" y="260985"/>
                </a:lnTo>
                <a:lnTo>
                  <a:pt x="3291269" y="260985"/>
                </a:lnTo>
                <a:lnTo>
                  <a:pt x="3291269" y="191738"/>
                </a:lnTo>
                <a:lnTo>
                  <a:pt x="3194114" y="191738"/>
                </a:lnTo>
                <a:lnTo>
                  <a:pt x="3194114" y="82677"/>
                </a:lnTo>
                <a:lnTo>
                  <a:pt x="3105150" y="98298"/>
                </a:lnTo>
                <a:lnTo>
                  <a:pt x="3105150" y="191643"/>
                </a:lnTo>
                <a:lnTo>
                  <a:pt x="2957227" y="191643"/>
                </a:lnTo>
                <a:lnTo>
                  <a:pt x="2957227" y="130969"/>
                </a:lnTo>
                <a:cubicBezTo>
                  <a:pt x="2957227" y="111157"/>
                  <a:pt x="2961513" y="96202"/>
                  <a:pt x="2970086" y="86297"/>
                </a:cubicBezTo>
                <a:cubicBezTo>
                  <a:pt x="2978658" y="76391"/>
                  <a:pt x="2990850" y="71438"/>
                  <a:pt x="3006757" y="71438"/>
                </a:cubicBezTo>
                <a:cubicBezTo>
                  <a:pt x="3014948" y="71438"/>
                  <a:pt x="3022473" y="72581"/>
                  <a:pt x="3029236" y="74962"/>
                </a:cubicBezTo>
                <a:cubicBezTo>
                  <a:pt x="3036094" y="77343"/>
                  <a:pt x="3042666" y="80581"/>
                  <a:pt x="3049143" y="84868"/>
                </a:cubicBezTo>
                <a:lnTo>
                  <a:pt x="3085624" y="20479"/>
                </a:lnTo>
                <a:cubicBezTo>
                  <a:pt x="3072479" y="13525"/>
                  <a:pt x="3059049" y="8382"/>
                  <a:pt x="3045429" y="5048"/>
                </a:cubicBezTo>
                <a:cubicBezTo>
                  <a:pt x="3031808" y="1715"/>
                  <a:pt x="3017615" y="0"/>
                  <a:pt x="3003042" y="0"/>
                </a:cubicBezTo>
                <a:cubicBezTo>
                  <a:pt x="2960370" y="0"/>
                  <a:pt x="2927318" y="11621"/>
                  <a:pt x="2903887" y="34957"/>
                </a:cubicBezTo>
                <a:cubicBezTo>
                  <a:pt x="2880455" y="58293"/>
                  <a:pt x="2868740" y="90011"/>
                  <a:pt x="2868740" y="130207"/>
                </a:cubicBezTo>
                <a:lnTo>
                  <a:pt x="2868740" y="191643"/>
                </a:lnTo>
                <a:lnTo>
                  <a:pt x="2803970" y="191643"/>
                </a:lnTo>
                <a:lnTo>
                  <a:pt x="2803970" y="260890"/>
                </a:lnTo>
                <a:lnTo>
                  <a:pt x="2868740" y="260890"/>
                </a:lnTo>
                <a:lnTo>
                  <a:pt x="2868740" y="572643"/>
                </a:lnTo>
                <a:lnTo>
                  <a:pt x="2957322" y="572643"/>
                </a:lnTo>
                <a:lnTo>
                  <a:pt x="2957322" y="260890"/>
                </a:lnTo>
                <a:lnTo>
                  <a:pt x="3105246" y="260890"/>
                </a:lnTo>
                <a:lnTo>
                  <a:pt x="3105246" y="469297"/>
                </a:lnTo>
                <a:cubicBezTo>
                  <a:pt x="3105246" y="505968"/>
                  <a:pt x="3114675" y="533876"/>
                  <a:pt x="3133535" y="553022"/>
                </a:cubicBezTo>
                <a:cubicBezTo>
                  <a:pt x="3152394" y="572167"/>
                  <a:pt x="3180588" y="581692"/>
                  <a:pt x="3218021" y="581692"/>
                </a:cubicBezTo>
                <a:cubicBezTo>
                  <a:pt x="3236405" y="581692"/>
                  <a:pt x="3253454" y="579311"/>
                  <a:pt x="3269171" y="574453"/>
                </a:cubicBezTo>
                <a:cubicBezTo>
                  <a:pt x="3284887" y="569595"/>
                  <a:pt x="3297841" y="563118"/>
                  <a:pt x="3308033" y="554926"/>
                </a:cubicBezTo>
                <a:lnTo>
                  <a:pt x="3280505" y="494633"/>
                </a:lnTo>
                <a:close/>
                <a:moveTo>
                  <a:pt x="301181" y="915543"/>
                </a:moveTo>
                <a:lnTo>
                  <a:pt x="497300" y="1449134"/>
                </a:lnTo>
                <a:lnTo>
                  <a:pt x="399860" y="1449134"/>
                </a:lnTo>
                <a:lnTo>
                  <a:pt x="354139" y="1324166"/>
                </a:lnTo>
                <a:lnTo>
                  <a:pt x="140970" y="1324166"/>
                </a:lnTo>
                <a:lnTo>
                  <a:pt x="97441" y="1449134"/>
                </a:lnTo>
                <a:lnTo>
                  <a:pt x="0" y="1449134"/>
                </a:lnTo>
                <a:lnTo>
                  <a:pt x="197930" y="915543"/>
                </a:lnTo>
                <a:lnTo>
                  <a:pt x="301371" y="915543"/>
                </a:lnTo>
                <a:close/>
                <a:moveTo>
                  <a:pt x="329851" y="1247108"/>
                </a:moveTo>
                <a:lnTo>
                  <a:pt x="257651" y="1037654"/>
                </a:lnTo>
                <a:cubicBezTo>
                  <a:pt x="255937" y="1032224"/>
                  <a:pt x="254318" y="1027271"/>
                  <a:pt x="252984" y="1022795"/>
                </a:cubicBezTo>
                <a:cubicBezTo>
                  <a:pt x="251651" y="1018318"/>
                  <a:pt x="250031" y="1012888"/>
                  <a:pt x="248317" y="1006412"/>
                </a:cubicBezTo>
                <a:lnTo>
                  <a:pt x="246126" y="1006412"/>
                </a:lnTo>
                <a:cubicBezTo>
                  <a:pt x="244412" y="1012317"/>
                  <a:pt x="242792" y="1017651"/>
                  <a:pt x="241459" y="1022223"/>
                </a:cubicBezTo>
                <a:cubicBezTo>
                  <a:pt x="240125" y="1026795"/>
                  <a:pt x="238411" y="1031938"/>
                  <a:pt x="236411" y="1037654"/>
                </a:cubicBezTo>
                <a:lnTo>
                  <a:pt x="164973" y="1247108"/>
                </a:lnTo>
                <a:lnTo>
                  <a:pt x="329756" y="1247108"/>
                </a:lnTo>
                <a:close/>
                <a:moveTo>
                  <a:pt x="557403" y="1449134"/>
                </a:moveTo>
                <a:lnTo>
                  <a:pt x="648557" y="1449134"/>
                </a:lnTo>
                <a:lnTo>
                  <a:pt x="648557" y="915543"/>
                </a:lnTo>
                <a:lnTo>
                  <a:pt x="557403" y="915543"/>
                </a:lnTo>
                <a:lnTo>
                  <a:pt x="557403" y="1449134"/>
                </a:lnTo>
                <a:close/>
                <a:moveTo>
                  <a:pt x="1271778" y="915543"/>
                </a:moveTo>
                <a:lnTo>
                  <a:pt x="883730" y="915543"/>
                </a:lnTo>
                <a:lnTo>
                  <a:pt x="883730" y="992600"/>
                </a:lnTo>
                <a:lnTo>
                  <a:pt x="1031843" y="992600"/>
                </a:lnTo>
                <a:lnTo>
                  <a:pt x="1031843" y="1449134"/>
                </a:lnTo>
                <a:lnTo>
                  <a:pt x="1122998" y="1449134"/>
                </a:lnTo>
                <a:lnTo>
                  <a:pt x="1122998" y="992600"/>
                </a:lnTo>
                <a:lnTo>
                  <a:pt x="1271778" y="992600"/>
                </a:lnTo>
                <a:lnTo>
                  <a:pt x="1271778" y="915543"/>
                </a:lnTo>
                <a:close/>
                <a:moveTo>
                  <a:pt x="1581340" y="1113854"/>
                </a:moveTo>
                <a:cubicBezTo>
                  <a:pt x="1616202" y="1150334"/>
                  <a:pt x="1633633" y="1197483"/>
                  <a:pt x="1633633" y="1255205"/>
                </a:cubicBezTo>
                <a:cubicBezTo>
                  <a:pt x="1633633" y="1312926"/>
                  <a:pt x="1615250" y="1362837"/>
                  <a:pt x="1578578" y="1400842"/>
                </a:cubicBezTo>
                <a:cubicBezTo>
                  <a:pt x="1541812" y="1438942"/>
                  <a:pt x="1493330" y="1457992"/>
                  <a:pt x="1433132" y="1457992"/>
                </a:cubicBezTo>
                <a:cubicBezTo>
                  <a:pt x="1372934" y="1457992"/>
                  <a:pt x="1324547" y="1440275"/>
                  <a:pt x="1288923" y="1404747"/>
                </a:cubicBezTo>
                <a:cubicBezTo>
                  <a:pt x="1253300" y="1369314"/>
                  <a:pt x="1235488" y="1321499"/>
                  <a:pt x="1235488" y="1261491"/>
                </a:cubicBezTo>
                <a:cubicBezTo>
                  <a:pt x="1235774" y="1200722"/>
                  <a:pt x="1254538" y="1151763"/>
                  <a:pt x="1292066" y="1114711"/>
                </a:cubicBezTo>
                <a:cubicBezTo>
                  <a:pt x="1329500" y="1077659"/>
                  <a:pt x="1378268" y="1059085"/>
                  <a:pt x="1438275" y="1059085"/>
                </a:cubicBezTo>
                <a:cubicBezTo>
                  <a:pt x="1498283" y="1059085"/>
                  <a:pt x="1546479" y="1077278"/>
                  <a:pt x="1581340" y="1113758"/>
                </a:cubicBezTo>
                <a:close/>
                <a:moveTo>
                  <a:pt x="1542479" y="1257491"/>
                </a:moveTo>
                <a:cubicBezTo>
                  <a:pt x="1542479" y="1219581"/>
                  <a:pt x="1533144" y="1189006"/>
                  <a:pt x="1514570" y="1165955"/>
                </a:cubicBezTo>
                <a:cubicBezTo>
                  <a:pt x="1495997" y="1142905"/>
                  <a:pt x="1469803" y="1131380"/>
                  <a:pt x="1436084" y="1131380"/>
                </a:cubicBezTo>
                <a:cubicBezTo>
                  <a:pt x="1402366" y="1131380"/>
                  <a:pt x="1376267" y="1143286"/>
                  <a:pt x="1356265" y="1167098"/>
                </a:cubicBezTo>
                <a:cubicBezTo>
                  <a:pt x="1336262" y="1190911"/>
                  <a:pt x="1326356" y="1221772"/>
                  <a:pt x="1326356" y="1259777"/>
                </a:cubicBezTo>
                <a:cubicBezTo>
                  <a:pt x="1326356" y="1297781"/>
                  <a:pt x="1336262" y="1329881"/>
                  <a:pt x="1355979" y="1352455"/>
                </a:cubicBezTo>
                <a:cubicBezTo>
                  <a:pt x="1375696" y="1375029"/>
                  <a:pt x="1402556" y="1386269"/>
                  <a:pt x="1436561" y="1386269"/>
                </a:cubicBezTo>
                <a:cubicBezTo>
                  <a:pt x="1470565" y="1386269"/>
                  <a:pt x="1496378" y="1374648"/>
                  <a:pt x="1514856" y="1351312"/>
                </a:cubicBezTo>
                <a:cubicBezTo>
                  <a:pt x="1533335" y="1327976"/>
                  <a:pt x="1542574" y="1296734"/>
                  <a:pt x="1542574" y="1257586"/>
                </a:cubicBezTo>
                <a:close/>
                <a:moveTo>
                  <a:pt x="1951577" y="1285399"/>
                </a:moveTo>
                <a:cubicBezTo>
                  <a:pt x="1951577" y="1314450"/>
                  <a:pt x="1943290" y="1338453"/>
                  <a:pt x="1926622" y="1357598"/>
                </a:cubicBezTo>
                <a:cubicBezTo>
                  <a:pt x="1910048" y="1376744"/>
                  <a:pt x="1888522" y="1386269"/>
                  <a:pt x="1862233" y="1386269"/>
                </a:cubicBezTo>
                <a:cubicBezTo>
                  <a:pt x="1835944" y="1386269"/>
                  <a:pt x="1817465" y="1378268"/>
                  <a:pt x="1805273" y="1362266"/>
                </a:cubicBezTo>
                <a:cubicBezTo>
                  <a:pt x="1793081" y="1346264"/>
                  <a:pt x="1787081" y="1322356"/>
                  <a:pt x="1787081" y="1290638"/>
                </a:cubicBezTo>
                <a:lnTo>
                  <a:pt x="1787081" y="1068134"/>
                </a:lnTo>
                <a:lnTo>
                  <a:pt x="1698498" y="1068134"/>
                </a:lnTo>
                <a:lnTo>
                  <a:pt x="1698498" y="1302544"/>
                </a:lnTo>
                <a:cubicBezTo>
                  <a:pt x="1698498" y="1353407"/>
                  <a:pt x="1709833" y="1391984"/>
                  <a:pt x="1732502" y="1418463"/>
                </a:cubicBezTo>
                <a:cubicBezTo>
                  <a:pt x="1755172" y="1444943"/>
                  <a:pt x="1788890" y="1458087"/>
                  <a:pt x="1833563" y="1458087"/>
                </a:cubicBezTo>
                <a:cubicBezTo>
                  <a:pt x="1856423" y="1458087"/>
                  <a:pt x="1878425" y="1452563"/>
                  <a:pt x="1899571" y="1441514"/>
                </a:cubicBezTo>
                <a:cubicBezTo>
                  <a:pt x="1920716" y="1430465"/>
                  <a:pt x="1937480" y="1415796"/>
                  <a:pt x="1949577" y="1397413"/>
                </a:cubicBezTo>
                <a:lnTo>
                  <a:pt x="1951482" y="1397413"/>
                </a:lnTo>
                <a:lnTo>
                  <a:pt x="1951482" y="1449134"/>
                </a:lnTo>
                <a:lnTo>
                  <a:pt x="2040446" y="1449134"/>
                </a:lnTo>
                <a:lnTo>
                  <a:pt x="2040446" y="1068134"/>
                </a:lnTo>
                <a:lnTo>
                  <a:pt x="1951482" y="1068134"/>
                </a:lnTo>
                <a:lnTo>
                  <a:pt x="1951482" y="1285399"/>
                </a:lnTo>
                <a:close/>
                <a:moveTo>
                  <a:pt x="2326767" y="1061466"/>
                </a:moveTo>
                <a:cubicBezTo>
                  <a:pt x="2303907" y="1061466"/>
                  <a:pt x="2283809" y="1067943"/>
                  <a:pt x="2266474" y="1080992"/>
                </a:cubicBezTo>
                <a:cubicBezTo>
                  <a:pt x="2249138" y="1094042"/>
                  <a:pt x="2235994" y="1112711"/>
                  <a:pt x="2227040" y="1136999"/>
                </a:cubicBezTo>
                <a:lnTo>
                  <a:pt x="2225516" y="1136999"/>
                </a:lnTo>
                <a:lnTo>
                  <a:pt x="2225516" y="1068134"/>
                </a:lnTo>
                <a:lnTo>
                  <a:pt x="2136553" y="1068134"/>
                </a:lnTo>
                <a:lnTo>
                  <a:pt x="2136553" y="1449134"/>
                </a:lnTo>
                <a:lnTo>
                  <a:pt x="2225516" y="1449134"/>
                </a:lnTo>
                <a:lnTo>
                  <a:pt x="2225516" y="1260824"/>
                </a:lnTo>
                <a:cubicBezTo>
                  <a:pt x="2225516" y="1224344"/>
                  <a:pt x="2233422" y="1195007"/>
                  <a:pt x="2249138" y="1172623"/>
                </a:cubicBezTo>
                <a:cubicBezTo>
                  <a:pt x="2264855" y="1150334"/>
                  <a:pt x="2285524" y="1139095"/>
                  <a:pt x="2311051" y="1139095"/>
                </a:cubicBezTo>
                <a:cubicBezTo>
                  <a:pt x="2319242" y="1139095"/>
                  <a:pt x="2326958" y="1139857"/>
                  <a:pt x="2334292" y="1141476"/>
                </a:cubicBezTo>
                <a:cubicBezTo>
                  <a:pt x="2341626" y="1143095"/>
                  <a:pt x="2348865" y="1145286"/>
                  <a:pt x="2356104" y="1147953"/>
                </a:cubicBezTo>
                <a:lnTo>
                  <a:pt x="2379917" y="1072039"/>
                </a:lnTo>
                <a:cubicBezTo>
                  <a:pt x="2370487" y="1067848"/>
                  <a:pt x="2361724" y="1064990"/>
                  <a:pt x="2353532" y="1063466"/>
                </a:cubicBezTo>
                <a:cubicBezTo>
                  <a:pt x="2345341" y="1061942"/>
                  <a:pt x="2336387" y="1061276"/>
                  <a:pt x="2326767" y="1061276"/>
                </a:cubicBezTo>
                <a:close/>
              </a:path>
            </a:pathLst>
          </a:custGeom>
          <a:gradFill>
            <a:gsLst>
              <a:gs pos="0">
                <a:srgbClr val="4D3677"/>
              </a:gs>
              <a:gs pos="72000">
                <a:srgbClr val="8661C5"/>
              </a:gs>
            </a:gsLst>
            <a:lin ang="2700000" scaled="0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7346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9668AE-5CD6-D782-C7B5-872E7248B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4D367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rgbClr val="091F2C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4B2684EB-34E2-E67F-1ABA-8374FB1B88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1A31B0-DA79-E282-BD21-42CF3B67D8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762"/>
            <a:ext cx="12189291" cy="68564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5AB3C7-DD87-C9B0-751D-F81E1404C8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54" y="762"/>
            <a:ext cx="12189291" cy="68564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with Paragrap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950176" cy="1107996"/>
          </a:xfrm>
        </p:spPr>
        <p:txBody>
          <a:bodyPr/>
          <a:lstStyle>
            <a:lvl1pPr>
              <a:defRPr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6C7EBF-AFFE-3D40-4782-7B50BF995D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17712"/>
            <a:ext cx="4949825" cy="425132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2700000" scaled="1"/>
                </a:gradFill>
              </a:defRPr>
            </a:lvl1pPr>
            <a:lvl2pPr marL="0" indent="0">
              <a:spcBef>
                <a:spcPts val="1200"/>
              </a:spcBef>
              <a:buNone/>
              <a:defRPr sz="2000" b="1" i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  <a:gs pos="7100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1"/>
                </a:gradFill>
                <a:latin typeface="Segoe UI Semibold" panose="020B0502040204020203" pitchFamily="34" charset="0"/>
                <a:cs typeface="Segoe UI Semibold" panose="020B0502040204020203" pitchFamily="34" charset="0"/>
              </a:defRPr>
            </a:lvl2pPr>
            <a:lvl3pPr marL="360000" indent="0">
              <a:buNone/>
              <a:defRPr sz="16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2700000" scaled="1"/>
                </a:gradFill>
              </a:defRPr>
            </a:lvl3pPr>
            <a:lvl4pPr marL="661988" indent="0">
              <a:buNone/>
              <a:defRPr sz="1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2700000" scaled="1"/>
                </a:gradFill>
              </a:defRPr>
            </a:lvl4pPr>
            <a:lvl5pPr marL="855663" indent="0">
              <a:buNone/>
              <a:defRPr sz="1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B3DDC85-DF17-CC1C-E705-862E99C762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1539" y="585787"/>
            <a:ext cx="5657850" cy="5683249"/>
          </a:xfrm>
          <a:prstGeom prst="roundRect">
            <a:avLst>
              <a:gd name="adj" fmla="val 1208"/>
            </a:avLst>
          </a:prstGeom>
          <a:solidFill>
            <a:schemeClr val="bg1"/>
          </a:solidFill>
          <a:effectLst>
            <a:outerShdw blurRad="190500" algn="ctr" rotWithShape="0">
              <a:prstClr val="black">
                <a:alpha val="10000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638027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000" y="594000"/>
            <a:ext cx="11001600" cy="900000"/>
          </a:xfrm>
        </p:spPr>
        <p:txBody>
          <a:bodyPr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999" y="1800000"/>
            <a:ext cx="11001600" cy="4464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200">
                <a:solidFill>
                  <a:schemeClr val="tx1"/>
                </a:solidFill>
              </a:defRPr>
            </a:lvl2pPr>
            <a:lvl3pPr marL="895350" indent="-266700" algn="l">
              <a:defRPr sz="2000">
                <a:solidFill>
                  <a:schemeClr val="tx1"/>
                </a:solidFill>
              </a:defRPr>
            </a:lvl3pPr>
            <a:lvl4pPr marL="1162050" indent="-266700" algn="l">
              <a:defRPr sz="1800">
                <a:solidFill>
                  <a:schemeClr val="tx1"/>
                </a:solidFill>
              </a:defRPr>
            </a:lvl4pPr>
            <a:lvl5pPr marL="1438275" indent="-276225" algn="l"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68AB2-033A-4696-8823-ADD7A3AB12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CBAED9-5BD8-4D26-85A0-F437BFCC86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824BF-3B93-454D-8CFC-2835FAC2A0AB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A95E19-9C7C-4251-9D3C-0917CF63623B}"/>
              </a:ext>
            </a:extLst>
          </p:cNvPr>
          <p:cNvSpPr txBox="1">
            <a:spLocks/>
          </p:cNvSpPr>
          <p:nvPr userDrawn="1"/>
        </p:nvSpPr>
        <p:spPr>
          <a:xfrm>
            <a:off x="7636688" y="6264000"/>
            <a:ext cx="3960000" cy="59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kern="120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Open Sans" panose="020B0606030504020204" pitchFamily="34" charset="0"/>
                <a:cs typeface="Open Sans" panose="020B0606030504020204" pitchFamily="34" charset="0"/>
              </a:rPr>
              <a:t>CMS</a:t>
            </a:r>
          </a:p>
        </p:txBody>
      </p:sp>
    </p:spTree>
    <p:extLst>
      <p:ext uri="{BB962C8B-B14F-4D97-AF65-F5344CB8AC3E}">
        <p14:creationId xmlns:p14="http://schemas.microsoft.com/office/powerpoint/2010/main" val="20213550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6EAEB1-715D-AF8F-10FB-F3D16AC485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913BA90D-EA3B-29E8-A239-C61ACB3DE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118BF19-0035-C321-183A-836CC8060775}"/>
              </a:ext>
            </a:extLst>
          </p:cNvPr>
          <p:cNvSpPr/>
          <p:nvPr userDrawn="1"/>
        </p:nvSpPr>
        <p:spPr>
          <a:xfrm>
            <a:off x="529053" y="2663856"/>
            <a:ext cx="3414297" cy="1504926"/>
          </a:xfrm>
          <a:custGeom>
            <a:avLst/>
            <a:gdLst>
              <a:gd name="connsiteX0" fmla="*/ 542449 w 3308032"/>
              <a:gd name="connsiteY0" fmla="*/ 193453 h 1458087"/>
              <a:gd name="connsiteX1" fmla="*/ 543401 w 3308032"/>
              <a:gd name="connsiteY1" fmla="*/ 148971 h 1458087"/>
              <a:gd name="connsiteX2" fmla="*/ 541211 w 3308032"/>
              <a:gd name="connsiteY2" fmla="*/ 148971 h 1458087"/>
              <a:gd name="connsiteX3" fmla="*/ 534924 w 3308032"/>
              <a:gd name="connsiteY3" fmla="*/ 168497 h 1458087"/>
              <a:gd name="connsiteX4" fmla="*/ 528257 w 3308032"/>
              <a:gd name="connsiteY4" fmla="*/ 186214 h 1458087"/>
              <a:gd name="connsiteX5" fmla="*/ 374618 w 3308032"/>
              <a:gd name="connsiteY5" fmla="*/ 572834 h 1458087"/>
              <a:gd name="connsiteX6" fmla="*/ 310229 w 3308032"/>
              <a:gd name="connsiteY6" fmla="*/ 572834 h 1458087"/>
              <a:gd name="connsiteX7" fmla="*/ 155448 w 3308032"/>
              <a:gd name="connsiteY7" fmla="*/ 189643 h 1458087"/>
              <a:gd name="connsiteX8" fmla="*/ 149352 w 3308032"/>
              <a:gd name="connsiteY8" fmla="*/ 172307 h 1458087"/>
              <a:gd name="connsiteX9" fmla="*/ 141351 w 3308032"/>
              <a:gd name="connsiteY9" fmla="*/ 149066 h 1458087"/>
              <a:gd name="connsiteX10" fmla="*/ 139160 w 3308032"/>
              <a:gd name="connsiteY10" fmla="*/ 149066 h 1458087"/>
              <a:gd name="connsiteX11" fmla="*/ 140303 w 3308032"/>
              <a:gd name="connsiteY11" fmla="*/ 195739 h 1458087"/>
              <a:gd name="connsiteX12" fmla="*/ 140684 w 3308032"/>
              <a:gd name="connsiteY12" fmla="*/ 246507 h 1458087"/>
              <a:gd name="connsiteX13" fmla="*/ 140684 w 3308032"/>
              <a:gd name="connsiteY13" fmla="*/ 572834 h 1458087"/>
              <a:gd name="connsiteX14" fmla="*/ 55817 w 3308032"/>
              <a:gd name="connsiteY14" fmla="*/ 572834 h 1458087"/>
              <a:gd name="connsiteX15" fmla="*/ 55817 w 3308032"/>
              <a:gd name="connsiteY15" fmla="*/ 39243 h 1458087"/>
              <a:gd name="connsiteX16" fmla="*/ 185642 w 3308032"/>
              <a:gd name="connsiteY16" fmla="*/ 39243 h 1458087"/>
              <a:gd name="connsiteX17" fmla="*/ 322231 w 3308032"/>
              <a:gd name="connsiteY17" fmla="*/ 383381 h 1458087"/>
              <a:gd name="connsiteX18" fmla="*/ 334709 w 3308032"/>
              <a:gd name="connsiteY18" fmla="*/ 415576 h 1458087"/>
              <a:gd name="connsiteX19" fmla="*/ 343853 w 3308032"/>
              <a:gd name="connsiteY19" fmla="*/ 444817 h 1458087"/>
              <a:gd name="connsiteX20" fmla="*/ 346043 w 3308032"/>
              <a:gd name="connsiteY20" fmla="*/ 444817 h 1458087"/>
              <a:gd name="connsiteX21" fmla="*/ 358140 w 3308032"/>
              <a:gd name="connsiteY21" fmla="*/ 412433 h 1458087"/>
              <a:gd name="connsiteX22" fmla="*/ 369475 w 3308032"/>
              <a:gd name="connsiteY22" fmla="*/ 382334 h 1458087"/>
              <a:gd name="connsiteX23" fmla="*/ 507873 w 3308032"/>
              <a:gd name="connsiteY23" fmla="*/ 39243 h 1458087"/>
              <a:gd name="connsiteX24" fmla="*/ 632555 w 3308032"/>
              <a:gd name="connsiteY24" fmla="*/ 39243 h 1458087"/>
              <a:gd name="connsiteX25" fmla="*/ 632555 w 3308032"/>
              <a:gd name="connsiteY25" fmla="*/ 572834 h 1458087"/>
              <a:gd name="connsiteX26" fmla="*/ 542163 w 3308032"/>
              <a:gd name="connsiteY26" fmla="*/ 572834 h 1458087"/>
              <a:gd name="connsiteX27" fmla="*/ 542163 w 3308032"/>
              <a:gd name="connsiteY27" fmla="*/ 234220 h 1458087"/>
              <a:gd name="connsiteX28" fmla="*/ 542735 w 3308032"/>
              <a:gd name="connsiteY28" fmla="*/ 193453 h 1458087"/>
              <a:gd name="connsiteX29" fmla="*/ 768001 w 3308032"/>
              <a:gd name="connsiteY29" fmla="*/ 14383 h 1458087"/>
              <a:gd name="connsiteX30" fmla="*/ 728567 w 3308032"/>
              <a:gd name="connsiteY30" fmla="*/ 29623 h 1458087"/>
              <a:gd name="connsiteX31" fmla="*/ 713327 w 3308032"/>
              <a:gd name="connsiteY31" fmla="*/ 67247 h 1458087"/>
              <a:gd name="connsiteX32" fmla="*/ 728567 w 3308032"/>
              <a:gd name="connsiteY32" fmla="*/ 104966 h 1458087"/>
              <a:gd name="connsiteX33" fmla="*/ 768001 w 3308032"/>
              <a:gd name="connsiteY33" fmla="*/ 120777 h 1458087"/>
              <a:gd name="connsiteX34" fmla="*/ 808196 w 3308032"/>
              <a:gd name="connsiteY34" fmla="*/ 105537 h 1458087"/>
              <a:gd name="connsiteX35" fmla="*/ 823436 w 3308032"/>
              <a:gd name="connsiteY35" fmla="*/ 67627 h 1458087"/>
              <a:gd name="connsiteX36" fmla="*/ 808196 w 3308032"/>
              <a:gd name="connsiteY36" fmla="*/ 29718 h 1458087"/>
              <a:gd name="connsiteX37" fmla="*/ 768001 w 3308032"/>
              <a:gd name="connsiteY37" fmla="*/ 14478 h 1458087"/>
              <a:gd name="connsiteX38" fmla="*/ 723329 w 3308032"/>
              <a:gd name="connsiteY38" fmla="*/ 572834 h 1458087"/>
              <a:gd name="connsiteX39" fmla="*/ 812292 w 3308032"/>
              <a:gd name="connsiteY39" fmla="*/ 572834 h 1458087"/>
              <a:gd name="connsiteX40" fmla="*/ 812292 w 3308032"/>
              <a:gd name="connsiteY40" fmla="*/ 191834 h 1458087"/>
              <a:gd name="connsiteX41" fmla="*/ 723329 w 3308032"/>
              <a:gd name="connsiteY41" fmla="*/ 191834 h 1458087"/>
              <a:gd name="connsiteX42" fmla="*/ 723329 w 3308032"/>
              <a:gd name="connsiteY42" fmla="*/ 572834 h 1458087"/>
              <a:gd name="connsiteX43" fmla="*/ 1079278 w 3308032"/>
              <a:gd name="connsiteY43" fmla="*/ 581787 h 1458087"/>
              <a:gd name="connsiteX44" fmla="*/ 1169099 w 3308032"/>
              <a:gd name="connsiteY44" fmla="*/ 561689 h 1458087"/>
              <a:gd name="connsiteX45" fmla="*/ 1234726 w 3308032"/>
              <a:gd name="connsiteY45" fmla="*/ 500253 h 1458087"/>
              <a:gd name="connsiteX46" fmla="*/ 1165860 w 3308032"/>
              <a:gd name="connsiteY46" fmla="*/ 461582 h 1458087"/>
              <a:gd name="connsiteX47" fmla="*/ 1127951 w 3308032"/>
              <a:gd name="connsiteY47" fmla="*/ 497110 h 1458087"/>
              <a:gd name="connsiteX48" fmla="*/ 1081469 w 3308032"/>
              <a:gd name="connsiteY48" fmla="*/ 507683 h 1458087"/>
              <a:gd name="connsiteX49" fmla="*/ 1004126 w 3308032"/>
              <a:gd name="connsiteY49" fmla="*/ 475298 h 1458087"/>
              <a:gd name="connsiteX50" fmla="*/ 975074 w 3308032"/>
              <a:gd name="connsiteY50" fmla="*/ 383000 h 1458087"/>
              <a:gd name="connsiteX51" fmla="*/ 1004506 w 3308032"/>
              <a:gd name="connsiteY51" fmla="*/ 288512 h 1458087"/>
              <a:gd name="connsiteX52" fmla="*/ 1079278 w 3308032"/>
              <a:gd name="connsiteY52" fmla="*/ 254699 h 1458087"/>
              <a:gd name="connsiteX53" fmla="*/ 1125379 w 3308032"/>
              <a:gd name="connsiteY53" fmla="*/ 265462 h 1458087"/>
              <a:gd name="connsiteX54" fmla="*/ 1162622 w 3308032"/>
              <a:gd name="connsiteY54" fmla="*/ 301943 h 1458087"/>
              <a:gd name="connsiteX55" fmla="*/ 1232535 w 3308032"/>
              <a:gd name="connsiteY55" fmla="*/ 267367 h 1458087"/>
              <a:gd name="connsiteX56" fmla="*/ 1172432 w 3308032"/>
              <a:gd name="connsiteY56" fmla="*/ 204311 h 1458087"/>
              <a:gd name="connsiteX57" fmla="*/ 1082231 w 3308032"/>
              <a:gd name="connsiteY57" fmla="*/ 182880 h 1458087"/>
              <a:gd name="connsiteX58" fmla="*/ 939356 w 3308032"/>
              <a:gd name="connsiteY58" fmla="*/ 238125 h 1458087"/>
              <a:gd name="connsiteX59" fmla="*/ 884301 w 3308032"/>
              <a:gd name="connsiteY59" fmla="*/ 389001 h 1458087"/>
              <a:gd name="connsiteX60" fmla="*/ 936022 w 3308032"/>
              <a:gd name="connsiteY60" fmla="*/ 528923 h 1458087"/>
              <a:gd name="connsiteX61" fmla="*/ 1079278 w 3308032"/>
              <a:gd name="connsiteY61" fmla="*/ 581787 h 1458087"/>
              <a:gd name="connsiteX62" fmla="*/ 1393031 w 3308032"/>
              <a:gd name="connsiteY62" fmla="*/ 384524 h 1458087"/>
              <a:gd name="connsiteX63" fmla="*/ 1416653 w 3308032"/>
              <a:gd name="connsiteY63" fmla="*/ 296323 h 1458087"/>
              <a:gd name="connsiteX64" fmla="*/ 1478566 w 3308032"/>
              <a:gd name="connsiteY64" fmla="*/ 262795 h 1458087"/>
              <a:gd name="connsiteX65" fmla="*/ 1501807 w 3308032"/>
              <a:gd name="connsiteY65" fmla="*/ 265176 h 1458087"/>
              <a:gd name="connsiteX66" fmla="*/ 1523619 w 3308032"/>
              <a:gd name="connsiteY66" fmla="*/ 271653 h 1458087"/>
              <a:gd name="connsiteX67" fmla="*/ 1547432 w 3308032"/>
              <a:gd name="connsiteY67" fmla="*/ 195739 h 1458087"/>
              <a:gd name="connsiteX68" fmla="*/ 1521047 w 3308032"/>
              <a:gd name="connsiteY68" fmla="*/ 187166 h 1458087"/>
              <a:gd name="connsiteX69" fmla="*/ 1494282 w 3308032"/>
              <a:gd name="connsiteY69" fmla="*/ 184975 h 1458087"/>
              <a:gd name="connsiteX70" fmla="*/ 1433989 w 3308032"/>
              <a:gd name="connsiteY70" fmla="*/ 204502 h 1458087"/>
              <a:gd name="connsiteX71" fmla="*/ 1394555 w 3308032"/>
              <a:gd name="connsiteY71" fmla="*/ 260509 h 1458087"/>
              <a:gd name="connsiteX72" fmla="*/ 1393031 w 3308032"/>
              <a:gd name="connsiteY72" fmla="*/ 260509 h 1458087"/>
              <a:gd name="connsiteX73" fmla="*/ 1393031 w 3308032"/>
              <a:gd name="connsiteY73" fmla="*/ 191643 h 1458087"/>
              <a:gd name="connsiteX74" fmla="*/ 1304068 w 3308032"/>
              <a:gd name="connsiteY74" fmla="*/ 191643 h 1458087"/>
              <a:gd name="connsiteX75" fmla="*/ 1304068 w 3308032"/>
              <a:gd name="connsiteY75" fmla="*/ 572643 h 1458087"/>
              <a:gd name="connsiteX76" fmla="*/ 1393031 w 3308032"/>
              <a:gd name="connsiteY76" fmla="*/ 572643 h 1458087"/>
              <a:gd name="connsiteX77" fmla="*/ 1393031 w 3308032"/>
              <a:gd name="connsiteY77" fmla="*/ 384334 h 1458087"/>
              <a:gd name="connsiteX78" fmla="*/ 1621917 w 3308032"/>
              <a:gd name="connsiteY78" fmla="*/ 528542 h 1458087"/>
              <a:gd name="connsiteX79" fmla="*/ 1568482 w 3308032"/>
              <a:gd name="connsiteY79" fmla="*/ 385286 h 1458087"/>
              <a:gd name="connsiteX80" fmla="*/ 1625060 w 3308032"/>
              <a:gd name="connsiteY80" fmla="*/ 238506 h 1458087"/>
              <a:gd name="connsiteX81" fmla="*/ 1771269 w 3308032"/>
              <a:gd name="connsiteY81" fmla="*/ 182880 h 1458087"/>
              <a:gd name="connsiteX82" fmla="*/ 1914335 w 3308032"/>
              <a:gd name="connsiteY82" fmla="*/ 237554 h 1458087"/>
              <a:gd name="connsiteX83" fmla="*/ 1966627 w 3308032"/>
              <a:gd name="connsiteY83" fmla="*/ 378905 h 1458087"/>
              <a:gd name="connsiteX84" fmla="*/ 1911572 w 3308032"/>
              <a:gd name="connsiteY84" fmla="*/ 524542 h 1458087"/>
              <a:gd name="connsiteX85" fmla="*/ 1766126 w 3308032"/>
              <a:gd name="connsiteY85" fmla="*/ 581692 h 1458087"/>
              <a:gd name="connsiteX86" fmla="*/ 1621917 w 3308032"/>
              <a:gd name="connsiteY86" fmla="*/ 528447 h 1458087"/>
              <a:gd name="connsiteX87" fmla="*/ 1659350 w 3308032"/>
              <a:gd name="connsiteY87" fmla="*/ 383477 h 1458087"/>
              <a:gd name="connsiteX88" fmla="*/ 1688973 w 3308032"/>
              <a:gd name="connsiteY88" fmla="*/ 476155 h 1458087"/>
              <a:gd name="connsiteX89" fmla="*/ 1769555 w 3308032"/>
              <a:gd name="connsiteY89" fmla="*/ 509969 h 1458087"/>
              <a:gd name="connsiteX90" fmla="*/ 1847850 w 3308032"/>
              <a:gd name="connsiteY90" fmla="*/ 475012 h 1458087"/>
              <a:gd name="connsiteX91" fmla="*/ 1875568 w 3308032"/>
              <a:gd name="connsiteY91" fmla="*/ 381286 h 1458087"/>
              <a:gd name="connsiteX92" fmla="*/ 1847660 w 3308032"/>
              <a:gd name="connsiteY92" fmla="*/ 289750 h 1458087"/>
              <a:gd name="connsiteX93" fmla="*/ 1769174 w 3308032"/>
              <a:gd name="connsiteY93" fmla="*/ 255175 h 1458087"/>
              <a:gd name="connsiteX94" fmla="*/ 1689354 w 3308032"/>
              <a:gd name="connsiteY94" fmla="*/ 290894 h 1458087"/>
              <a:gd name="connsiteX95" fmla="*/ 1659446 w 3308032"/>
              <a:gd name="connsiteY95" fmla="*/ 383572 h 1458087"/>
              <a:gd name="connsiteX96" fmla="*/ 2267426 w 3308032"/>
              <a:gd name="connsiteY96" fmla="*/ 547878 h 1458087"/>
              <a:gd name="connsiteX97" fmla="*/ 2308003 w 3308032"/>
              <a:gd name="connsiteY97" fmla="*/ 458915 h 1458087"/>
              <a:gd name="connsiteX98" fmla="*/ 2276761 w 3308032"/>
              <a:gd name="connsiteY98" fmla="*/ 380048 h 1458087"/>
              <a:gd name="connsiteX99" fmla="*/ 2182273 w 3308032"/>
              <a:gd name="connsiteY99" fmla="*/ 339471 h 1458087"/>
              <a:gd name="connsiteX100" fmla="*/ 2127028 w 3308032"/>
              <a:gd name="connsiteY100" fmla="*/ 321278 h 1458087"/>
              <a:gd name="connsiteX101" fmla="*/ 2112359 w 3308032"/>
              <a:gd name="connsiteY101" fmla="*/ 292227 h 1458087"/>
              <a:gd name="connsiteX102" fmla="*/ 2126456 w 3308032"/>
              <a:gd name="connsiteY102" fmla="*/ 261366 h 1458087"/>
              <a:gd name="connsiteX103" fmla="*/ 2167795 w 3308032"/>
              <a:gd name="connsiteY103" fmla="*/ 249460 h 1458087"/>
              <a:gd name="connsiteX104" fmla="*/ 2211515 w 3308032"/>
              <a:gd name="connsiteY104" fmla="*/ 258413 h 1458087"/>
              <a:gd name="connsiteX105" fmla="*/ 2247043 w 3308032"/>
              <a:gd name="connsiteY105" fmla="*/ 285179 h 1458087"/>
              <a:gd name="connsiteX106" fmla="*/ 2298764 w 3308032"/>
              <a:gd name="connsiteY106" fmla="*/ 238316 h 1458087"/>
              <a:gd name="connsiteX107" fmla="*/ 2243328 w 3308032"/>
              <a:gd name="connsiteY107" fmla="*/ 196596 h 1458087"/>
              <a:gd name="connsiteX108" fmla="*/ 2170367 w 3308032"/>
              <a:gd name="connsiteY108" fmla="*/ 182785 h 1458087"/>
              <a:gd name="connsiteX109" fmla="*/ 2069211 w 3308032"/>
              <a:gd name="connsiteY109" fmla="*/ 214598 h 1458087"/>
              <a:gd name="connsiteX110" fmla="*/ 2029015 w 3308032"/>
              <a:gd name="connsiteY110" fmla="*/ 302228 h 1458087"/>
              <a:gd name="connsiteX111" fmla="*/ 2058638 w 3308032"/>
              <a:gd name="connsiteY111" fmla="*/ 375380 h 1458087"/>
              <a:gd name="connsiteX112" fmla="*/ 2163032 w 3308032"/>
              <a:gd name="connsiteY112" fmla="*/ 417957 h 1458087"/>
              <a:gd name="connsiteX113" fmla="*/ 2208943 w 3308032"/>
              <a:gd name="connsiteY113" fmla="*/ 435959 h 1458087"/>
              <a:gd name="connsiteX114" fmla="*/ 2224373 w 3308032"/>
              <a:gd name="connsiteY114" fmla="*/ 467011 h 1458087"/>
              <a:gd name="connsiteX115" fmla="*/ 2207990 w 3308032"/>
              <a:gd name="connsiteY115" fmla="*/ 502158 h 1458087"/>
              <a:gd name="connsiteX116" fmla="*/ 2162271 w 3308032"/>
              <a:gd name="connsiteY116" fmla="*/ 514636 h 1458087"/>
              <a:gd name="connsiteX117" fmla="*/ 2112645 w 3308032"/>
              <a:gd name="connsiteY117" fmla="*/ 502920 h 1458087"/>
              <a:gd name="connsiteX118" fmla="*/ 2068163 w 3308032"/>
              <a:gd name="connsiteY118" fmla="*/ 463677 h 1458087"/>
              <a:gd name="connsiteX119" fmla="*/ 2014633 w 3308032"/>
              <a:gd name="connsiteY119" fmla="*/ 511683 h 1458087"/>
              <a:gd name="connsiteX120" fmla="*/ 2074926 w 3308032"/>
              <a:gd name="connsiteY120" fmla="*/ 563785 h 1458087"/>
              <a:gd name="connsiteX121" fmla="*/ 2161604 w 3308032"/>
              <a:gd name="connsiteY121" fmla="*/ 581692 h 1458087"/>
              <a:gd name="connsiteX122" fmla="*/ 2267617 w 3308032"/>
              <a:gd name="connsiteY122" fmla="*/ 547878 h 1458087"/>
              <a:gd name="connsiteX123" fmla="*/ 2717292 w 3308032"/>
              <a:gd name="connsiteY123" fmla="*/ 237554 h 1458087"/>
              <a:gd name="connsiteX124" fmla="*/ 2769584 w 3308032"/>
              <a:gd name="connsiteY124" fmla="*/ 378905 h 1458087"/>
              <a:gd name="connsiteX125" fmla="*/ 2714530 w 3308032"/>
              <a:gd name="connsiteY125" fmla="*/ 524542 h 1458087"/>
              <a:gd name="connsiteX126" fmla="*/ 2569083 w 3308032"/>
              <a:gd name="connsiteY126" fmla="*/ 581692 h 1458087"/>
              <a:gd name="connsiteX127" fmla="*/ 2424875 w 3308032"/>
              <a:gd name="connsiteY127" fmla="*/ 528447 h 1458087"/>
              <a:gd name="connsiteX128" fmla="*/ 2371439 w 3308032"/>
              <a:gd name="connsiteY128" fmla="*/ 385191 h 1458087"/>
              <a:gd name="connsiteX129" fmla="*/ 2428018 w 3308032"/>
              <a:gd name="connsiteY129" fmla="*/ 238411 h 1458087"/>
              <a:gd name="connsiteX130" fmla="*/ 2574227 w 3308032"/>
              <a:gd name="connsiteY130" fmla="*/ 182785 h 1458087"/>
              <a:gd name="connsiteX131" fmla="*/ 2717292 w 3308032"/>
              <a:gd name="connsiteY131" fmla="*/ 237458 h 1458087"/>
              <a:gd name="connsiteX132" fmla="*/ 2678430 w 3308032"/>
              <a:gd name="connsiteY132" fmla="*/ 381191 h 1458087"/>
              <a:gd name="connsiteX133" fmla="*/ 2650522 w 3308032"/>
              <a:gd name="connsiteY133" fmla="*/ 289655 h 1458087"/>
              <a:gd name="connsiteX134" fmla="*/ 2572036 w 3308032"/>
              <a:gd name="connsiteY134" fmla="*/ 255079 h 1458087"/>
              <a:gd name="connsiteX135" fmla="*/ 2492216 w 3308032"/>
              <a:gd name="connsiteY135" fmla="*/ 290798 h 1458087"/>
              <a:gd name="connsiteX136" fmla="*/ 2462308 w 3308032"/>
              <a:gd name="connsiteY136" fmla="*/ 383477 h 1458087"/>
              <a:gd name="connsiteX137" fmla="*/ 2491931 w 3308032"/>
              <a:gd name="connsiteY137" fmla="*/ 476155 h 1458087"/>
              <a:gd name="connsiteX138" fmla="*/ 2572512 w 3308032"/>
              <a:gd name="connsiteY138" fmla="*/ 509969 h 1458087"/>
              <a:gd name="connsiteX139" fmla="*/ 2650808 w 3308032"/>
              <a:gd name="connsiteY139" fmla="*/ 475012 h 1458087"/>
              <a:gd name="connsiteX140" fmla="*/ 2678525 w 3308032"/>
              <a:gd name="connsiteY140" fmla="*/ 381286 h 1458087"/>
              <a:gd name="connsiteX141" fmla="*/ 3280410 w 3308032"/>
              <a:gd name="connsiteY141" fmla="*/ 494729 h 1458087"/>
              <a:gd name="connsiteX142" fmla="*/ 3257360 w 3308032"/>
              <a:gd name="connsiteY142" fmla="*/ 507397 h 1458087"/>
              <a:gd name="connsiteX143" fmla="*/ 3236500 w 3308032"/>
              <a:gd name="connsiteY143" fmla="*/ 511112 h 1458087"/>
              <a:gd name="connsiteX144" fmla="*/ 3205258 w 3308032"/>
              <a:gd name="connsiteY144" fmla="*/ 497872 h 1458087"/>
              <a:gd name="connsiteX145" fmla="*/ 3194114 w 3308032"/>
              <a:gd name="connsiteY145" fmla="*/ 456724 h 1458087"/>
              <a:gd name="connsiteX146" fmla="*/ 3194114 w 3308032"/>
              <a:gd name="connsiteY146" fmla="*/ 260985 h 1458087"/>
              <a:gd name="connsiteX147" fmla="*/ 3291269 w 3308032"/>
              <a:gd name="connsiteY147" fmla="*/ 260985 h 1458087"/>
              <a:gd name="connsiteX148" fmla="*/ 3291269 w 3308032"/>
              <a:gd name="connsiteY148" fmla="*/ 191738 h 1458087"/>
              <a:gd name="connsiteX149" fmla="*/ 3194114 w 3308032"/>
              <a:gd name="connsiteY149" fmla="*/ 191738 h 1458087"/>
              <a:gd name="connsiteX150" fmla="*/ 3194114 w 3308032"/>
              <a:gd name="connsiteY150" fmla="*/ 82677 h 1458087"/>
              <a:gd name="connsiteX151" fmla="*/ 3105150 w 3308032"/>
              <a:gd name="connsiteY151" fmla="*/ 98298 h 1458087"/>
              <a:gd name="connsiteX152" fmla="*/ 3105150 w 3308032"/>
              <a:gd name="connsiteY152" fmla="*/ 191643 h 1458087"/>
              <a:gd name="connsiteX153" fmla="*/ 2957227 w 3308032"/>
              <a:gd name="connsiteY153" fmla="*/ 191643 h 1458087"/>
              <a:gd name="connsiteX154" fmla="*/ 2957227 w 3308032"/>
              <a:gd name="connsiteY154" fmla="*/ 130969 h 1458087"/>
              <a:gd name="connsiteX155" fmla="*/ 2970086 w 3308032"/>
              <a:gd name="connsiteY155" fmla="*/ 86297 h 1458087"/>
              <a:gd name="connsiteX156" fmla="*/ 3006757 w 3308032"/>
              <a:gd name="connsiteY156" fmla="*/ 71438 h 1458087"/>
              <a:gd name="connsiteX157" fmla="*/ 3029236 w 3308032"/>
              <a:gd name="connsiteY157" fmla="*/ 74962 h 1458087"/>
              <a:gd name="connsiteX158" fmla="*/ 3049143 w 3308032"/>
              <a:gd name="connsiteY158" fmla="*/ 84868 h 1458087"/>
              <a:gd name="connsiteX159" fmla="*/ 3085624 w 3308032"/>
              <a:gd name="connsiteY159" fmla="*/ 20479 h 1458087"/>
              <a:gd name="connsiteX160" fmla="*/ 3045429 w 3308032"/>
              <a:gd name="connsiteY160" fmla="*/ 5048 h 1458087"/>
              <a:gd name="connsiteX161" fmla="*/ 3003042 w 3308032"/>
              <a:gd name="connsiteY161" fmla="*/ 0 h 1458087"/>
              <a:gd name="connsiteX162" fmla="*/ 2903887 w 3308032"/>
              <a:gd name="connsiteY162" fmla="*/ 34957 h 1458087"/>
              <a:gd name="connsiteX163" fmla="*/ 2868740 w 3308032"/>
              <a:gd name="connsiteY163" fmla="*/ 130207 h 1458087"/>
              <a:gd name="connsiteX164" fmla="*/ 2868740 w 3308032"/>
              <a:gd name="connsiteY164" fmla="*/ 191643 h 1458087"/>
              <a:gd name="connsiteX165" fmla="*/ 2803970 w 3308032"/>
              <a:gd name="connsiteY165" fmla="*/ 191643 h 1458087"/>
              <a:gd name="connsiteX166" fmla="*/ 2803970 w 3308032"/>
              <a:gd name="connsiteY166" fmla="*/ 260890 h 1458087"/>
              <a:gd name="connsiteX167" fmla="*/ 2868740 w 3308032"/>
              <a:gd name="connsiteY167" fmla="*/ 260890 h 1458087"/>
              <a:gd name="connsiteX168" fmla="*/ 2868740 w 3308032"/>
              <a:gd name="connsiteY168" fmla="*/ 572643 h 1458087"/>
              <a:gd name="connsiteX169" fmla="*/ 2957322 w 3308032"/>
              <a:gd name="connsiteY169" fmla="*/ 572643 h 1458087"/>
              <a:gd name="connsiteX170" fmla="*/ 2957322 w 3308032"/>
              <a:gd name="connsiteY170" fmla="*/ 260890 h 1458087"/>
              <a:gd name="connsiteX171" fmla="*/ 3105246 w 3308032"/>
              <a:gd name="connsiteY171" fmla="*/ 260890 h 1458087"/>
              <a:gd name="connsiteX172" fmla="*/ 3105246 w 3308032"/>
              <a:gd name="connsiteY172" fmla="*/ 469297 h 1458087"/>
              <a:gd name="connsiteX173" fmla="*/ 3133535 w 3308032"/>
              <a:gd name="connsiteY173" fmla="*/ 553022 h 1458087"/>
              <a:gd name="connsiteX174" fmla="*/ 3218021 w 3308032"/>
              <a:gd name="connsiteY174" fmla="*/ 581692 h 1458087"/>
              <a:gd name="connsiteX175" fmla="*/ 3269171 w 3308032"/>
              <a:gd name="connsiteY175" fmla="*/ 574453 h 1458087"/>
              <a:gd name="connsiteX176" fmla="*/ 3308033 w 3308032"/>
              <a:gd name="connsiteY176" fmla="*/ 554926 h 1458087"/>
              <a:gd name="connsiteX177" fmla="*/ 3280505 w 3308032"/>
              <a:gd name="connsiteY177" fmla="*/ 494633 h 1458087"/>
              <a:gd name="connsiteX178" fmla="*/ 301181 w 3308032"/>
              <a:gd name="connsiteY178" fmla="*/ 915543 h 1458087"/>
              <a:gd name="connsiteX179" fmla="*/ 497300 w 3308032"/>
              <a:gd name="connsiteY179" fmla="*/ 1449134 h 1458087"/>
              <a:gd name="connsiteX180" fmla="*/ 399860 w 3308032"/>
              <a:gd name="connsiteY180" fmla="*/ 1449134 h 1458087"/>
              <a:gd name="connsiteX181" fmla="*/ 354139 w 3308032"/>
              <a:gd name="connsiteY181" fmla="*/ 1324166 h 1458087"/>
              <a:gd name="connsiteX182" fmla="*/ 140970 w 3308032"/>
              <a:gd name="connsiteY182" fmla="*/ 1324166 h 1458087"/>
              <a:gd name="connsiteX183" fmla="*/ 97441 w 3308032"/>
              <a:gd name="connsiteY183" fmla="*/ 1449134 h 1458087"/>
              <a:gd name="connsiteX184" fmla="*/ 0 w 3308032"/>
              <a:gd name="connsiteY184" fmla="*/ 1449134 h 1458087"/>
              <a:gd name="connsiteX185" fmla="*/ 197930 w 3308032"/>
              <a:gd name="connsiteY185" fmla="*/ 915543 h 1458087"/>
              <a:gd name="connsiteX186" fmla="*/ 301371 w 3308032"/>
              <a:gd name="connsiteY186" fmla="*/ 915543 h 1458087"/>
              <a:gd name="connsiteX187" fmla="*/ 329851 w 3308032"/>
              <a:gd name="connsiteY187" fmla="*/ 1247108 h 1458087"/>
              <a:gd name="connsiteX188" fmla="*/ 257651 w 3308032"/>
              <a:gd name="connsiteY188" fmla="*/ 1037654 h 1458087"/>
              <a:gd name="connsiteX189" fmla="*/ 252984 w 3308032"/>
              <a:gd name="connsiteY189" fmla="*/ 1022795 h 1458087"/>
              <a:gd name="connsiteX190" fmla="*/ 248317 w 3308032"/>
              <a:gd name="connsiteY190" fmla="*/ 1006412 h 1458087"/>
              <a:gd name="connsiteX191" fmla="*/ 246126 w 3308032"/>
              <a:gd name="connsiteY191" fmla="*/ 1006412 h 1458087"/>
              <a:gd name="connsiteX192" fmla="*/ 241459 w 3308032"/>
              <a:gd name="connsiteY192" fmla="*/ 1022223 h 1458087"/>
              <a:gd name="connsiteX193" fmla="*/ 236411 w 3308032"/>
              <a:gd name="connsiteY193" fmla="*/ 1037654 h 1458087"/>
              <a:gd name="connsiteX194" fmla="*/ 164973 w 3308032"/>
              <a:gd name="connsiteY194" fmla="*/ 1247108 h 1458087"/>
              <a:gd name="connsiteX195" fmla="*/ 329756 w 3308032"/>
              <a:gd name="connsiteY195" fmla="*/ 1247108 h 1458087"/>
              <a:gd name="connsiteX196" fmla="*/ 557403 w 3308032"/>
              <a:gd name="connsiteY196" fmla="*/ 1449134 h 1458087"/>
              <a:gd name="connsiteX197" fmla="*/ 648557 w 3308032"/>
              <a:gd name="connsiteY197" fmla="*/ 1449134 h 1458087"/>
              <a:gd name="connsiteX198" fmla="*/ 648557 w 3308032"/>
              <a:gd name="connsiteY198" fmla="*/ 915543 h 1458087"/>
              <a:gd name="connsiteX199" fmla="*/ 557403 w 3308032"/>
              <a:gd name="connsiteY199" fmla="*/ 915543 h 1458087"/>
              <a:gd name="connsiteX200" fmla="*/ 557403 w 3308032"/>
              <a:gd name="connsiteY200" fmla="*/ 1449134 h 1458087"/>
              <a:gd name="connsiteX201" fmla="*/ 1271778 w 3308032"/>
              <a:gd name="connsiteY201" fmla="*/ 915543 h 1458087"/>
              <a:gd name="connsiteX202" fmla="*/ 883730 w 3308032"/>
              <a:gd name="connsiteY202" fmla="*/ 915543 h 1458087"/>
              <a:gd name="connsiteX203" fmla="*/ 883730 w 3308032"/>
              <a:gd name="connsiteY203" fmla="*/ 992600 h 1458087"/>
              <a:gd name="connsiteX204" fmla="*/ 1031843 w 3308032"/>
              <a:gd name="connsiteY204" fmla="*/ 992600 h 1458087"/>
              <a:gd name="connsiteX205" fmla="*/ 1031843 w 3308032"/>
              <a:gd name="connsiteY205" fmla="*/ 1449134 h 1458087"/>
              <a:gd name="connsiteX206" fmla="*/ 1122998 w 3308032"/>
              <a:gd name="connsiteY206" fmla="*/ 1449134 h 1458087"/>
              <a:gd name="connsiteX207" fmla="*/ 1122998 w 3308032"/>
              <a:gd name="connsiteY207" fmla="*/ 992600 h 1458087"/>
              <a:gd name="connsiteX208" fmla="*/ 1271778 w 3308032"/>
              <a:gd name="connsiteY208" fmla="*/ 992600 h 1458087"/>
              <a:gd name="connsiteX209" fmla="*/ 1271778 w 3308032"/>
              <a:gd name="connsiteY209" fmla="*/ 915543 h 1458087"/>
              <a:gd name="connsiteX210" fmla="*/ 1581340 w 3308032"/>
              <a:gd name="connsiteY210" fmla="*/ 1113854 h 1458087"/>
              <a:gd name="connsiteX211" fmla="*/ 1633633 w 3308032"/>
              <a:gd name="connsiteY211" fmla="*/ 1255205 h 1458087"/>
              <a:gd name="connsiteX212" fmla="*/ 1578578 w 3308032"/>
              <a:gd name="connsiteY212" fmla="*/ 1400842 h 1458087"/>
              <a:gd name="connsiteX213" fmla="*/ 1433132 w 3308032"/>
              <a:gd name="connsiteY213" fmla="*/ 1457992 h 1458087"/>
              <a:gd name="connsiteX214" fmla="*/ 1288923 w 3308032"/>
              <a:gd name="connsiteY214" fmla="*/ 1404747 h 1458087"/>
              <a:gd name="connsiteX215" fmla="*/ 1235488 w 3308032"/>
              <a:gd name="connsiteY215" fmla="*/ 1261491 h 1458087"/>
              <a:gd name="connsiteX216" fmla="*/ 1292066 w 3308032"/>
              <a:gd name="connsiteY216" fmla="*/ 1114711 h 1458087"/>
              <a:gd name="connsiteX217" fmla="*/ 1438275 w 3308032"/>
              <a:gd name="connsiteY217" fmla="*/ 1059085 h 1458087"/>
              <a:gd name="connsiteX218" fmla="*/ 1581340 w 3308032"/>
              <a:gd name="connsiteY218" fmla="*/ 1113758 h 1458087"/>
              <a:gd name="connsiteX219" fmla="*/ 1542479 w 3308032"/>
              <a:gd name="connsiteY219" fmla="*/ 1257491 h 1458087"/>
              <a:gd name="connsiteX220" fmla="*/ 1514570 w 3308032"/>
              <a:gd name="connsiteY220" fmla="*/ 1165955 h 1458087"/>
              <a:gd name="connsiteX221" fmla="*/ 1436084 w 3308032"/>
              <a:gd name="connsiteY221" fmla="*/ 1131380 h 1458087"/>
              <a:gd name="connsiteX222" fmla="*/ 1356265 w 3308032"/>
              <a:gd name="connsiteY222" fmla="*/ 1167098 h 1458087"/>
              <a:gd name="connsiteX223" fmla="*/ 1326356 w 3308032"/>
              <a:gd name="connsiteY223" fmla="*/ 1259777 h 1458087"/>
              <a:gd name="connsiteX224" fmla="*/ 1355979 w 3308032"/>
              <a:gd name="connsiteY224" fmla="*/ 1352455 h 1458087"/>
              <a:gd name="connsiteX225" fmla="*/ 1436561 w 3308032"/>
              <a:gd name="connsiteY225" fmla="*/ 1386269 h 1458087"/>
              <a:gd name="connsiteX226" fmla="*/ 1514856 w 3308032"/>
              <a:gd name="connsiteY226" fmla="*/ 1351312 h 1458087"/>
              <a:gd name="connsiteX227" fmla="*/ 1542574 w 3308032"/>
              <a:gd name="connsiteY227" fmla="*/ 1257586 h 1458087"/>
              <a:gd name="connsiteX228" fmla="*/ 1951577 w 3308032"/>
              <a:gd name="connsiteY228" fmla="*/ 1285399 h 1458087"/>
              <a:gd name="connsiteX229" fmla="*/ 1926622 w 3308032"/>
              <a:gd name="connsiteY229" fmla="*/ 1357598 h 1458087"/>
              <a:gd name="connsiteX230" fmla="*/ 1862233 w 3308032"/>
              <a:gd name="connsiteY230" fmla="*/ 1386269 h 1458087"/>
              <a:gd name="connsiteX231" fmla="*/ 1805273 w 3308032"/>
              <a:gd name="connsiteY231" fmla="*/ 1362266 h 1458087"/>
              <a:gd name="connsiteX232" fmla="*/ 1787081 w 3308032"/>
              <a:gd name="connsiteY232" fmla="*/ 1290638 h 1458087"/>
              <a:gd name="connsiteX233" fmla="*/ 1787081 w 3308032"/>
              <a:gd name="connsiteY233" fmla="*/ 1068134 h 1458087"/>
              <a:gd name="connsiteX234" fmla="*/ 1698498 w 3308032"/>
              <a:gd name="connsiteY234" fmla="*/ 1068134 h 1458087"/>
              <a:gd name="connsiteX235" fmla="*/ 1698498 w 3308032"/>
              <a:gd name="connsiteY235" fmla="*/ 1302544 h 1458087"/>
              <a:gd name="connsiteX236" fmla="*/ 1732502 w 3308032"/>
              <a:gd name="connsiteY236" fmla="*/ 1418463 h 1458087"/>
              <a:gd name="connsiteX237" fmla="*/ 1833563 w 3308032"/>
              <a:gd name="connsiteY237" fmla="*/ 1458087 h 1458087"/>
              <a:gd name="connsiteX238" fmla="*/ 1899571 w 3308032"/>
              <a:gd name="connsiteY238" fmla="*/ 1441514 h 1458087"/>
              <a:gd name="connsiteX239" fmla="*/ 1949577 w 3308032"/>
              <a:gd name="connsiteY239" fmla="*/ 1397413 h 1458087"/>
              <a:gd name="connsiteX240" fmla="*/ 1951482 w 3308032"/>
              <a:gd name="connsiteY240" fmla="*/ 1397413 h 1458087"/>
              <a:gd name="connsiteX241" fmla="*/ 1951482 w 3308032"/>
              <a:gd name="connsiteY241" fmla="*/ 1449134 h 1458087"/>
              <a:gd name="connsiteX242" fmla="*/ 2040446 w 3308032"/>
              <a:gd name="connsiteY242" fmla="*/ 1449134 h 1458087"/>
              <a:gd name="connsiteX243" fmla="*/ 2040446 w 3308032"/>
              <a:gd name="connsiteY243" fmla="*/ 1068134 h 1458087"/>
              <a:gd name="connsiteX244" fmla="*/ 1951482 w 3308032"/>
              <a:gd name="connsiteY244" fmla="*/ 1068134 h 1458087"/>
              <a:gd name="connsiteX245" fmla="*/ 1951482 w 3308032"/>
              <a:gd name="connsiteY245" fmla="*/ 1285399 h 1458087"/>
              <a:gd name="connsiteX246" fmla="*/ 2326767 w 3308032"/>
              <a:gd name="connsiteY246" fmla="*/ 1061466 h 1458087"/>
              <a:gd name="connsiteX247" fmla="*/ 2266474 w 3308032"/>
              <a:gd name="connsiteY247" fmla="*/ 1080992 h 1458087"/>
              <a:gd name="connsiteX248" fmla="*/ 2227040 w 3308032"/>
              <a:gd name="connsiteY248" fmla="*/ 1136999 h 1458087"/>
              <a:gd name="connsiteX249" fmla="*/ 2225516 w 3308032"/>
              <a:gd name="connsiteY249" fmla="*/ 1136999 h 1458087"/>
              <a:gd name="connsiteX250" fmla="*/ 2225516 w 3308032"/>
              <a:gd name="connsiteY250" fmla="*/ 1068134 h 1458087"/>
              <a:gd name="connsiteX251" fmla="*/ 2136553 w 3308032"/>
              <a:gd name="connsiteY251" fmla="*/ 1068134 h 1458087"/>
              <a:gd name="connsiteX252" fmla="*/ 2136553 w 3308032"/>
              <a:gd name="connsiteY252" fmla="*/ 1449134 h 1458087"/>
              <a:gd name="connsiteX253" fmla="*/ 2225516 w 3308032"/>
              <a:gd name="connsiteY253" fmla="*/ 1449134 h 1458087"/>
              <a:gd name="connsiteX254" fmla="*/ 2225516 w 3308032"/>
              <a:gd name="connsiteY254" fmla="*/ 1260824 h 1458087"/>
              <a:gd name="connsiteX255" fmla="*/ 2249138 w 3308032"/>
              <a:gd name="connsiteY255" fmla="*/ 1172623 h 1458087"/>
              <a:gd name="connsiteX256" fmla="*/ 2311051 w 3308032"/>
              <a:gd name="connsiteY256" fmla="*/ 1139095 h 1458087"/>
              <a:gd name="connsiteX257" fmla="*/ 2334292 w 3308032"/>
              <a:gd name="connsiteY257" fmla="*/ 1141476 h 1458087"/>
              <a:gd name="connsiteX258" fmla="*/ 2356104 w 3308032"/>
              <a:gd name="connsiteY258" fmla="*/ 1147953 h 1458087"/>
              <a:gd name="connsiteX259" fmla="*/ 2379917 w 3308032"/>
              <a:gd name="connsiteY259" fmla="*/ 1072039 h 1458087"/>
              <a:gd name="connsiteX260" fmla="*/ 2353532 w 3308032"/>
              <a:gd name="connsiteY260" fmla="*/ 1063466 h 1458087"/>
              <a:gd name="connsiteX261" fmla="*/ 2326767 w 3308032"/>
              <a:gd name="connsiteY261" fmla="*/ 1061276 h 1458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</a:cxnLst>
            <a:rect l="l" t="t" r="r" b="b"/>
            <a:pathLst>
              <a:path w="3308032" h="1458087">
                <a:moveTo>
                  <a:pt x="542449" y="193453"/>
                </a:moveTo>
                <a:cubicBezTo>
                  <a:pt x="542830" y="180404"/>
                  <a:pt x="543116" y="165640"/>
                  <a:pt x="543401" y="148971"/>
                </a:cubicBezTo>
                <a:lnTo>
                  <a:pt x="541211" y="148971"/>
                </a:lnTo>
                <a:cubicBezTo>
                  <a:pt x="539020" y="156400"/>
                  <a:pt x="536829" y="162877"/>
                  <a:pt x="534924" y="168497"/>
                </a:cubicBezTo>
                <a:cubicBezTo>
                  <a:pt x="532924" y="174117"/>
                  <a:pt x="530733" y="180023"/>
                  <a:pt x="528257" y="186214"/>
                </a:cubicBezTo>
                <a:lnTo>
                  <a:pt x="374618" y="572834"/>
                </a:lnTo>
                <a:lnTo>
                  <a:pt x="310229" y="572834"/>
                </a:lnTo>
                <a:lnTo>
                  <a:pt x="155448" y="189643"/>
                </a:lnTo>
                <a:cubicBezTo>
                  <a:pt x="153448" y="183928"/>
                  <a:pt x="151447" y="178213"/>
                  <a:pt x="149352" y="172307"/>
                </a:cubicBezTo>
                <a:cubicBezTo>
                  <a:pt x="147257" y="166497"/>
                  <a:pt x="144589" y="158687"/>
                  <a:pt x="141351" y="149066"/>
                </a:cubicBezTo>
                <a:lnTo>
                  <a:pt x="139160" y="149066"/>
                </a:lnTo>
                <a:cubicBezTo>
                  <a:pt x="139637" y="164497"/>
                  <a:pt x="140018" y="180023"/>
                  <a:pt x="140303" y="195739"/>
                </a:cubicBezTo>
                <a:cubicBezTo>
                  <a:pt x="140589" y="211455"/>
                  <a:pt x="140684" y="228410"/>
                  <a:pt x="140684" y="246507"/>
                </a:cubicBezTo>
                <a:lnTo>
                  <a:pt x="140684" y="572834"/>
                </a:lnTo>
                <a:lnTo>
                  <a:pt x="55817" y="572834"/>
                </a:lnTo>
                <a:lnTo>
                  <a:pt x="55817" y="39243"/>
                </a:lnTo>
                <a:lnTo>
                  <a:pt x="185642" y="39243"/>
                </a:lnTo>
                <a:lnTo>
                  <a:pt x="322231" y="383381"/>
                </a:lnTo>
                <a:cubicBezTo>
                  <a:pt x="327470" y="396050"/>
                  <a:pt x="331565" y="406813"/>
                  <a:pt x="334709" y="415576"/>
                </a:cubicBezTo>
                <a:cubicBezTo>
                  <a:pt x="337852" y="424339"/>
                  <a:pt x="340805" y="434150"/>
                  <a:pt x="343853" y="444817"/>
                </a:cubicBezTo>
                <a:lnTo>
                  <a:pt x="346043" y="444817"/>
                </a:lnTo>
                <a:cubicBezTo>
                  <a:pt x="350520" y="432911"/>
                  <a:pt x="354520" y="422148"/>
                  <a:pt x="358140" y="412433"/>
                </a:cubicBezTo>
                <a:cubicBezTo>
                  <a:pt x="361760" y="402717"/>
                  <a:pt x="365474" y="392716"/>
                  <a:pt x="369475" y="382334"/>
                </a:cubicBezTo>
                <a:lnTo>
                  <a:pt x="507873" y="39243"/>
                </a:lnTo>
                <a:lnTo>
                  <a:pt x="632555" y="39243"/>
                </a:lnTo>
                <a:lnTo>
                  <a:pt x="632555" y="572834"/>
                </a:lnTo>
                <a:lnTo>
                  <a:pt x="542163" y="572834"/>
                </a:lnTo>
                <a:lnTo>
                  <a:pt x="542163" y="234220"/>
                </a:lnTo>
                <a:cubicBezTo>
                  <a:pt x="542163" y="220123"/>
                  <a:pt x="542354" y="206502"/>
                  <a:pt x="542735" y="193453"/>
                </a:cubicBezTo>
                <a:close/>
                <a:moveTo>
                  <a:pt x="768001" y="14383"/>
                </a:moveTo>
                <a:cubicBezTo>
                  <a:pt x="751904" y="14383"/>
                  <a:pt x="738759" y="19431"/>
                  <a:pt x="728567" y="29623"/>
                </a:cubicBezTo>
                <a:cubicBezTo>
                  <a:pt x="718376" y="39815"/>
                  <a:pt x="713327" y="52292"/>
                  <a:pt x="713327" y="67247"/>
                </a:cubicBezTo>
                <a:cubicBezTo>
                  <a:pt x="713327" y="82201"/>
                  <a:pt x="718376" y="94488"/>
                  <a:pt x="728567" y="104966"/>
                </a:cubicBezTo>
                <a:cubicBezTo>
                  <a:pt x="738759" y="115538"/>
                  <a:pt x="751904" y="120777"/>
                  <a:pt x="768001" y="120777"/>
                </a:cubicBezTo>
                <a:cubicBezTo>
                  <a:pt x="784098" y="120777"/>
                  <a:pt x="798005" y="115729"/>
                  <a:pt x="808196" y="105537"/>
                </a:cubicBezTo>
                <a:cubicBezTo>
                  <a:pt x="818388" y="95345"/>
                  <a:pt x="823436" y="82677"/>
                  <a:pt x="823436" y="67627"/>
                </a:cubicBezTo>
                <a:cubicBezTo>
                  <a:pt x="823436" y="52578"/>
                  <a:pt x="818388" y="39815"/>
                  <a:pt x="808196" y="29718"/>
                </a:cubicBezTo>
                <a:cubicBezTo>
                  <a:pt x="798005" y="19526"/>
                  <a:pt x="784669" y="14478"/>
                  <a:pt x="768001" y="14478"/>
                </a:cubicBezTo>
                <a:close/>
                <a:moveTo>
                  <a:pt x="723329" y="572834"/>
                </a:moveTo>
                <a:lnTo>
                  <a:pt x="812292" y="572834"/>
                </a:lnTo>
                <a:lnTo>
                  <a:pt x="812292" y="191834"/>
                </a:lnTo>
                <a:lnTo>
                  <a:pt x="723329" y="191834"/>
                </a:lnTo>
                <a:lnTo>
                  <a:pt x="723329" y="572834"/>
                </a:lnTo>
                <a:close/>
                <a:moveTo>
                  <a:pt x="1079278" y="581787"/>
                </a:moveTo>
                <a:cubicBezTo>
                  <a:pt x="1112234" y="581787"/>
                  <a:pt x="1142238" y="575120"/>
                  <a:pt x="1169099" y="561689"/>
                </a:cubicBezTo>
                <a:cubicBezTo>
                  <a:pt x="1195959" y="548259"/>
                  <a:pt x="1217867" y="527876"/>
                  <a:pt x="1234726" y="500253"/>
                </a:cubicBezTo>
                <a:lnTo>
                  <a:pt x="1165860" y="461582"/>
                </a:lnTo>
                <a:cubicBezTo>
                  <a:pt x="1154716" y="478250"/>
                  <a:pt x="1142048" y="490061"/>
                  <a:pt x="1127951" y="497110"/>
                </a:cubicBezTo>
                <a:cubicBezTo>
                  <a:pt x="1113854" y="504158"/>
                  <a:pt x="1098328" y="507683"/>
                  <a:pt x="1081469" y="507683"/>
                </a:cubicBezTo>
                <a:cubicBezTo>
                  <a:pt x="1049179" y="507683"/>
                  <a:pt x="1023461" y="496919"/>
                  <a:pt x="1004126" y="475298"/>
                </a:cubicBezTo>
                <a:cubicBezTo>
                  <a:pt x="984790" y="453676"/>
                  <a:pt x="975074" y="423005"/>
                  <a:pt x="975074" y="383000"/>
                </a:cubicBezTo>
                <a:cubicBezTo>
                  <a:pt x="975074" y="342995"/>
                  <a:pt x="984885" y="311087"/>
                  <a:pt x="1004506" y="288512"/>
                </a:cubicBezTo>
                <a:cubicBezTo>
                  <a:pt x="1024128" y="265938"/>
                  <a:pt x="1048988" y="254699"/>
                  <a:pt x="1079278" y="254699"/>
                </a:cubicBezTo>
                <a:cubicBezTo>
                  <a:pt x="1096613" y="254699"/>
                  <a:pt x="1112044" y="258318"/>
                  <a:pt x="1125379" y="265462"/>
                </a:cubicBezTo>
                <a:cubicBezTo>
                  <a:pt x="1138809" y="272701"/>
                  <a:pt x="1151192" y="284798"/>
                  <a:pt x="1162622" y="301943"/>
                </a:cubicBezTo>
                <a:lnTo>
                  <a:pt x="1232535" y="267367"/>
                </a:lnTo>
                <a:cubicBezTo>
                  <a:pt x="1219105" y="239554"/>
                  <a:pt x="1199102" y="218599"/>
                  <a:pt x="1172432" y="204311"/>
                </a:cubicBezTo>
                <a:cubicBezTo>
                  <a:pt x="1145762" y="190024"/>
                  <a:pt x="1115663" y="182880"/>
                  <a:pt x="1082231" y="182880"/>
                </a:cubicBezTo>
                <a:cubicBezTo>
                  <a:pt x="1023652" y="182880"/>
                  <a:pt x="976027" y="201263"/>
                  <a:pt x="939356" y="238125"/>
                </a:cubicBezTo>
                <a:cubicBezTo>
                  <a:pt x="902589" y="274987"/>
                  <a:pt x="884301" y="325279"/>
                  <a:pt x="884301" y="389001"/>
                </a:cubicBezTo>
                <a:cubicBezTo>
                  <a:pt x="884301" y="447008"/>
                  <a:pt x="901541" y="493681"/>
                  <a:pt x="936022" y="528923"/>
                </a:cubicBezTo>
                <a:cubicBezTo>
                  <a:pt x="970502" y="564166"/>
                  <a:pt x="1018223" y="581787"/>
                  <a:pt x="1079278" y="581787"/>
                </a:cubicBezTo>
                <a:close/>
                <a:moveTo>
                  <a:pt x="1393031" y="384524"/>
                </a:moveTo>
                <a:cubicBezTo>
                  <a:pt x="1393031" y="348044"/>
                  <a:pt x="1400937" y="318707"/>
                  <a:pt x="1416653" y="296323"/>
                </a:cubicBezTo>
                <a:cubicBezTo>
                  <a:pt x="1432370" y="274034"/>
                  <a:pt x="1453039" y="262795"/>
                  <a:pt x="1478566" y="262795"/>
                </a:cubicBezTo>
                <a:cubicBezTo>
                  <a:pt x="1486757" y="262795"/>
                  <a:pt x="1494473" y="263557"/>
                  <a:pt x="1501807" y="265176"/>
                </a:cubicBezTo>
                <a:cubicBezTo>
                  <a:pt x="1509141" y="266795"/>
                  <a:pt x="1516380" y="268986"/>
                  <a:pt x="1523619" y="271653"/>
                </a:cubicBezTo>
                <a:lnTo>
                  <a:pt x="1547432" y="195739"/>
                </a:lnTo>
                <a:cubicBezTo>
                  <a:pt x="1538002" y="191548"/>
                  <a:pt x="1529239" y="188690"/>
                  <a:pt x="1521047" y="187166"/>
                </a:cubicBezTo>
                <a:cubicBezTo>
                  <a:pt x="1512856" y="185642"/>
                  <a:pt x="1503902" y="184975"/>
                  <a:pt x="1494282" y="184975"/>
                </a:cubicBezTo>
                <a:cubicBezTo>
                  <a:pt x="1471422" y="184975"/>
                  <a:pt x="1451324" y="191452"/>
                  <a:pt x="1433989" y="204502"/>
                </a:cubicBezTo>
                <a:cubicBezTo>
                  <a:pt x="1416653" y="217551"/>
                  <a:pt x="1403509" y="236220"/>
                  <a:pt x="1394555" y="260509"/>
                </a:cubicBezTo>
                <a:lnTo>
                  <a:pt x="1393031" y="260509"/>
                </a:lnTo>
                <a:lnTo>
                  <a:pt x="1393031" y="191643"/>
                </a:lnTo>
                <a:lnTo>
                  <a:pt x="1304068" y="191643"/>
                </a:lnTo>
                <a:lnTo>
                  <a:pt x="1304068" y="572643"/>
                </a:lnTo>
                <a:lnTo>
                  <a:pt x="1393031" y="572643"/>
                </a:lnTo>
                <a:lnTo>
                  <a:pt x="1393031" y="384334"/>
                </a:lnTo>
                <a:close/>
                <a:moveTo>
                  <a:pt x="1621917" y="528542"/>
                </a:moveTo>
                <a:cubicBezTo>
                  <a:pt x="1586294" y="493109"/>
                  <a:pt x="1568482" y="445294"/>
                  <a:pt x="1568482" y="385286"/>
                </a:cubicBezTo>
                <a:cubicBezTo>
                  <a:pt x="1568768" y="324517"/>
                  <a:pt x="1587532" y="275558"/>
                  <a:pt x="1625060" y="238506"/>
                </a:cubicBezTo>
                <a:cubicBezTo>
                  <a:pt x="1662494" y="201454"/>
                  <a:pt x="1711262" y="182880"/>
                  <a:pt x="1771269" y="182880"/>
                </a:cubicBezTo>
                <a:cubicBezTo>
                  <a:pt x="1831277" y="182880"/>
                  <a:pt x="1879473" y="201073"/>
                  <a:pt x="1914335" y="237554"/>
                </a:cubicBezTo>
                <a:cubicBezTo>
                  <a:pt x="1949196" y="274034"/>
                  <a:pt x="1966627" y="321183"/>
                  <a:pt x="1966627" y="378905"/>
                </a:cubicBezTo>
                <a:cubicBezTo>
                  <a:pt x="1966627" y="436626"/>
                  <a:pt x="1948244" y="486537"/>
                  <a:pt x="1911572" y="524542"/>
                </a:cubicBezTo>
                <a:cubicBezTo>
                  <a:pt x="1874901" y="562642"/>
                  <a:pt x="1826324" y="581692"/>
                  <a:pt x="1766126" y="581692"/>
                </a:cubicBezTo>
                <a:cubicBezTo>
                  <a:pt x="1705928" y="581692"/>
                  <a:pt x="1657540" y="563975"/>
                  <a:pt x="1621917" y="528447"/>
                </a:cubicBezTo>
                <a:close/>
                <a:moveTo>
                  <a:pt x="1659350" y="383477"/>
                </a:moveTo>
                <a:cubicBezTo>
                  <a:pt x="1659350" y="422720"/>
                  <a:pt x="1669256" y="453580"/>
                  <a:pt x="1688973" y="476155"/>
                </a:cubicBezTo>
                <a:cubicBezTo>
                  <a:pt x="1708690" y="498729"/>
                  <a:pt x="1735550" y="509969"/>
                  <a:pt x="1769555" y="509969"/>
                </a:cubicBezTo>
                <a:cubicBezTo>
                  <a:pt x="1803559" y="509969"/>
                  <a:pt x="1829372" y="498348"/>
                  <a:pt x="1847850" y="475012"/>
                </a:cubicBezTo>
                <a:cubicBezTo>
                  <a:pt x="1866329" y="451675"/>
                  <a:pt x="1875568" y="420434"/>
                  <a:pt x="1875568" y="381286"/>
                </a:cubicBezTo>
                <a:cubicBezTo>
                  <a:pt x="1875568" y="342138"/>
                  <a:pt x="1866233" y="312801"/>
                  <a:pt x="1847660" y="289750"/>
                </a:cubicBezTo>
                <a:cubicBezTo>
                  <a:pt x="1829086" y="266700"/>
                  <a:pt x="1802892" y="255175"/>
                  <a:pt x="1769174" y="255175"/>
                </a:cubicBezTo>
                <a:cubicBezTo>
                  <a:pt x="1735455" y="255175"/>
                  <a:pt x="1709357" y="267081"/>
                  <a:pt x="1689354" y="290894"/>
                </a:cubicBezTo>
                <a:cubicBezTo>
                  <a:pt x="1669352" y="314706"/>
                  <a:pt x="1659446" y="345567"/>
                  <a:pt x="1659446" y="383572"/>
                </a:cubicBezTo>
                <a:close/>
                <a:moveTo>
                  <a:pt x="2267426" y="547878"/>
                </a:moveTo>
                <a:cubicBezTo>
                  <a:pt x="2294477" y="525304"/>
                  <a:pt x="2308003" y="495681"/>
                  <a:pt x="2308003" y="458915"/>
                </a:cubicBezTo>
                <a:cubicBezTo>
                  <a:pt x="2308003" y="426149"/>
                  <a:pt x="2297621" y="399859"/>
                  <a:pt x="2276761" y="380048"/>
                </a:cubicBezTo>
                <a:cubicBezTo>
                  <a:pt x="2255901" y="360236"/>
                  <a:pt x="2224373" y="346710"/>
                  <a:pt x="2182273" y="339471"/>
                </a:cubicBezTo>
                <a:cubicBezTo>
                  <a:pt x="2155222" y="334232"/>
                  <a:pt x="2136839" y="328232"/>
                  <a:pt x="2127028" y="321278"/>
                </a:cubicBezTo>
                <a:cubicBezTo>
                  <a:pt x="2117217" y="314325"/>
                  <a:pt x="2112359" y="304705"/>
                  <a:pt x="2112359" y="292227"/>
                </a:cubicBezTo>
                <a:cubicBezTo>
                  <a:pt x="2112359" y="279749"/>
                  <a:pt x="2117027" y="269272"/>
                  <a:pt x="2126456" y="261366"/>
                </a:cubicBezTo>
                <a:cubicBezTo>
                  <a:pt x="2135886" y="253460"/>
                  <a:pt x="2149602" y="249460"/>
                  <a:pt x="2167795" y="249460"/>
                </a:cubicBezTo>
                <a:cubicBezTo>
                  <a:pt x="2184654" y="249460"/>
                  <a:pt x="2199227" y="252413"/>
                  <a:pt x="2211515" y="258413"/>
                </a:cubicBezTo>
                <a:cubicBezTo>
                  <a:pt x="2223802" y="264414"/>
                  <a:pt x="2235613" y="273272"/>
                  <a:pt x="2247043" y="285179"/>
                </a:cubicBezTo>
                <a:lnTo>
                  <a:pt x="2298764" y="238316"/>
                </a:lnTo>
                <a:cubicBezTo>
                  <a:pt x="2284381" y="219742"/>
                  <a:pt x="2265902" y="205835"/>
                  <a:pt x="2243328" y="196596"/>
                </a:cubicBezTo>
                <a:cubicBezTo>
                  <a:pt x="2220754" y="187452"/>
                  <a:pt x="2196465" y="182785"/>
                  <a:pt x="2170367" y="182785"/>
                </a:cubicBezTo>
                <a:cubicBezTo>
                  <a:pt x="2129695" y="182785"/>
                  <a:pt x="2095976" y="193358"/>
                  <a:pt x="2069211" y="214598"/>
                </a:cubicBezTo>
                <a:cubicBezTo>
                  <a:pt x="2042446" y="235839"/>
                  <a:pt x="2029015" y="264986"/>
                  <a:pt x="2029015" y="302228"/>
                </a:cubicBezTo>
                <a:cubicBezTo>
                  <a:pt x="2029015" y="331280"/>
                  <a:pt x="2038922" y="355664"/>
                  <a:pt x="2058638" y="375380"/>
                </a:cubicBezTo>
                <a:cubicBezTo>
                  <a:pt x="2078355" y="395097"/>
                  <a:pt x="2113121" y="409289"/>
                  <a:pt x="2163032" y="417957"/>
                </a:cubicBezTo>
                <a:cubicBezTo>
                  <a:pt x="2183321" y="421672"/>
                  <a:pt x="2198656" y="427673"/>
                  <a:pt x="2208943" y="435959"/>
                </a:cubicBezTo>
                <a:cubicBezTo>
                  <a:pt x="2219230" y="444246"/>
                  <a:pt x="2224373" y="454628"/>
                  <a:pt x="2224373" y="467011"/>
                </a:cubicBezTo>
                <a:cubicBezTo>
                  <a:pt x="2224373" y="482155"/>
                  <a:pt x="2218944" y="493871"/>
                  <a:pt x="2207990" y="502158"/>
                </a:cubicBezTo>
                <a:cubicBezTo>
                  <a:pt x="2197037" y="510445"/>
                  <a:pt x="2181797" y="514636"/>
                  <a:pt x="2162271" y="514636"/>
                </a:cubicBezTo>
                <a:cubicBezTo>
                  <a:pt x="2144935" y="514636"/>
                  <a:pt x="2128361" y="510730"/>
                  <a:pt x="2112645" y="502920"/>
                </a:cubicBezTo>
                <a:cubicBezTo>
                  <a:pt x="2096929" y="495109"/>
                  <a:pt x="2082070" y="482060"/>
                  <a:pt x="2068163" y="463677"/>
                </a:cubicBezTo>
                <a:lnTo>
                  <a:pt x="2014633" y="511683"/>
                </a:lnTo>
                <a:cubicBezTo>
                  <a:pt x="2028730" y="534543"/>
                  <a:pt x="2048828" y="551879"/>
                  <a:pt x="2074926" y="563785"/>
                </a:cubicBezTo>
                <a:cubicBezTo>
                  <a:pt x="2101025" y="575691"/>
                  <a:pt x="2129885" y="581692"/>
                  <a:pt x="2161604" y="581692"/>
                </a:cubicBezTo>
                <a:cubicBezTo>
                  <a:pt x="2205228" y="581692"/>
                  <a:pt x="2240566" y="570452"/>
                  <a:pt x="2267617" y="547878"/>
                </a:cubicBezTo>
                <a:close/>
                <a:moveTo>
                  <a:pt x="2717292" y="237554"/>
                </a:moveTo>
                <a:cubicBezTo>
                  <a:pt x="2752154" y="274034"/>
                  <a:pt x="2769584" y="321183"/>
                  <a:pt x="2769584" y="378905"/>
                </a:cubicBezTo>
                <a:cubicBezTo>
                  <a:pt x="2769584" y="436626"/>
                  <a:pt x="2751201" y="486537"/>
                  <a:pt x="2714530" y="524542"/>
                </a:cubicBezTo>
                <a:cubicBezTo>
                  <a:pt x="2677859" y="562642"/>
                  <a:pt x="2629281" y="581692"/>
                  <a:pt x="2569083" y="581692"/>
                </a:cubicBezTo>
                <a:cubicBezTo>
                  <a:pt x="2508885" y="581692"/>
                  <a:pt x="2460498" y="563975"/>
                  <a:pt x="2424875" y="528447"/>
                </a:cubicBezTo>
                <a:cubicBezTo>
                  <a:pt x="2389251" y="493014"/>
                  <a:pt x="2371439" y="445199"/>
                  <a:pt x="2371439" y="385191"/>
                </a:cubicBezTo>
                <a:cubicBezTo>
                  <a:pt x="2371725" y="324422"/>
                  <a:pt x="2390489" y="275463"/>
                  <a:pt x="2428018" y="238411"/>
                </a:cubicBezTo>
                <a:cubicBezTo>
                  <a:pt x="2465451" y="201359"/>
                  <a:pt x="2514219" y="182785"/>
                  <a:pt x="2574227" y="182785"/>
                </a:cubicBezTo>
                <a:cubicBezTo>
                  <a:pt x="2634234" y="182785"/>
                  <a:pt x="2682431" y="200977"/>
                  <a:pt x="2717292" y="237458"/>
                </a:cubicBezTo>
                <a:close/>
                <a:moveTo>
                  <a:pt x="2678430" y="381191"/>
                </a:moveTo>
                <a:cubicBezTo>
                  <a:pt x="2678430" y="343281"/>
                  <a:pt x="2669096" y="312706"/>
                  <a:pt x="2650522" y="289655"/>
                </a:cubicBezTo>
                <a:cubicBezTo>
                  <a:pt x="2631948" y="266605"/>
                  <a:pt x="2605754" y="255079"/>
                  <a:pt x="2572036" y="255079"/>
                </a:cubicBezTo>
                <a:cubicBezTo>
                  <a:pt x="2538317" y="255079"/>
                  <a:pt x="2512219" y="266986"/>
                  <a:pt x="2492216" y="290798"/>
                </a:cubicBezTo>
                <a:cubicBezTo>
                  <a:pt x="2472214" y="314611"/>
                  <a:pt x="2462308" y="345472"/>
                  <a:pt x="2462308" y="383477"/>
                </a:cubicBezTo>
                <a:cubicBezTo>
                  <a:pt x="2462308" y="421481"/>
                  <a:pt x="2472214" y="453580"/>
                  <a:pt x="2491931" y="476155"/>
                </a:cubicBezTo>
                <a:cubicBezTo>
                  <a:pt x="2511647" y="498729"/>
                  <a:pt x="2538508" y="509969"/>
                  <a:pt x="2572512" y="509969"/>
                </a:cubicBezTo>
                <a:cubicBezTo>
                  <a:pt x="2606516" y="509969"/>
                  <a:pt x="2632329" y="498348"/>
                  <a:pt x="2650808" y="475012"/>
                </a:cubicBezTo>
                <a:cubicBezTo>
                  <a:pt x="2669286" y="451675"/>
                  <a:pt x="2678525" y="420434"/>
                  <a:pt x="2678525" y="381286"/>
                </a:cubicBezTo>
                <a:close/>
                <a:moveTo>
                  <a:pt x="3280410" y="494729"/>
                </a:moveTo>
                <a:cubicBezTo>
                  <a:pt x="3272028" y="500634"/>
                  <a:pt x="3264313" y="504920"/>
                  <a:pt x="3257360" y="507397"/>
                </a:cubicBezTo>
                <a:cubicBezTo>
                  <a:pt x="3250406" y="509873"/>
                  <a:pt x="3243453" y="511112"/>
                  <a:pt x="3236500" y="511112"/>
                </a:cubicBezTo>
                <a:cubicBezTo>
                  <a:pt x="3223070" y="511112"/>
                  <a:pt x="3212687" y="506730"/>
                  <a:pt x="3205258" y="497872"/>
                </a:cubicBezTo>
                <a:cubicBezTo>
                  <a:pt x="3197829" y="489109"/>
                  <a:pt x="3194114" y="475393"/>
                  <a:pt x="3194114" y="456724"/>
                </a:cubicBezTo>
                <a:lnTo>
                  <a:pt x="3194114" y="260985"/>
                </a:lnTo>
                <a:lnTo>
                  <a:pt x="3291269" y="260985"/>
                </a:lnTo>
                <a:lnTo>
                  <a:pt x="3291269" y="191738"/>
                </a:lnTo>
                <a:lnTo>
                  <a:pt x="3194114" y="191738"/>
                </a:lnTo>
                <a:lnTo>
                  <a:pt x="3194114" y="82677"/>
                </a:lnTo>
                <a:lnTo>
                  <a:pt x="3105150" y="98298"/>
                </a:lnTo>
                <a:lnTo>
                  <a:pt x="3105150" y="191643"/>
                </a:lnTo>
                <a:lnTo>
                  <a:pt x="2957227" y="191643"/>
                </a:lnTo>
                <a:lnTo>
                  <a:pt x="2957227" y="130969"/>
                </a:lnTo>
                <a:cubicBezTo>
                  <a:pt x="2957227" y="111157"/>
                  <a:pt x="2961513" y="96202"/>
                  <a:pt x="2970086" y="86297"/>
                </a:cubicBezTo>
                <a:cubicBezTo>
                  <a:pt x="2978658" y="76391"/>
                  <a:pt x="2990850" y="71438"/>
                  <a:pt x="3006757" y="71438"/>
                </a:cubicBezTo>
                <a:cubicBezTo>
                  <a:pt x="3014948" y="71438"/>
                  <a:pt x="3022473" y="72581"/>
                  <a:pt x="3029236" y="74962"/>
                </a:cubicBezTo>
                <a:cubicBezTo>
                  <a:pt x="3036094" y="77343"/>
                  <a:pt x="3042666" y="80581"/>
                  <a:pt x="3049143" y="84868"/>
                </a:cubicBezTo>
                <a:lnTo>
                  <a:pt x="3085624" y="20479"/>
                </a:lnTo>
                <a:cubicBezTo>
                  <a:pt x="3072479" y="13525"/>
                  <a:pt x="3059049" y="8382"/>
                  <a:pt x="3045429" y="5048"/>
                </a:cubicBezTo>
                <a:cubicBezTo>
                  <a:pt x="3031808" y="1715"/>
                  <a:pt x="3017615" y="0"/>
                  <a:pt x="3003042" y="0"/>
                </a:cubicBezTo>
                <a:cubicBezTo>
                  <a:pt x="2960370" y="0"/>
                  <a:pt x="2927318" y="11621"/>
                  <a:pt x="2903887" y="34957"/>
                </a:cubicBezTo>
                <a:cubicBezTo>
                  <a:pt x="2880455" y="58293"/>
                  <a:pt x="2868740" y="90011"/>
                  <a:pt x="2868740" y="130207"/>
                </a:cubicBezTo>
                <a:lnTo>
                  <a:pt x="2868740" y="191643"/>
                </a:lnTo>
                <a:lnTo>
                  <a:pt x="2803970" y="191643"/>
                </a:lnTo>
                <a:lnTo>
                  <a:pt x="2803970" y="260890"/>
                </a:lnTo>
                <a:lnTo>
                  <a:pt x="2868740" y="260890"/>
                </a:lnTo>
                <a:lnTo>
                  <a:pt x="2868740" y="572643"/>
                </a:lnTo>
                <a:lnTo>
                  <a:pt x="2957322" y="572643"/>
                </a:lnTo>
                <a:lnTo>
                  <a:pt x="2957322" y="260890"/>
                </a:lnTo>
                <a:lnTo>
                  <a:pt x="3105246" y="260890"/>
                </a:lnTo>
                <a:lnTo>
                  <a:pt x="3105246" y="469297"/>
                </a:lnTo>
                <a:cubicBezTo>
                  <a:pt x="3105246" y="505968"/>
                  <a:pt x="3114675" y="533876"/>
                  <a:pt x="3133535" y="553022"/>
                </a:cubicBezTo>
                <a:cubicBezTo>
                  <a:pt x="3152394" y="572167"/>
                  <a:pt x="3180588" y="581692"/>
                  <a:pt x="3218021" y="581692"/>
                </a:cubicBezTo>
                <a:cubicBezTo>
                  <a:pt x="3236405" y="581692"/>
                  <a:pt x="3253454" y="579311"/>
                  <a:pt x="3269171" y="574453"/>
                </a:cubicBezTo>
                <a:cubicBezTo>
                  <a:pt x="3284887" y="569595"/>
                  <a:pt x="3297841" y="563118"/>
                  <a:pt x="3308033" y="554926"/>
                </a:cubicBezTo>
                <a:lnTo>
                  <a:pt x="3280505" y="494633"/>
                </a:lnTo>
                <a:close/>
                <a:moveTo>
                  <a:pt x="301181" y="915543"/>
                </a:moveTo>
                <a:lnTo>
                  <a:pt x="497300" y="1449134"/>
                </a:lnTo>
                <a:lnTo>
                  <a:pt x="399860" y="1449134"/>
                </a:lnTo>
                <a:lnTo>
                  <a:pt x="354139" y="1324166"/>
                </a:lnTo>
                <a:lnTo>
                  <a:pt x="140970" y="1324166"/>
                </a:lnTo>
                <a:lnTo>
                  <a:pt x="97441" y="1449134"/>
                </a:lnTo>
                <a:lnTo>
                  <a:pt x="0" y="1449134"/>
                </a:lnTo>
                <a:lnTo>
                  <a:pt x="197930" y="915543"/>
                </a:lnTo>
                <a:lnTo>
                  <a:pt x="301371" y="915543"/>
                </a:lnTo>
                <a:close/>
                <a:moveTo>
                  <a:pt x="329851" y="1247108"/>
                </a:moveTo>
                <a:lnTo>
                  <a:pt x="257651" y="1037654"/>
                </a:lnTo>
                <a:cubicBezTo>
                  <a:pt x="255937" y="1032224"/>
                  <a:pt x="254318" y="1027271"/>
                  <a:pt x="252984" y="1022795"/>
                </a:cubicBezTo>
                <a:cubicBezTo>
                  <a:pt x="251651" y="1018318"/>
                  <a:pt x="250031" y="1012888"/>
                  <a:pt x="248317" y="1006412"/>
                </a:cubicBezTo>
                <a:lnTo>
                  <a:pt x="246126" y="1006412"/>
                </a:lnTo>
                <a:cubicBezTo>
                  <a:pt x="244412" y="1012317"/>
                  <a:pt x="242792" y="1017651"/>
                  <a:pt x="241459" y="1022223"/>
                </a:cubicBezTo>
                <a:cubicBezTo>
                  <a:pt x="240125" y="1026795"/>
                  <a:pt x="238411" y="1031938"/>
                  <a:pt x="236411" y="1037654"/>
                </a:cubicBezTo>
                <a:lnTo>
                  <a:pt x="164973" y="1247108"/>
                </a:lnTo>
                <a:lnTo>
                  <a:pt x="329756" y="1247108"/>
                </a:lnTo>
                <a:close/>
                <a:moveTo>
                  <a:pt x="557403" y="1449134"/>
                </a:moveTo>
                <a:lnTo>
                  <a:pt x="648557" y="1449134"/>
                </a:lnTo>
                <a:lnTo>
                  <a:pt x="648557" y="915543"/>
                </a:lnTo>
                <a:lnTo>
                  <a:pt x="557403" y="915543"/>
                </a:lnTo>
                <a:lnTo>
                  <a:pt x="557403" y="1449134"/>
                </a:lnTo>
                <a:close/>
                <a:moveTo>
                  <a:pt x="1271778" y="915543"/>
                </a:moveTo>
                <a:lnTo>
                  <a:pt x="883730" y="915543"/>
                </a:lnTo>
                <a:lnTo>
                  <a:pt x="883730" y="992600"/>
                </a:lnTo>
                <a:lnTo>
                  <a:pt x="1031843" y="992600"/>
                </a:lnTo>
                <a:lnTo>
                  <a:pt x="1031843" y="1449134"/>
                </a:lnTo>
                <a:lnTo>
                  <a:pt x="1122998" y="1449134"/>
                </a:lnTo>
                <a:lnTo>
                  <a:pt x="1122998" y="992600"/>
                </a:lnTo>
                <a:lnTo>
                  <a:pt x="1271778" y="992600"/>
                </a:lnTo>
                <a:lnTo>
                  <a:pt x="1271778" y="915543"/>
                </a:lnTo>
                <a:close/>
                <a:moveTo>
                  <a:pt x="1581340" y="1113854"/>
                </a:moveTo>
                <a:cubicBezTo>
                  <a:pt x="1616202" y="1150334"/>
                  <a:pt x="1633633" y="1197483"/>
                  <a:pt x="1633633" y="1255205"/>
                </a:cubicBezTo>
                <a:cubicBezTo>
                  <a:pt x="1633633" y="1312926"/>
                  <a:pt x="1615250" y="1362837"/>
                  <a:pt x="1578578" y="1400842"/>
                </a:cubicBezTo>
                <a:cubicBezTo>
                  <a:pt x="1541812" y="1438942"/>
                  <a:pt x="1493330" y="1457992"/>
                  <a:pt x="1433132" y="1457992"/>
                </a:cubicBezTo>
                <a:cubicBezTo>
                  <a:pt x="1372934" y="1457992"/>
                  <a:pt x="1324547" y="1440275"/>
                  <a:pt x="1288923" y="1404747"/>
                </a:cubicBezTo>
                <a:cubicBezTo>
                  <a:pt x="1253300" y="1369314"/>
                  <a:pt x="1235488" y="1321499"/>
                  <a:pt x="1235488" y="1261491"/>
                </a:cubicBezTo>
                <a:cubicBezTo>
                  <a:pt x="1235774" y="1200722"/>
                  <a:pt x="1254538" y="1151763"/>
                  <a:pt x="1292066" y="1114711"/>
                </a:cubicBezTo>
                <a:cubicBezTo>
                  <a:pt x="1329500" y="1077659"/>
                  <a:pt x="1378268" y="1059085"/>
                  <a:pt x="1438275" y="1059085"/>
                </a:cubicBezTo>
                <a:cubicBezTo>
                  <a:pt x="1498283" y="1059085"/>
                  <a:pt x="1546479" y="1077278"/>
                  <a:pt x="1581340" y="1113758"/>
                </a:cubicBezTo>
                <a:close/>
                <a:moveTo>
                  <a:pt x="1542479" y="1257491"/>
                </a:moveTo>
                <a:cubicBezTo>
                  <a:pt x="1542479" y="1219581"/>
                  <a:pt x="1533144" y="1189006"/>
                  <a:pt x="1514570" y="1165955"/>
                </a:cubicBezTo>
                <a:cubicBezTo>
                  <a:pt x="1495997" y="1142905"/>
                  <a:pt x="1469803" y="1131380"/>
                  <a:pt x="1436084" y="1131380"/>
                </a:cubicBezTo>
                <a:cubicBezTo>
                  <a:pt x="1402366" y="1131380"/>
                  <a:pt x="1376267" y="1143286"/>
                  <a:pt x="1356265" y="1167098"/>
                </a:cubicBezTo>
                <a:cubicBezTo>
                  <a:pt x="1336262" y="1190911"/>
                  <a:pt x="1326356" y="1221772"/>
                  <a:pt x="1326356" y="1259777"/>
                </a:cubicBezTo>
                <a:cubicBezTo>
                  <a:pt x="1326356" y="1297781"/>
                  <a:pt x="1336262" y="1329881"/>
                  <a:pt x="1355979" y="1352455"/>
                </a:cubicBezTo>
                <a:cubicBezTo>
                  <a:pt x="1375696" y="1375029"/>
                  <a:pt x="1402556" y="1386269"/>
                  <a:pt x="1436561" y="1386269"/>
                </a:cubicBezTo>
                <a:cubicBezTo>
                  <a:pt x="1470565" y="1386269"/>
                  <a:pt x="1496378" y="1374648"/>
                  <a:pt x="1514856" y="1351312"/>
                </a:cubicBezTo>
                <a:cubicBezTo>
                  <a:pt x="1533335" y="1327976"/>
                  <a:pt x="1542574" y="1296734"/>
                  <a:pt x="1542574" y="1257586"/>
                </a:cubicBezTo>
                <a:close/>
                <a:moveTo>
                  <a:pt x="1951577" y="1285399"/>
                </a:moveTo>
                <a:cubicBezTo>
                  <a:pt x="1951577" y="1314450"/>
                  <a:pt x="1943290" y="1338453"/>
                  <a:pt x="1926622" y="1357598"/>
                </a:cubicBezTo>
                <a:cubicBezTo>
                  <a:pt x="1910048" y="1376744"/>
                  <a:pt x="1888522" y="1386269"/>
                  <a:pt x="1862233" y="1386269"/>
                </a:cubicBezTo>
                <a:cubicBezTo>
                  <a:pt x="1835944" y="1386269"/>
                  <a:pt x="1817465" y="1378268"/>
                  <a:pt x="1805273" y="1362266"/>
                </a:cubicBezTo>
                <a:cubicBezTo>
                  <a:pt x="1793081" y="1346264"/>
                  <a:pt x="1787081" y="1322356"/>
                  <a:pt x="1787081" y="1290638"/>
                </a:cubicBezTo>
                <a:lnTo>
                  <a:pt x="1787081" y="1068134"/>
                </a:lnTo>
                <a:lnTo>
                  <a:pt x="1698498" y="1068134"/>
                </a:lnTo>
                <a:lnTo>
                  <a:pt x="1698498" y="1302544"/>
                </a:lnTo>
                <a:cubicBezTo>
                  <a:pt x="1698498" y="1353407"/>
                  <a:pt x="1709833" y="1391984"/>
                  <a:pt x="1732502" y="1418463"/>
                </a:cubicBezTo>
                <a:cubicBezTo>
                  <a:pt x="1755172" y="1444943"/>
                  <a:pt x="1788890" y="1458087"/>
                  <a:pt x="1833563" y="1458087"/>
                </a:cubicBezTo>
                <a:cubicBezTo>
                  <a:pt x="1856423" y="1458087"/>
                  <a:pt x="1878425" y="1452563"/>
                  <a:pt x="1899571" y="1441514"/>
                </a:cubicBezTo>
                <a:cubicBezTo>
                  <a:pt x="1920716" y="1430465"/>
                  <a:pt x="1937480" y="1415796"/>
                  <a:pt x="1949577" y="1397413"/>
                </a:cubicBezTo>
                <a:lnTo>
                  <a:pt x="1951482" y="1397413"/>
                </a:lnTo>
                <a:lnTo>
                  <a:pt x="1951482" y="1449134"/>
                </a:lnTo>
                <a:lnTo>
                  <a:pt x="2040446" y="1449134"/>
                </a:lnTo>
                <a:lnTo>
                  <a:pt x="2040446" y="1068134"/>
                </a:lnTo>
                <a:lnTo>
                  <a:pt x="1951482" y="1068134"/>
                </a:lnTo>
                <a:lnTo>
                  <a:pt x="1951482" y="1285399"/>
                </a:lnTo>
                <a:close/>
                <a:moveTo>
                  <a:pt x="2326767" y="1061466"/>
                </a:moveTo>
                <a:cubicBezTo>
                  <a:pt x="2303907" y="1061466"/>
                  <a:pt x="2283809" y="1067943"/>
                  <a:pt x="2266474" y="1080992"/>
                </a:cubicBezTo>
                <a:cubicBezTo>
                  <a:pt x="2249138" y="1094042"/>
                  <a:pt x="2235994" y="1112711"/>
                  <a:pt x="2227040" y="1136999"/>
                </a:cubicBezTo>
                <a:lnTo>
                  <a:pt x="2225516" y="1136999"/>
                </a:lnTo>
                <a:lnTo>
                  <a:pt x="2225516" y="1068134"/>
                </a:lnTo>
                <a:lnTo>
                  <a:pt x="2136553" y="1068134"/>
                </a:lnTo>
                <a:lnTo>
                  <a:pt x="2136553" y="1449134"/>
                </a:lnTo>
                <a:lnTo>
                  <a:pt x="2225516" y="1449134"/>
                </a:lnTo>
                <a:lnTo>
                  <a:pt x="2225516" y="1260824"/>
                </a:lnTo>
                <a:cubicBezTo>
                  <a:pt x="2225516" y="1224344"/>
                  <a:pt x="2233422" y="1195007"/>
                  <a:pt x="2249138" y="1172623"/>
                </a:cubicBezTo>
                <a:cubicBezTo>
                  <a:pt x="2264855" y="1150334"/>
                  <a:pt x="2285524" y="1139095"/>
                  <a:pt x="2311051" y="1139095"/>
                </a:cubicBezTo>
                <a:cubicBezTo>
                  <a:pt x="2319242" y="1139095"/>
                  <a:pt x="2326958" y="1139857"/>
                  <a:pt x="2334292" y="1141476"/>
                </a:cubicBezTo>
                <a:cubicBezTo>
                  <a:pt x="2341626" y="1143095"/>
                  <a:pt x="2348865" y="1145286"/>
                  <a:pt x="2356104" y="1147953"/>
                </a:cubicBezTo>
                <a:lnTo>
                  <a:pt x="2379917" y="1072039"/>
                </a:lnTo>
                <a:cubicBezTo>
                  <a:pt x="2370487" y="1067848"/>
                  <a:pt x="2361724" y="1064990"/>
                  <a:pt x="2353532" y="1063466"/>
                </a:cubicBezTo>
                <a:cubicBezTo>
                  <a:pt x="2345341" y="1061942"/>
                  <a:pt x="2336387" y="1061276"/>
                  <a:pt x="2326767" y="1061276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33000">
                <a:srgbClr val="FFFFFF"/>
              </a:gs>
              <a:gs pos="69000">
                <a:srgbClr val="D4EC8E"/>
              </a:gs>
            </a:gsLst>
            <a:lin ang="2700000" scaled="0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D3C8DE-A151-6229-4ABB-693D018AB9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Speaker name or subtitle text</a:t>
            </a:r>
          </a:p>
        </p:txBody>
      </p:sp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7402CA17-47CB-D841-851F-EAC4B87C20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0430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30A553-BFB8-57D4-AE28-9398552BB4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92" y="333"/>
            <a:ext cx="12190815" cy="68573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91F2C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rgbClr val="091F2C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13ECED-2129-6B62-31D3-80AD61D9A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91F2C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7.xml"/><Relationship Id="rId39" Type="http://schemas.openxmlformats.org/officeDocument/2006/relationships/slideLayout" Target="../slideLayouts/slideLayout90.xml"/><Relationship Id="rId21" Type="http://schemas.openxmlformats.org/officeDocument/2006/relationships/slideLayout" Target="../slideLayouts/slideLayout72.xml"/><Relationship Id="rId34" Type="http://schemas.openxmlformats.org/officeDocument/2006/relationships/slideLayout" Target="../slideLayouts/slideLayout85.xml"/><Relationship Id="rId42" Type="http://schemas.openxmlformats.org/officeDocument/2006/relationships/slideLayout" Target="../slideLayouts/slideLayout93.xml"/><Relationship Id="rId47" Type="http://schemas.openxmlformats.org/officeDocument/2006/relationships/slideLayout" Target="../slideLayouts/slideLayout98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9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8.xml"/><Relationship Id="rId40" Type="http://schemas.openxmlformats.org/officeDocument/2006/relationships/slideLayout" Target="../slideLayouts/slideLayout91.xml"/><Relationship Id="rId45" Type="http://schemas.openxmlformats.org/officeDocument/2006/relationships/slideLayout" Target="../slideLayouts/slideLayout96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87.xml"/><Relationship Id="rId49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31" Type="http://schemas.openxmlformats.org/officeDocument/2006/relationships/slideLayout" Target="../slideLayouts/slideLayout82.xml"/><Relationship Id="rId44" Type="http://schemas.openxmlformats.org/officeDocument/2006/relationships/slideLayout" Target="../slideLayouts/slideLayout95.xml"/><Relationship Id="rId52" Type="http://schemas.openxmlformats.org/officeDocument/2006/relationships/image" Target="../media/image2.svg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6.xml"/><Relationship Id="rId43" Type="http://schemas.openxmlformats.org/officeDocument/2006/relationships/slideLayout" Target="../slideLayouts/slideLayout94.xml"/><Relationship Id="rId48" Type="http://schemas.openxmlformats.org/officeDocument/2006/relationships/slideLayout" Target="../slideLayouts/slideLayout99.xml"/><Relationship Id="rId8" Type="http://schemas.openxmlformats.org/officeDocument/2006/relationships/slideLayout" Target="../slideLayouts/slideLayout59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9.xml"/><Relationship Id="rId46" Type="http://schemas.openxmlformats.org/officeDocument/2006/relationships/slideLayout" Target="../slideLayouts/slideLayout97.xml"/><Relationship Id="rId20" Type="http://schemas.openxmlformats.org/officeDocument/2006/relationships/slideLayout" Target="../slideLayouts/slideLayout71.xml"/><Relationship Id="rId41" Type="http://schemas.openxmlformats.org/officeDocument/2006/relationships/slideLayout" Target="../slideLayouts/slideLayout92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97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67" r:id="rId19"/>
    <p:sldLayoutId id="2147485468" r:id="rId20"/>
    <p:sldLayoutId id="2147485469" r:id="rId21"/>
    <p:sldLayoutId id="2147485470" r:id="rId22"/>
    <p:sldLayoutId id="2147485471" r:id="rId23"/>
    <p:sldLayoutId id="2147485472" r:id="rId24"/>
    <p:sldLayoutId id="2147485473" r:id="rId25"/>
    <p:sldLayoutId id="2147485474" r:id="rId26"/>
    <p:sldLayoutId id="2147485475" r:id="rId27"/>
    <p:sldLayoutId id="2147485476" r:id="rId28"/>
    <p:sldLayoutId id="2147485477" r:id="rId29"/>
    <p:sldLayoutId id="2147485478" r:id="rId30"/>
    <p:sldLayoutId id="2147485479" r:id="rId31"/>
    <p:sldLayoutId id="2147485480" r:id="rId32"/>
    <p:sldLayoutId id="2147485481" r:id="rId33"/>
    <p:sldLayoutId id="2147485482" r:id="rId34"/>
    <p:sldLayoutId id="2147485483" r:id="rId35"/>
    <p:sldLayoutId id="2147485484" r:id="rId36"/>
    <p:sldLayoutId id="2147485485" r:id="rId37"/>
    <p:sldLayoutId id="2147485486" r:id="rId38"/>
    <p:sldLayoutId id="2147485487" r:id="rId39"/>
    <p:sldLayoutId id="2147485488" r:id="rId40"/>
    <p:sldLayoutId id="2147485489" r:id="rId41"/>
    <p:sldLayoutId id="2147485490" r:id="rId42"/>
    <p:sldLayoutId id="2147485491" r:id="rId43"/>
    <p:sldLayoutId id="2147485492" r:id="rId44"/>
    <p:sldLayoutId id="2147485493" r:id="rId45"/>
    <p:sldLayoutId id="2147485494" r:id="rId46"/>
    <p:sldLayoutId id="2147485495" r:id="rId47"/>
    <p:sldLayoutId id="2147485496" r:id="rId48"/>
    <p:sldLayoutId id="2147485603" r:id="rId49"/>
    <p:sldLayoutId id="2147485607" r:id="rId50"/>
    <p:sldLayoutId id="2147485609" r:id="rId51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8" r:id="rId6"/>
    <p:sldLayoutId id="2147485559" r:id="rId7"/>
    <p:sldLayoutId id="2147485560" r:id="rId8"/>
    <p:sldLayoutId id="2147485561" r:id="rId9"/>
    <p:sldLayoutId id="2147485562" r:id="rId10"/>
    <p:sldLayoutId id="2147485563" r:id="rId11"/>
    <p:sldLayoutId id="2147485564" r:id="rId12"/>
    <p:sldLayoutId id="2147485565" r:id="rId13"/>
    <p:sldLayoutId id="2147485566" r:id="rId14"/>
    <p:sldLayoutId id="2147485567" r:id="rId15"/>
    <p:sldLayoutId id="2147485568" r:id="rId16"/>
    <p:sldLayoutId id="2147485569" r:id="rId17"/>
    <p:sldLayoutId id="2147485570" r:id="rId18"/>
    <p:sldLayoutId id="2147485571" r:id="rId19"/>
    <p:sldLayoutId id="2147485572" r:id="rId20"/>
    <p:sldLayoutId id="2147485573" r:id="rId21"/>
    <p:sldLayoutId id="2147485574" r:id="rId22"/>
    <p:sldLayoutId id="2147485575" r:id="rId23"/>
    <p:sldLayoutId id="2147485576" r:id="rId24"/>
    <p:sldLayoutId id="2147485577" r:id="rId25"/>
    <p:sldLayoutId id="2147485578" r:id="rId26"/>
    <p:sldLayoutId id="2147485579" r:id="rId27"/>
    <p:sldLayoutId id="2147485580" r:id="rId28"/>
    <p:sldLayoutId id="2147485581" r:id="rId29"/>
    <p:sldLayoutId id="2147485582" r:id="rId30"/>
    <p:sldLayoutId id="2147485583" r:id="rId31"/>
    <p:sldLayoutId id="2147485584" r:id="rId32"/>
    <p:sldLayoutId id="2147485585" r:id="rId33"/>
    <p:sldLayoutId id="2147485586" r:id="rId34"/>
    <p:sldLayoutId id="2147485587" r:id="rId35"/>
    <p:sldLayoutId id="2147485588" r:id="rId36"/>
    <p:sldLayoutId id="2147485589" r:id="rId37"/>
    <p:sldLayoutId id="2147485590" r:id="rId38"/>
    <p:sldLayoutId id="2147485591" r:id="rId39"/>
    <p:sldLayoutId id="2147485592" r:id="rId40"/>
    <p:sldLayoutId id="2147485593" r:id="rId41"/>
    <p:sldLayoutId id="2147485594" r:id="rId42"/>
    <p:sldLayoutId id="2147485595" r:id="rId43"/>
    <p:sldLayoutId id="2147485596" r:id="rId44"/>
    <p:sldLayoutId id="2147485597" r:id="rId45"/>
    <p:sldLayoutId id="2147485598" r:id="rId46"/>
    <p:sldLayoutId id="2147485599" r:id="rId47"/>
    <p:sldLayoutId id="2147485600" r:id="rId48"/>
    <p:sldLayoutId id="2147485602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Relationship Id="rId5" Type="http://schemas.openxmlformats.org/officeDocument/2006/relationships/hyperlink" Target="https://www.nask.pl/media/2025/06/Generatywna-sztuczna-inteligencja-a-polski-rynek-pracy.pdf" TargetMode="External"/><Relationship Id="rId4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ammobile.com/news/samsung-developing-chatgpt-like-large-language-model-internal-use/?utm_source=chatgpt.com" TargetMode="External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ndroid.com.pl/tech/994634-samsung-buduje-wlasny-ekosystem-ai/?utm_source=chatgpt.com" TargetMode="External"/><Relationship Id="rId5" Type="http://schemas.openxmlformats.org/officeDocument/2006/relationships/image" Target="../media/image49.png"/><Relationship Id="rId4" Type="http://schemas.openxmlformats.org/officeDocument/2006/relationships/hyperlink" Target="https://www.ciodive.com/news/Samsung-Electronics-ChatGPT-leak-data-privacy/647137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53.png"/><Relationship Id="rId5" Type="http://schemas.openxmlformats.org/officeDocument/2006/relationships/image" Target="../media/image46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0.xml"/><Relationship Id="rId5" Type="http://schemas.openxmlformats.org/officeDocument/2006/relationships/hyperlink" Target="https://www.ti-people.com/wp-content/uploads/2025/05/Barriers-to-AI-Adoption.pdf?utm_source=chatgpt.com" TargetMode="External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57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115DFD-7798-3764-F978-3FD40F625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464403"/>
            <a:ext cx="7361622" cy="2585323"/>
          </a:xfrm>
        </p:spPr>
        <p:txBody>
          <a:bodyPr/>
          <a:lstStyle/>
          <a:p>
            <a:r>
              <a:rPr lang="pl-PL" sz="4800">
                <a:latin typeface="Segoe Sans Display Semibold"/>
                <a:cs typeface="Segoe Sans Display Semibold"/>
              </a:rPr>
              <a:t>AI </a:t>
            </a:r>
            <a:r>
              <a:rPr lang="pl-PL" sz="4800" err="1">
                <a:latin typeface="Segoe Sans Display Semibold"/>
                <a:cs typeface="Segoe Sans Display Semibold"/>
              </a:rPr>
              <a:t>Governance</a:t>
            </a:r>
            <a:r>
              <a:rPr lang="pl-PL" sz="4800">
                <a:latin typeface="Segoe Sans Display Semibold"/>
                <a:cs typeface="Segoe Sans Display Semibold"/>
              </a:rPr>
              <a:t> – tworzenie polityki AI i etyczne aspekty   </a:t>
            </a:r>
            <a:br>
              <a:rPr lang="pl-PL"/>
            </a:br>
            <a:r>
              <a:rPr lang="pl-PL" sz="2400">
                <a:latin typeface="Segoe Sans Display Semibold"/>
                <a:cs typeface="Segoe Sans Display Semibold"/>
              </a:rPr>
              <a:t>Zajęcia nr 6  </a:t>
            </a:r>
            <a:endParaRPr lang="nn-NO">
              <a:latin typeface="Segoe Sans Display Semibold"/>
              <a:cs typeface="Segoe Sans Display Semibold"/>
            </a:endParaRPr>
          </a:p>
        </p:txBody>
      </p:sp>
      <p:sp>
        <p:nvSpPr>
          <p:cNvPr id="4" name="Symbol zastępczy tekstu 2">
            <a:extLst>
              <a:ext uri="{FF2B5EF4-FFF2-40B4-BE49-F238E27FC236}">
                <a16:creationId xmlns:a16="http://schemas.microsoft.com/office/drawing/2014/main" id="{CF343890-32B2-49CF-3B19-D3FAD8495E9C}"/>
              </a:ext>
            </a:extLst>
          </p:cNvPr>
          <p:cNvSpPr txBox="1">
            <a:spLocks/>
          </p:cNvSpPr>
          <p:nvPr/>
        </p:nvSpPr>
        <p:spPr bwMode="white">
          <a:xfrm>
            <a:off x="584200" y="5187820"/>
            <a:ext cx="5577840" cy="2631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</a:pPr>
            <a:r>
              <a:rPr lang="pl-PL"/>
              <a:t>Agata Szeliga – Partner, radca prawny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E21B618-77E6-80DF-47D3-7CCEBDE871E7}"/>
              </a:ext>
            </a:extLst>
          </p:cNvPr>
          <p:cNvSpPr txBox="1">
            <a:spLocks/>
          </p:cNvSpPr>
          <p:nvPr/>
        </p:nvSpPr>
        <p:spPr bwMode="white">
          <a:xfrm>
            <a:off x="584199" y="4917569"/>
            <a:ext cx="5577840" cy="2631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</a:pPr>
            <a:r>
              <a:rPr lang="pl-PL" dirty="0">
                <a:cs typeface="Segoe UI"/>
              </a:rPr>
              <a:t>Renata Zalewska – </a:t>
            </a:r>
            <a:r>
              <a:rPr lang="pl-PL" err="1">
                <a:cs typeface="Segoe UI"/>
              </a:rPr>
              <a:t>Head</a:t>
            </a:r>
            <a:r>
              <a:rPr lang="pl-PL">
                <a:cs typeface="Segoe UI"/>
              </a:rPr>
              <a:t> of Legal, radca prawny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5704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D13ECF-1877-E2AA-D522-E6B08C721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309812"/>
            <a:ext cx="3182027" cy="3959225"/>
          </a:xfrm>
        </p:spPr>
        <p:txBody>
          <a:bodyPr wrap="square" anchor="t">
            <a:normAutofit/>
          </a:bodyPr>
          <a:lstStyle/>
          <a:p>
            <a:r>
              <a:rPr lang="pl-PL"/>
              <a:t>Agenda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C6D5661-6ED9-6DDD-062D-F0799877A96D}"/>
              </a:ext>
            </a:extLst>
          </p:cNvPr>
          <p:cNvSpPr>
            <a:spLocks noGrp="1"/>
          </p:cNvSpPr>
          <p:nvPr>
            <p:ph type="body" sz="quarter" idx="1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4356100" y="2309812"/>
            <a:ext cx="7253288" cy="3959223"/>
          </a:xfrm>
        </p:spPr>
        <p:txBody>
          <a:bodyPr wrap="square" anchor="t">
            <a:normAutofit/>
          </a:bodyPr>
          <a:lstStyle/>
          <a:p>
            <a:pPr algn="just"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l-PL" sz="2400">
                <a:solidFill>
                  <a:schemeClr val="accent1"/>
                </a:solidFill>
                <a:cs typeface="Segoe UI"/>
              </a:rPr>
              <a:t>I część</a:t>
            </a:r>
            <a:r>
              <a:rPr lang="pl-PL" sz="2400">
                <a:cs typeface="Segoe UI"/>
              </a:rPr>
              <a:t>: Polityka AI w organizacji </a:t>
            </a:r>
          </a:p>
          <a:p>
            <a:pPr algn="just"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l-PL" sz="2400">
                <a:solidFill>
                  <a:schemeClr val="accent1"/>
                </a:solidFill>
                <a:cs typeface="Segoe UI"/>
              </a:rPr>
              <a:t>II część</a:t>
            </a:r>
            <a:r>
              <a:rPr lang="pl-PL" sz="2400">
                <a:cs typeface="Segoe UI"/>
              </a:rPr>
              <a:t>: </a:t>
            </a:r>
            <a:r>
              <a:rPr lang="pl-PL" sz="2400" err="1">
                <a:cs typeface="Segoe UI"/>
              </a:rPr>
              <a:t>Shadow</a:t>
            </a:r>
            <a:r>
              <a:rPr lang="pl-PL" sz="2400">
                <a:cs typeface="Segoe UI"/>
              </a:rPr>
              <a:t> AI oraz etyka i odpowiedzialne AI </a:t>
            </a:r>
            <a:endParaRPr lang="pl-PL" sz="2400"/>
          </a:p>
          <a:p>
            <a:pPr algn="just"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l-PL" sz="2400">
                <a:solidFill>
                  <a:schemeClr val="accent1"/>
                </a:solidFill>
                <a:cs typeface="Segoe UI"/>
              </a:rPr>
              <a:t>III część</a:t>
            </a:r>
            <a:r>
              <a:rPr lang="pl-PL" sz="2400">
                <a:cs typeface="Segoe UI"/>
              </a:rPr>
              <a:t>: Case </a:t>
            </a:r>
            <a:r>
              <a:rPr lang="pl-PL" sz="2400" err="1">
                <a:cs typeface="Segoe UI"/>
              </a:rPr>
              <a:t>study</a:t>
            </a:r>
            <a:r>
              <a:rPr lang="pl-PL" sz="2400">
                <a:cs typeface="Segoe U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385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E3142-4DA3-B2BB-EDEE-955EB4BC2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26650F4-E0E0-9867-032F-3A92C557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758809"/>
            <a:ext cx="6675120" cy="553998"/>
          </a:xfrm>
        </p:spPr>
        <p:txBody>
          <a:bodyPr/>
          <a:lstStyle/>
          <a:p>
            <a:r>
              <a:rPr lang="pl-PL">
                <a:solidFill>
                  <a:srgbClr val="FFFFFF"/>
                </a:solidFill>
                <a:latin typeface="Segoe UI Semibold"/>
                <a:ea typeface="+mj-lt"/>
                <a:cs typeface="Segoe UI Semibold"/>
              </a:rPr>
              <a:t>Polityka AI w organizacji </a:t>
            </a:r>
            <a:r>
              <a:rPr lang="pl-PL">
                <a:ea typeface="+mj-lt"/>
                <a:cs typeface="+mj-lt"/>
              </a:rPr>
              <a:t> </a:t>
            </a:r>
            <a:endParaRPr lang="en-US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0650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E8DF8-749D-0E44-3602-100B8CD2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olny kształt: kształt 7">
            <a:extLst>
              <a:ext uri="{FF2B5EF4-FFF2-40B4-BE49-F238E27FC236}">
                <a16:creationId xmlns:a16="http://schemas.microsoft.com/office/drawing/2014/main" id="{D6CFBB58-4C46-CEF4-DA64-9983CD5E7945}"/>
              </a:ext>
            </a:extLst>
          </p:cNvPr>
          <p:cNvSpPr/>
          <p:nvPr/>
        </p:nvSpPr>
        <p:spPr>
          <a:xfrm>
            <a:off x="788447" y="3203047"/>
            <a:ext cx="2642355" cy="767288"/>
          </a:xfrm>
          <a:custGeom>
            <a:avLst/>
            <a:gdLst>
              <a:gd name="connsiteX0" fmla="*/ 0 w 1997326"/>
              <a:gd name="connsiteY0" fmla="*/ 0 h 658209"/>
              <a:gd name="connsiteX1" fmla="*/ 1997326 w 1997326"/>
              <a:gd name="connsiteY1" fmla="*/ 0 h 658209"/>
              <a:gd name="connsiteX2" fmla="*/ 1997326 w 1997326"/>
              <a:gd name="connsiteY2" fmla="*/ 658209 h 658209"/>
              <a:gd name="connsiteX3" fmla="*/ 0 w 1997326"/>
              <a:gd name="connsiteY3" fmla="*/ 658209 h 658209"/>
              <a:gd name="connsiteX4" fmla="*/ 0 w 1997326"/>
              <a:gd name="connsiteY4" fmla="*/ 0 h 658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97326" h="658209">
                <a:moveTo>
                  <a:pt x="0" y="0"/>
                </a:moveTo>
                <a:lnTo>
                  <a:pt x="1997326" y="0"/>
                </a:lnTo>
                <a:lnTo>
                  <a:pt x="1997326" y="658209"/>
                </a:lnTo>
                <a:lnTo>
                  <a:pt x="0" y="6582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320" tIns="20320" rIns="20320" bIns="2032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l-PL" sz="1600" b="1"/>
              <a:t>Identyfikacja</a:t>
            </a:r>
            <a:r>
              <a:rPr lang="pl-PL" sz="1600" b="1" kern="1200"/>
              <a:t> </a:t>
            </a:r>
            <a:r>
              <a:rPr lang="pl-PL" sz="1600" b="1" kern="1200" err="1"/>
              <a:t>ryzyk</a:t>
            </a:r>
            <a:r>
              <a:rPr lang="pl-PL" sz="1600" b="1" kern="1200"/>
              <a:t> </a:t>
            </a:r>
            <a:endParaRPr lang="en-US" sz="1600" kern="1200"/>
          </a:p>
        </p:txBody>
      </p:sp>
      <p:sp>
        <p:nvSpPr>
          <p:cNvPr id="9" name="Owal 8">
            <a:extLst>
              <a:ext uri="{FF2B5EF4-FFF2-40B4-BE49-F238E27FC236}">
                <a16:creationId xmlns:a16="http://schemas.microsoft.com/office/drawing/2014/main" id="{5E50163A-EC3C-E535-0C07-37D71B4FC7C6}"/>
              </a:ext>
            </a:extLst>
          </p:cNvPr>
          <p:cNvSpPr/>
          <p:nvPr/>
        </p:nvSpPr>
        <p:spPr>
          <a:xfrm>
            <a:off x="1055452" y="2925168"/>
            <a:ext cx="241654" cy="220305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Owal 9">
            <a:extLst>
              <a:ext uri="{FF2B5EF4-FFF2-40B4-BE49-F238E27FC236}">
                <a16:creationId xmlns:a16="http://schemas.microsoft.com/office/drawing/2014/main" id="{3F25261F-9D1F-FD8D-4050-C796117748E4}"/>
              </a:ext>
            </a:extLst>
          </p:cNvPr>
          <p:cNvSpPr/>
          <p:nvPr/>
        </p:nvSpPr>
        <p:spPr>
          <a:xfrm>
            <a:off x="1166667" y="2674180"/>
            <a:ext cx="241654" cy="220305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2222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Owal 10">
            <a:extLst>
              <a:ext uri="{FF2B5EF4-FFF2-40B4-BE49-F238E27FC236}">
                <a16:creationId xmlns:a16="http://schemas.microsoft.com/office/drawing/2014/main" id="{42001BBF-5F62-54D4-0468-308046255A57}"/>
              </a:ext>
            </a:extLst>
          </p:cNvPr>
          <p:cNvSpPr/>
          <p:nvPr/>
        </p:nvSpPr>
        <p:spPr>
          <a:xfrm>
            <a:off x="1433583" y="2724378"/>
            <a:ext cx="379741" cy="346192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4444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Owal 11">
            <a:extLst>
              <a:ext uri="{FF2B5EF4-FFF2-40B4-BE49-F238E27FC236}">
                <a16:creationId xmlns:a16="http://schemas.microsoft.com/office/drawing/2014/main" id="{80BD6C32-2C23-F734-CD11-CFBB716290A6}"/>
              </a:ext>
            </a:extLst>
          </p:cNvPr>
          <p:cNvSpPr/>
          <p:nvPr/>
        </p:nvSpPr>
        <p:spPr>
          <a:xfrm>
            <a:off x="1656012" y="2448292"/>
            <a:ext cx="241654" cy="220305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6667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Owal 12">
            <a:extLst>
              <a:ext uri="{FF2B5EF4-FFF2-40B4-BE49-F238E27FC236}">
                <a16:creationId xmlns:a16="http://schemas.microsoft.com/office/drawing/2014/main" id="{82386EA6-406C-0036-BD78-B1A8C87638C1}"/>
              </a:ext>
            </a:extLst>
          </p:cNvPr>
          <p:cNvSpPr/>
          <p:nvPr/>
        </p:nvSpPr>
        <p:spPr>
          <a:xfrm>
            <a:off x="1945170" y="2347897"/>
            <a:ext cx="241654" cy="220305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8889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4" name="Owal 13">
            <a:extLst>
              <a:ext uri="{FF2B5EF4-FFF2-40B4-BE49-F238E27FC236}">
                <a16:creationId xmlns:a16="http://schemas.microsoft.com/office/drawing/2014/main" id="{924BC581-338A-F70D-6E6B-E17AC68B33FC}"/>
              </a:ext>
            </a:extLst>
          </p:cNvPr>
          <p:cNvSpPr/>
          <p:nvPr/>
        </p:nvSpPr>
        <p:spPr>
          <a:xfrm>
            <a:off x="2301057" y="2523587"/>
            <a:ext cx="241654" cy="220305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11111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5" name="Owal 14">
            <a:extLst>
              <a:ext uri="{FF2B5EF4-FFF2-40B4-BE49-F238E27FC236}">
                <a16:creationId xmlns:a16="http://schemas.microsoft.com/office/drawing/2014/main" id="{60200477-ABCC-6704-1BE7-192B6C36948A}"/>
              </a:ext>
            </a:extLst>
          </p:cNvPr>
          <p:cNvSpPr/>
          <p:nvPr/>
        </p:nvSpPr>
        <p:spPr>
          <a:xfrm>
            <a:off x="2523488" y="2649081"/>
            <a:ext cx="379741" cy="346192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13333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6" name="Owal 15">
            <a:extLst>
              <a:ext uri="{FF2B5EF4-FFF2-40B4-BE49-F238E27FC236}">
                <a16:creationId xmlns:a16="http://schemas.microsoft.com/office/drawing/2014/main" id="{AA57D46A-F5EE-7945-1551-A7CC9A58CBB9}"/>
              </a:ext>
            </a:extLst>
          </p:cNvPr>
          <p:cNvSpPr/>
          <p:nvPr/>
        </p:nvSpPr>
        <p:spPr>
          <a:xfrm>
            <a:off x="2834888" y="2925168"/>
            <a:ext cx="241654" cy="220305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15556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7" name="Owal 16">
            <a:extLst>
              <a:ext uri="{FF2B5EF4-FFF2-40B4-BE49-F238E27FC236}">
                <a16:creationId xmlns:a16="http://schemas.microsoft.com/office/drawing/2014/main" id="{9938D038-83ED-4FA5-3BA9-5CB33A9D8BB1}"/>
              </a:ext>
            </a:extLst>
          </p:cNvPr>
          <p:cNvSpPr/>
          <p:nvPr/>
        </p:nvSpPr>
        <p:spPr>
          <a:xfrm>
            <a:off x="2968346" y="3201253"/>
            <a:ext cx="241654" cy="220305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17778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8" name="Owal 17">
            <a:extLst>
              <a:ext uri="{FF2B5EF4-FFF2-40B4-BE49-F238E27FC236}">
                <a16:creationId xmlns:a16="http://schemas.microsoft.com/office/drawing/2014/main" id="{59F9030C-2517-DE1C-4B2E-1C1CD4349339}"/>
              </a:ext>
            </a:extLst>
          </p:cNvPr>
          <p:cNvSpPr/>
          <p:nvPr/>
        </p:nvSpPr>
        <p:spPr>
          <a:xfrm>
            <a:off x="1811712" y="2674179"/>
            <a:ext cx="621396" cy="566498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2000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9" name="Owal 18">
            <a:extLst>
              <a:ext uri="{FF2B5EF4-FFF2-40B4-BE49-F238E27FC236}">
                <a16:creationId xmlns:a16="http://schemas.microsoft.com/office/drawing/2014/main" id="{E7CDEF68-D584-E2BD-856F-EDF5030B1034}"/>
              </a:ext>
            </a:extLst>
          </p:cNvPr>
          <p:cNvSpPr/>
          <p:nvPr/>
        </p:nvSpPr>
        <p:spPr>
          <a:xfrm>
            <a:off x="993665" y="3725531"/>
            <a:ext cx="241654" cy="220305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22222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Owal 19">
            <a:extLst>
              <a:ext uri="{FF2B5EF4-FFF2-40B4-BE49-F238E27FC236}">
                <a16:creationId xmlns:a16="http://schemas.microsoft.com/office/drawing/2014/main" id="{92868104-9626-6A04-EDF4-0BBE13E6D20C}"/>
              </a:ext>
            </a:extLst>
          </p:cNvPr>
          <p:cNvSpPr/>
          <p:nvPr/>
        </p:nvSpPr>
        <p:spPr>
          <a:xfrm>
            <a:off x="1114767" y="3979307"/>
            <a:ext cx="379741" cy="346192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24444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1" name="Owal 20">
            <a:extLst>
              <a:ext uri="{FF2B5EF4-FFF2-40B4-BE49-F238E27FC236}">
                <a16:creationId xmlns:a16="http://schemas.microsoft.com/office/drawing/2014/main" id="{A1038E12-1002-DC1A-E312-8AE8A3DFC636}"/>
              </a:ext>
            </a:extLst>
          </p:cNvPr>
          <p:cNvSpPr/>
          <p:nvPr/>
        </p:nvSpPr>
        <p:spPr>
          <a:xfrm>
            <a:off x="1436054" y="4152210"/>
            <a:ext cx="552352" cy="503554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26667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2" name="Owal 21">
            <a:extLst>
              <a:ext uri="{FF2B5EF4-FFF2-40B4-BE49-F238E27FC236}">
                <a16:creationId xmlns:a16="http://schemas.microsoft.com/office/drawing/2014/main" id="{E72EFD24-8E7E-5688-E6A5-8AA65BC20D65}"/>
              </a:ext>
            </a:extLst>
          </p:cNvPr>
          <p:cNvSpPr/>
          <p:nvPr/>
        </p:nvSpPr>
        <p:spPr>
          <a:xfrm>
            <a:off x="1903155" y="4478494"/>
            <a:ext cx="241654" cy="220305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28889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3" name="Owal 22">
            <a:extLst>
              <a:ext uri="{FF2B5EF4-FFF2-40B4-BE49-F238E27FC236}">
                <a16:creationId xmlns:a16="http://schemas.microsoft.com/office/drawing/2014/main" id="{040FCFE1-FA09-A4BC-2B7A-74F9317CAC49}"/>
              </a:ext>
            </a:extLst>
          </p:cNvPr>
          <p:cNvSpPr/>
          <p:nvPr/>
        </p:nvSpPr>
        <p:spPr>
          <a:xfrm>
            <a:off x="1992128" y="4152211"/>
            <a:ext cx="379741" cy="346192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31111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4" name="Owal 23">
            <a:extLst>
              <a:ext uri="{FF2B5EF4-FFF2-40B4-BE49-F238E27FC236}">
                <a16:creationId xmlns:a16="http://schemas.microsoft.com/office/drawing/2014/main" id="{BC42F5A2-59FD-E885-BB1B-F575D21C4892}"/>
              </a:ext>
            </a:extLst>
          </p:cNvPr>
          <p:cNvSpPr/>
          <p:nvPr/>
        </p:nvSpPr>
        <p:spPr>
          <a:xfrm>
            <a:off x="2214556" y="4503592"/>
            <a:ext cx="241654" cy="220305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33333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5" name="Owal 24">
            <a:extLst>
              <a:ext uri="{FF2B5EF4-FFF2-40B4-BE49-F238E27FC236}">
                <a16:creationId xmlns:a16="http://schemas.microsoft.com/office/drawing/2014/main" id="{EF3E149F-DD63-E984-8F29-BCECA137E831}"/>
              </a:ext>
            </a:extLst>
          </p:cNvPr>
          <p:cNvSpPr/>
          <p:nvPr/>
        </p:nvSpPr>
        <p:spPr>
          <a:xfrm>
            <a:off x="2414744" y="4102012"/>
            <a:ext cx="552352" cy="503554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35556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6" name="Owal 25">
            <a:extLst>
              <a:ext uri="{FF2B5EF4-FFF2-40B4-BE49-F238E27FC236}">
                <a16:creationId xmlns:a16="http://schemas.microsoft.com/office/drawing/2014/main" id="{61E998C9-BAE9-99FE-58F4-606032A02FD9}"/>
              </a:ext>
            </a:extLst>
          </p:cNvPr>
          <p:cNvSpPr/>
          <p:nvPr/>
        </p:nvSpPr>
        <p:spPr>
          <a:xfrm>
            <a:off x="2780519" y="3792465"/>
            <a:ext cx="379741" cy="346192"/>
          </a:xfrm>
          <a:prstGeom prst="ellipse">
            <a:avLst/>
          </a:pr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37778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7" name="Strzałka: pagon 26">
            <a:extLst>
              <a:ext uri="{FF2B5EF4-FFF2-40B4-BE49-F238E27FC236}">
                <a16:creationId xmlns:a16="http://schemas.microsoft.com/office/drawing/2014/main" id="{0456D8E4-CDCC-62A4-69FC-8BDB6A274D4C}"/>
              </a:ext>
            </a:extLst>
          </p:cNvPr>
          <p:cNvSpPr/>
          <p:nvPr/>
        </p:nvSpPr>
        <p:spPr>
          <a:xfrm>
            <a:off x="4453338" y="2774245"/>
            <a:ext cx="733232" cy="1579544"/>
          </a:xfrm>
          <a:prstGeom prst="chevron">
            <a:avLst>
              <a:gd name="adj" fmla="val 62310"/>
            </a:avLst>
          </a:prstGeom>
          <a:solidFill>
            <a:srgbClr val="706EAD"/>
          </a:solidFill>
        </p:spPr>
        <p:style>
          <a:lnRef idx="0">
            <a:schemeClr val="accent1">
              <a:shade val="9000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8" name="Dowolny kształt: kształt 27">
            <a:extLst>
              <a:ext uri="{FF2B5EF4-FFF2-40B4-BE49-F238E27FC236}">
                <a16:creationId xmlns:a16="http://schemas.microsoft.com/office/drawing/2014/main" id="{A84F5C22-8DC8-351B-21DC-098EAAC5F809}"/>
              </a:ext>
            </a:extLst>
          </p:cNvPr>
          <p:cNvSpPr/>
          <p:nvPr/>
        </p:nvSpPr>
        <p:spPr>
          <a:xfrm>
            <a:off x="5174214" y="2824458"/>
            <a:ext cx="1999726" cy="1579529"/>
          </a:xfrm>
          <a:custGeom>
            <a:avLst/>
            <a:gdLst>
              <a:gd name="connsiteX0" fmla="*/ 0 w 1999726"/>
              <a:gd name="connsiteY0" fmla="*/ 0 h 1399808"/>
              <a:gd name="connsiteX1" fmla="*/ 1999726 w 1999726"/>
              <a:gd name="connsiteY1" fmla="*/ 0 h 1399808"/>
              <a:gd name="connsiteX2" fmla="*/ 1999726 w 1999726"/>
              <a:gd name="connsiteY2" fmla="*/ 1399808 h 1399808"/>
              <a:gd name="connsiteX3" fmla="*/ 0 w 1999726"/>
              <a:gd name="connsiteY3" fmla="*/ 1399808 h 1399808"/>
              <a:gd name="connsiteX4" fmla="*/ 0 w 1999726"/>
              <a:gd name="connsiteY4" fmla="*/ 0 h 1399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99726" h="1399808">
                <a:moveTo>
                  <a:pt x="0" y="0"/>
                </a:moveTo>
                <a:lnTo>
                  <a:pt x="1999726" y="0"/>
                </a:lnTo>
                <a:lnTo>
                  <a:pt x="1999726" y="1399808"/>
                </a:lnTo>
                <a:lnTo>
                  <a:pt x="0" y="139980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320" tIns="20320" rIns="20320" bIns="2032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l-PL" sz="1600" b="1" kern="1200"/>
              <a:t>Przygotowanie Polityki AI</a:t>
            </a:r>
          </a:p>
        </p:txBody>
      </p:sp>
      <p:sp>
        <p:nvSpPr>
          <p:cNvPr id="29" name="Strzałka: pagon 28">
            <a:extLst>
              <a:ext uri="{FF2B5EF4-FFF2-40B4-BE49-F238E27FC236}">
                <a16:creationId xmlns:a16="http://schemas.microsoft.com/office/drawing/2014/main" id="{00D3E0BA-2691-3AF3-4CCC-94E72EF2E391}"/>
              </a:ext>
            </a:extLst>
          </p:cNvPr>
          <p:cNvSpPr/>
          <p:nvPr/>
        </p:nvSpPr>
        <p:spPr>
          <a:xfrm>
            <a:off x="6705060" y="2795427"/>
            <a:ext cx="733232" cy="1579544"/>
          </a:xfrm>
          <a:prstGeom prst="chevron">
            <a:avLst>
              <a:gd name="adj" fmla="val 62310"/>
            </a:avLst>
          </a:prstGeom>
          <a:solidFill>
            <a:srgbClr val="706EAD"/>
          </a:solidFill>
        </p:spPr>
        <p:style>
          <a:lnRef idx="0">
            <a:schemeClr val="accent1">
              <a:shade val="90000"/>
              <a:hueOff val="-38559"/>
              <a:satOff val="-5350"/>
              <a:lumOff val="22425"/>
              <a:alphaOff val="0"/>
            </a:schemeClr>
          </a:lnRef>
          <a:fillRef idx="3">
            <a:scrgbClr r="0" g="0" b="0"/>
          </a:fillRef>
          <a:effectRef idx="3">
            <a:schemeClr val="accent1">
              <a:shade val="90000"/>
              <a:hueOff val="-38559"/>
              <a:satOff val="-5350"/>
              <a:lumOff val="22425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0" name="Dowolny kształt: kształt 29">
            <a:extLst>
              <a:ext uri="{FF2B5EF4-FFF2-40B4-BE49-F238E27FC236}">
                <a16:creationId xmlns:a16="http://schemas.microsoft.com/office/drawing/2014/main" id="{3FD197F6-4052-62F1-F1D3-9C2962F7FBAD}"/>
              </a:ext>
            </a:extLst>
          </p:cNvPr>
          <p:cNvSpPr/>
          <p:nvPr/>
        </p:nvSpPr>
        <p:spPr>
          <a:xfrm>
            <a:off x="7119349" y="2779742"/>
            <a:ext cx="1999726" cy="1579529"/>
          </a:xfrm>
          <a:custGeom>
            <a:avLst/>
            <a:gdLst>
              <a:gd name="connsiteX0" fmla="*/ 0 w 1999726"/>
              <a:gd name="connsiteY0" fmla="*/ 0 h 1399808"/>
              <a:gd name="connsiteX1" fmla="*/ 1999726 w 1999726"/>
              <a:gd name="connsiteY1" fmla="*/ 0 h 1399808"/>
              <a:gd name="connsiteX2" fmla="*/ 1999726 w 1999726"/>
              <a:gd name="connsiteY2" fmla="*/ 1399808 h 1399808"/>
              <a:gd name="connsiteX3" fmla="*/ 0 w 1999726"/>
              <a:gd name="connsiteY3" fmla="*/ 1399808 h 1399808"/>
              <a:gd name="connsiteX4" fmla="*/ 0 w 1999726"/>
              <a:gd name="connsiteY4" fmla="*/ 0 h 1399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99726" h="1399808">
                <a:moveTo>
                  <a:pt x="0" y="0"/>
                </a:moveTo>
                <a:lnTo>
                  <a:pt x="1999726" y="0"/>
                </a:lnTo>
                <a:lnTo>
                  <a:pt x="1999726" y="1399808"/>
                </a:lnTo>
                <a:lnTo>
                  <a:pt x="0" y="139980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320" tIns="20320" rIns="20320" bIns="2032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l-PL" sz="1600" b="1" kern="1200"/>
              <a:t>Wdrożenie </a:t>
            </a:r>
            <a:br>
              <a:rPr lang="pl-PL" sz="1600" b="1" kern="1200"/>
            </a:br>
            <a:r>
              <a:rPr lang="pl-PL" sz="1600" b="1" kern="1200"/>
              <a:t>Polityki AI</a:t>
            </a:r>
          </a:p>
        </p:txBody>
      </p:sp>
      <p:sp>
        <p:nvSpPr>
          <p:cNvPr id="31" name="Strzałka: pagon 30">
            <a:extLst>
              <a:ext uri="{FF2B5EF4-FFF2-40B4-BE49-F238E27FC236}">
                <a16:creationId xmlns:a16="http://schemas.microsoft.com/office/drawing/2014/main" id="{164D3208-D04E-028C-8152-8714206A983A}"/>
              </a:ext>
            </a:extLst>
          </p:cNvPr>
          <p:cNvSpPr/>
          <p:nvPr/>
        </p:nvSpPr>
        <p:spPr>
          <a:xfrm>
            <a:off x="8733516" y="2788131"/>
            <a:ext cx="733232" cy="1579544"/>
          </a:xfrm>
          <a:prstGeom prst="chevron">
            <a:avLst>
              <a:gd name="adj" fmla="val 62310"/>
            </a:avLst>
          </a:prstGeom>
          <a:solidFill>
            <a:srgbClr val="706EAD"/>
          </a:solidFill>
        </p:spPr>
        <p:style>
          <a:lnRef idx="0">
            <a:schemeClr val="accent1">
              <a:shade val="90000"/>
              <a:hueOff val="-77118"/>
              <a:satOff val="-10699"/>
              <a:lumOff val="44849"/>
              <a:alphaOff val="0"/>
            </a:schemeClr>
          </a:lnRef>
          <a:fillRef idx="3">
            <a:scrgbClr r="0" g="0" b="0"/>
          </a:fillRef>
          <a:effectRef idx="3">
            <a:schemeClr val="accent1">
              <a:shade val="90000"/>
              <a:hueOff val="-77118"/>
              <a:satOff val="-10699"/>
              <a:lumOff val="44849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2" name="Dowolny kształt: kształt 31">
            <a:extLst>
              <a:ext uri="{FF2B5EF4-FFF2-40B4-BE49-F238E27FC236}">
                <a16:creationId xmlns:a16="http://schemas.microsoft.com/office/drawing/2014/main" id="{9FC70A9F-E297-A58D-5AB8-A5A8F3789800}"/>
              </a:ext>
            </a:extLst>
          </p:cNvPr>
          <p:cNvSpPr/>
          <p:nvPr/>
        </p:nvSpPr>
        <p:spPr>
          <a:xfrm>
            <a:off x="9823421" y="2649199"/>
            <a:ext cx="1872000" cy="1872000"/>
          </a:xfrm>
          <a:custGeom>
            <a:avLst/>
            <a:gdLst>
              <a:gd name="connsiteX0" fmla="*/ 0 w 1699767"/>
              <a:gd name="connsiteY0" fmla="*/ 849884 h 1699767"/>
              <a:gd name="connsiteX1" fmla="*/ 849884 w 1699767"/>
              <a:gd name="connsiteY1" fmla="*/ 0 h 1699767"/>
              <a:gd name="connsiteX2" fmla="*/ 1699768 w 1699767"/>
              <a:gd name="connsiteY2" fmla="*/ 849884 h 1699767"/>
              <a:gd name="connsiteX3" fmla="*/ 849884 w 1699767"/>
              <a:gd name="connsiteY3" fmla="*/ 1699768 h 1699767"/>
              <a:gd name="connsiteX4" fmla="*/ 0 w 1699767"/>
              <a:gd name="connsiteY4" fmla="*/ 849884 h 169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9767" h="1699767">
                <a:moveTo>
                  <a:pt x="0" y="849884"/>
                </a:moveTo>
                <a:cubicBezTo>
                  <a:pt x="0" y="380506"/>
                  <a:pt x="380506" y="0"/>
                  <a:pt x="849884" y="0"/>
                </a:cubicBezTo>
                <a:cubicBezTo>
                  <a:pt x="1319262" y="0"/>
                  <a:pt x="1699768" y="380506"/>
                  <a:pt x="1699768" y="849884"/>
                </a:cubicBezTo>
                <a:cubicBezTo>
                  <a:pt x="1699768" y="1319262"/>
                  <a:pt x="1319262" y="1699768"/>
                  <a:pt x="849884" y="1699768"/>
                </a:cubicBezTo>
                <a:cubicBezTo>
                  <a:pt x="380506" y="1699768"/>
                  <a:pt x="0" y="1319262"/>
                  <a:pt x="0" y="849884"/>
                </a:cubicBezTo>
                <a:close/>
              </a:path>
            </a:pathLst>
          </a:custGeom>
          <a:solidFill>
            <a:srgbClr val="BCC2DE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248925" tIns="248925" rIns="248925" bIns="248925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l-PL" sz="1600" b="1" kern="1200"/>
              <a:t>Stosowanie Polityki AI</a:t>
            </a:r>
          </a:p>
        </p:txBody>
      </p:sp>
    </p:spTree>
    <p:extLst>
      <p:ext uri="{BB962C8B-B14F-4D97-AF65-F5344CB8AC3E}">
        <p14:creationId xmlns:p14="http://schemas.microsoft.com/office/powerpoint/2010/main" val="102833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1C62-8CBE-4B0E-F38E-57F6CBD90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D97C81D-933D-43B9-D000-0587FDFBE5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833" y="1531088"/>
            <a:ext cx="5060608" cy="4932772"/>
          </a:xfrm>
        </p:spPr>
        <p:txBody>
          <a:bodyPr>
            <a:normAutofit/>
          </a:bodyPr>
          <a:lstStyle/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solidFill>
                  <a:schemeClr val="tx1"/>
                </a:solidFill>
                <a:cs typeface="+mn-cs"/>
              </a:rPr>
              <a:t>Wewnętrzna polityka AI jest podstawowym narzędziem skutecznego wykorzystania AI w organizacji – ograniczenia </a:t>
            </a:r>
            <a:r>
              <a:rPr lang="pl-PL" sz="1400" err="1">
                <a:solidFill>
                  <a:schemeClr val="tx1"/>
                </a:solidFill>
                <a:cs typeface="+mn-cs"/>
              </a:rPr>
              <a:t>ryzyk</a:t>
            </a:r>
            <a:r>
              <a:rPr lang="pl-PL" sz="1400">
                <a:solidFill>
                  <a:schemeClr val="tx1"/>
                </a:solidFill>
                <a:cs typeface="+mn-cs"/>
              </a:rPr>
              <a:t> bez uszczerbku dla rozwoju. 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solidFill>
                  <a:schemeClr val="tx1"/>
                </a:solidFill>
                <a:cs typeface="+mn-cs"/>
              </a:rPr>
              <a:t>Określa wspólne oczekiwania w całej organizacji i zapewnia praktyczne wskazówki dotyczące tego, w jaki sposób AI powinna i nie powinna być używana.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solidFill>
                  <a:schemeClr val="tx1"/>
                </a:solidFill>
                <a:cs typeface="+mn-cs"/>
              </a:rPr>
              <a:t>Polityka musi być wsparciem, a nie dodatkowym ciężarem dla pracowników. 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solidFill>
                  <a:schemeClr val="tx1"/>
                </a:solidFill>
                <a:cs typeface="+mn-cs"/>
              </a:rPr>
              <a:t>Dane wg. Raportu NASK „</a:t>
            </a:r>
            <a:r>
              <a:rPr lang="pl-PL" sz="1400"/>
              <a:t>Generatywna sztuczna inteligencja a polski rynek pracy” z czerwca 2025 r. </a:t>
            </a:r>
            <a:endParaRPr lang="pl-PL" sz="1400">
              <a:solidFill>
                <a:schemeClr val="tx1"/>
              </a:solidFill>
              <a:cs typeface="+mn-cs"/>
            </a:endParaRPr>
          </a:p>
        </p:txBody>
      </p:sp>
      <p:sp>
        <p:nvSpPr>
          <p:cNvPr id="7" name="Tytuł 1">
            <a:extLst>
              <a:ext uri="{FF2B5EF4-FFF2-40B4-BE49-F238E27FC236}">
                <a16:creationId xmlns:a16="http://schemas.microsoft.com/office/drawing/2014/main" id="{FDCBEA41-E8A7-61D9-1A62-4E28A62BB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5244978" cy="984885"/>
          </a:xfrm>
        </p:spPr>
        <p:txBody>
          <a:bodyPr/>
          <a:lstStyle/>
          <a:p>
            <a:r>
              <a:rPr lang="pl-PL" sz="3200" b="1"/>
              <a:t>Polityka AI </a:t>
            </a:r>
            <a:br>
              <a:rPr lang="pl-PL" sz="3200" b="1"/>
            </a:br>
            <a:r>
              <a:rPr lang="pl-PL" sz="3200" b="1"/>
              <a:t>– dlaczego i jak? </a:t>
            </a:r>
            <a:endParaRPr lang="en-US" sz="3200"/>
          </a:p>
        </p:txBody>
      </p:sp>
      <p:pic>
        <p:nvPicPr>
          <p:cNvPr id="10" name="Symbol zastępczy obrazu 7">
            <a:extLst>
              <a:ext uri="{FF2B5EF4-FFF2-40B4-BE49-F238E27FC236}">
                <a16:creationId xmlns:a16="http://schemas.microsoft.com/office/drawing/2014/main" id="{292C05BC-4322-A3AC-EE62-4C68215505F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2768" b="12494"/>
          <a:stretch>
            <a:fillRect/>
          </a:stretch>
        </p:blipFill>
        <p:spPr>
          <a:xfrm>
            <a:off x="5950981" y="0"/>
            <a:ext cx="6241019" cy="6858000"/>
          </a:xfrm>
          <a:prstGeom prst="rect">
            <a:avLst/>
          </a:prstGeom>
        </p:spPr>
      </p:pic>
      <p:pic>
        <p:nvPicPr>
          <p:cNvPr id="4" name="Obraz 3" descr="Obraz zawierający tekst, zrzut ekranu, Czcionka, wizytówka&#10;&#10;Zawartość wygenerowana przez AI może być niepoprawna.">
            <a:extLst>
              <a:ext uri="{FF2B5EF4-FFF2-40B4-BE49-F238E27FC236}">
                <a16:creationId xmlns:a16="http://schemas.microsoft.com/office/drawing/2014/main" id="{489C1FA2-3B1F-99AD-A3EF-A974E08F9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005" y="4401879"/>
            <a:ext cx="3427176" cy="2290384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561FAE6B-7733-62FD-DD34-D8939AD66326}"/>
              </a:ext>
            </a:extLst>
          </p:cNvPr>
          <p:cNvSpPr txBox="1"/>
          <p:nvPr/>
        </p:nvSpPr>
        <p:spPr>
          <a:xfrm>
            <a:off x="641426" y="6116396"/>
            <a:ext cx="150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800">
                <a:hlinkClick r:id="rId5"/>
              </a:rPr>
              <a:t>Generatywna-sztuczna-inteligencja-a-polski-rynek-pracy.pdf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04477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FC87A-ECD0-CAEC-0B32-9C0E41F46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A8A0-0AA3-00BF-40D6-C8DFB42A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l-PL" sz="3200" b="1" dirty="0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Polityka / procedura dotyczącą korzystania z narzędzi AI 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090FFD3-2750-0610-2BA2-DFBE1E3F7D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17363" y="6551613"/>
            <a:ext cx="274637" cy="123825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pl-PL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A8EBD5-9E58-4615-B6DA-FD0D99810FCE}" type="slidenum">
              <a:rPr lang="en-GB" smtClean="0">
                <a:solidFill>
                  <a:srgbClr val="4D4961"/>
                </a:solidFill>
              </a:rPr>
              <a:pPr/>
              <a:t>6</a:t>
            </a:fld>
            <a:endParaRPr lang="en-GB">
              <a:solidFill>
                <a:srgbClr val="4D4961"/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CB3BEA35-FE15-AF27-7DA3-A7B3EDB85CF5}"/>
              </a:ext>
            </a:extLst>
          </p:cNvPr>
          <p:cNvSpPr/>
          <p:nvPr/>
        </p:nvSpPr>
        <p:spPr>
          <a:xfrm>
            <a:off x="1049104" y="2469414"/>
            <a:ext cx="10093794" cy="655533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</a:pPr>
            <a:r>
              <a:rPr lang="pl-PL" sz="1400" b="1">
                <a:solidFill>
                  <a:schemeClr val="tx1"/>
                </a:solidFill>
              </a:rPr>
              <a:t>Definicje 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74B2E713-70D9-51A0-297F-D6B352A208C9}"/>
              </a:ext>
            </a:extLst>
          </p:cNvPr>
          <p:cNvSpPr/>
          <p:nvPr/>
        </p:nvSpPr>
        <p:spPr>
          <a:xfrm>
            <a:off x="1056002" y="3922574"/>
            <a:ext cx="10093792" cy="65553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</a:pPr>
            <a:r>
              <a:rPr lang="pl-PL" sz="1400" b="1">
                <a:solidFill>
                  <a:schemeClr val="tx1"/>
                </a:solidFill>
              </a:rPr>
              <a:t>Zasady dotyczące wprowadzania danych do narzędzi AI </a:t>
            </a:r>
            <a:r>
              <a:rPr lang="pl-PL" sz="1400">
                <a:solidFill>
                  <a:schemeClr val="tx1"/>
                </a:solidFill>
              </a:rPr>
              <a:t>(jakiego rodzaju informacje / dane mogą być wprowadzane do narzędzia AI; zasady dot. tworzenia zapytań, zasady dot. kontroli zawartości wejściowej)</a:t>
            </a: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4FA4F379-B59B-A843-DC39-A208BAFB543D}"/>
              </a:ext>
            </a:extLst>
          </p:cNvPr>
          <p:cNvSpPr/>
          <p:nvPr/>
        </p:nvSpPr>
        <p:spPr>
          <a:xfrm>
            <a:off x="1049104" y="4649154"/>
            <a:ext cx="10093792" cy="65198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</a:pPr>
            <a:r>
              <a:rPr lang="pl-PL" sz="1400" b="1">
                <a:solidFill>
                  <a:schemeClr val="tx1"/>
                </a:solidFill>
              </a:rPr>
              <a:t>Zasady wykorzystywania efektów pracy AI </a:t>
            </a:r>
            <a:r>
              <a:rPr lang="pl-PL" sz="1400">
                <a:solidFill>
                  <a:schemeClr val="tx1"/>
                </a:solidFill>
              </a:rPr>
              <a:t>(zasady weryfikacji i walidacji zawartości wyjściowej, prawa autorskie)</a:t>
            </a: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7839A769-251E-9B92-F97E-AD373AC2BDF7}"/>
              </a:ext>
            </a:extLst>
          </p:cNvPr>
          <p:cNvSpPr/>
          <p:nvPr/>
        </p:nvSpPr>
        <p:spPr>
          <a:xfrm>
            <a:off x="1049104" y="3195994"/>
            <a:ext cx="10093792" cy="655533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</a:pPr>
            <a:r>
              <a:rPr lang="pl-PL" sz="1400" b="1">
                <a:solidFill>
                  <a:schemeClr val="tx1"/>
                </a:solidFill>
              </a:rPr>
              <a:t>Zasady bezpiecznego korzystania z narzędzi AI </a:t>
            </a:r>
            <a:r>
              <a:rPr lang="pl-PL" sz="1400">
                <a:solidFill>
                  <a:schemeClr val="tx1"/>
                </a:solidFill>
              </a:rPr>
              <a:t>(dozwolone narzędzia AI (lista zatwierdzanych narzędzi oraz procedura i kryteria dodawania nowych), działania dozwolone, działania zabronione) 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1B244546-7014-D872-CCF9-488B8E1BB1DB}"/>
              </a:ext>
            </a:extLst>
          </p:cNvPr>
          <p:cNvSpPr/>
          <p:nvPr/>
        </p:nvSpPr>
        <p:spPr>
          <a:xfrm>
            <a:off x="1056002" y="5372182"/>
            <a:ext cx="10093794" cy="651983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</a:pPr>
            <a:r>
              <a:rPr lang="pl-PL" sz="1400" b="1">
                <a:solidFill>
                  <a:schemeClr val="tx1"/>
                </a:solidFill>
              </a:rPr>
              <a:t>Zgłaszanie incydentów </a:t>
            </a:r>
            <a:r>
              <a:rPr lang="pl-PL" sz="1400">
                <a:solidFill>
                  <a:schemeClr val="tx1"/>
                </a:solidFill>
              </a:rPr>
              <a:t>(co zgłaszać? komu? kiedy? za pośrednictwem jakie kanału?) </a:t>
            </a: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054A4462-05A4-A27D-118D-F05821B75EB0}"/>
              </a:ext>
            </a:extLst>
          </p:cNvPr>
          <p:cNvSpPr/>
          <p:nvPr/>
        </p:nvSpPr>
        <p:spPr>
          <a:xfrm>
            <a:off x="1056002" y="1746385"/>
            <a:ext cx="10093792" cy="65198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</a:pPr>
            <a:r>
              <a:rPr lang="pl-PL" sz="1400" b="1">
                <a:solidFill>
                  <a:schemeClr val="tx1"/>
                </a:solidFill>
              </a:rPr>
              <a:t>Cel i zakres polityki</a:t>
            </a:r>
          </a:p>
        </p:txBody>
      </p:sp>
    </p:spTree>
    <p:extLst>
      <p:ext uri="{BB962C8B-B14F-4D97-AF65-F5344CB8AC3E}">
        <p14:creationId xmlns:p14="http://schemas.microsoft.com/office/powerpoint/2010/main" val="3756573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6" grpId="0" animBg="1"/>
      <p:bldP spid="21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6F2F2-0FBA-01BA-339E-AE0818A7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>
            <a:extLst>
              <a:ext uri="{FF2B5EF4-FFF2-40B4-BE49-F238E27FC236}">
                <a16:creationId xmlns:a16="http://schemas.microsoft.com/office/drawing/2014/main" id="{048D3B0F-406D-3ADC-DE21-6331E6628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4885"/>
          </a:xfrm>
        </p:spPr>
        <p:txBody>
          <a:bodyPr/>
          <a:lstStyle/>
          <a:p>
            <a:r>
              <a:rPr lang="pl-PL" sz="3200" b="1" dirty="0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Polityka / procedura dotyczącą korzystania z narzędzi AI </a:t>
            </a:r>
            <a:br>
              <a:rPr lang="pl-PL" sz="3200" b="1" dirty="0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</a:br>
            <a:endParaRPr lang="pl-PL" sz="3200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4C34FEA-5F25-AE24-129B-58B48DCF62C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17363" y="6551613"/>
            <a:ext cx="274637" cy="123825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pl-PL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A8EBD5-9E58-4615-B6DA-FD0D99810FCE}" type="slidenum">
              <a:rPr lang="en-GB" smtClean="0">
                <a:solidFill>
                  <a:srgbClr val="4D4961"/>
                </a:solidFill>
              </a:rPr>
              <a:pPr/>
              <a:t>7</a:t>
            </a:fld>
            <a:endParaRPr lang="en-GB">
              <a:solidFill>
                <a:srgbClr val="4D4961"/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22DBAAB4-C2A3-4B21-E69B-135673A3A0EF}"/>
              </a:ext>
            </a:extLst>
          </p:cNvPr>
          <p:cNvSpPr/>
          <p:nvPr/>
        </p:nvSpPr>
        <p:spPr>
          <a:xfrm>
            <a:off x="1049106" y="1914183"/>
            <a:ext cx="10093794" cy="655533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</a:pPr>
            <a:r>
              <a:rPr lang="pl-PL" sz="1400" b="1">
                <a:solidFill>
                  <a:schemeClr val="tx1"/>
                </a:solidFill>
              </a:rPr>
              <a:t>Nadzór nad polityką </a:t>
            </a:r>
            <a:r>
              <a:rPr lang="pl-PL" sz="1400">
                <a:solidFill>
                  <a:schemeClr val="tx1"/>
                </a:solidFill>
              </a:rPr>
              <a:t>(kto odpowiada za wdrożenie i nadzór nad polityką, 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400">
                <a:solidFill>
                  <a:schemeClr val="tx1"/>
                </a:solidFill>
              </a:rPr>
              <a:t>jej aktualizacją, AI Champion, przypisanie ról i odpowiedzialności)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C4524A2C-515E-3D54-68D9-F5FECE2DAEDF}"/>
              </a:ext>
            </a:extLst>
          </p:cNvPr>
          <p:cNvSpPr/>
          <p:nvPr/>
        </p:nvSpPr>
        <p:spPr>
          <a:xfrm>
            <a:off x="1042202" y="3430623"/>
            <a:ext cx="10093792" cy="65553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</a:pPr>
            <a:r>
              <a:rPr lang="pl-PL" sz="1400" b="1">
                <a:solidFill>
                  <a:schemeClr val="tx1"/>
                </a:solidFill>
              </a:rPr>
              <a:t>Monitorowanie i sankcje </a:t>
            </a:r>
            <a:r>
              <a:rPr lang="pl-PL" sz="1400">
                <a:solidFill>
                  <a:schemeClr val="tx1"/>
                </a:solidFill>
              </a:rPr>
              <a:t>(przeprowadzanie cyklicznych audytów 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400">
                <a:solidFill>
                  <a:schemeClr val="tx1"/>
                </a:solidFill>
              </a:rPr>
              <a:t>wykorzystania AI w organizacji, sankcje za nieprzestrzeganie, odpowiedzialność)</a:t>
            </a: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44CF7B7B-2F72-FE5B-8A47-122AD3A36EEC}"/>
              </a:ext>
            </a:extLst>
          </p:cNvPr>
          <p:cNvSpPr/>
          <p:nvPr/>
        </p:nvSpPr>
        <p:spPr>
          <a:xfrm>
            <a:off x="1042204" y="2672403"/>
            <a:ext cx="10093792" cy="655533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</a:pPr>
            <a:r>
              <a:rPr lang="pl-PL" sz="1400" b="1">
                <a:solidFill>
                  <a:schemeClr val="tx1"/>
                </a:solidFill>
              </a:rPr>
              <a:t>Szkolenia i baza wiedzy </a:t>
            </a:r>
            <a:r>
              <a:rPr lang="pl-PL" sz="1400">
                <a:solidFill>
                  <a:schemeClr val="tx1"/>
                </a:solidFill>
              </a:rPr>
              <a:t>(element </a:t>
            </a:r>
            <a:r>
              <a:rPr lang="pl-PL" sz="1400" err="1">
                <a:solidFill>
                  <a:schemeClr val="tx1"/>
                </a:solidFill>
              </a:rPr>
              <a:t>onboardingu</a:t>
            </a:r>
            <a:r>
              <a:rPr lang="pl-PL" sz="1400">
                <a:solidFill>
                  <a:schemeClr val="tx1"/>
                </a:solidFill>
              </a:rPr>
              <a:t> oraz ciągły obowiązek szkolenia)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BDC6DD85-0CC4-6CF5-366E-3BB788036A64}"/>
              </a:ext>
            </a:extLst>
          </p:cNvPr>
          <p:cNvSpPr/>
          <p:nvPr/>
        </p:nvSpPr>
        <p:spPr>
          <a:xfrm>
            <a:off x="1042200" y="4188844"/>
            <a:ext cx="10093794" cy="651983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</a:pPr>
            <a:r>
              <a:rPr lang="pl-PL" sz="1400" b="1">
                <a:solidFill>
                  <a:schemeClr val="tx1"/>
                </a:solidFill>
              </a:rPr>
              <a:t>Powiązanie z innymi dokumentami wewnętrznymi </a:t>
            </a:r>
            <a:r>
              <a:rPr lang="pl-PL" sz="1400">
                <a:solidFill>
                  <a:schemeClr val="tx1"/>
                </a:solidFill>
              </a:rPr>
              <a:t>(z regulaminem pracy w odniesieniu 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400">
                <a:solidFill>
                  <a:schemeClr val="tx1"/>
                </a:solidFill>
              </a:rPr>
              <a:t>do pracowników, politykami w zakresie RODO, polityką bezpieczeństwa informacji)</a:t>
            </a: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49FFC106-CFE7-29D1-1D7D-CBAE3BA8CF8B}"/>
              </a:ext>
            </a:extLst>
          </p:cNvPr>
          <p:cNvSpPr/>
          <p:nvPr/>
        </p:nvSpPr>
        <p:spPr>
          <a:xfrm>
            <a:off x="1049106" y="4943514"/>
            <a:ext cx="10093792" cy="655533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</a:pPr>
            <a:r>
              <a:rPr lang="pl-PL" sz="1400" b="1">
                <a:solidFill>
                  <a:schemeClr val="tx1"/>
                </a:solidFill>
              </a:rPr>
              <a:t>Postanowienia końcowe </a:t>
            </a:r>
            <a:r>
              <a:rPr lang="pl-PL" sz="1400">
                <a:solidFill>
                  <a:schemeClr val="tx1"/>
                </a:solidFill>
              </a:rPr>
              <a:t>(w tym regularna aktualizacji polityki, np. co 12 miesięcy) </a:t>
            </a:r>
          </a:p>
        </p:txBody>
      </p:sp>
    </p:spTree>
    <p:extLst>
      <p:ext uri="{BB962C8B-B14F-4D97-AF65-F5344CB8AC3E}">
        <p14:creationId xmlns:p14="http://schemas.microsoft.com/office/powerpoint/2010/main" val="2528343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  <p:bldP spid="21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079F2-6CB2-5F61-5227-6EE7BF69E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E440F78F-C19B-0932-04A1-0A6D829E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758809"/>
            <a:ext cx="6675120" cy="553998"/>
          </a:xfrm>
        </p:spPr>
        <p:txBody>
          <a:bodyPr/>
          <a:lstStyle/>
          <a:p>
            <a:r>
              <a:rPr lang="pl-PL" err="1">
                <a:solidFill>
                  <a:srgbClr val="FFFFFF"/>
                </a:solidFill>
                <a:latin typeface="Segoe UI Semibold"/>
                <a:ea typeface="+mj-lt"/>
                <a:cs typeface="Segoe UI Semibold"/>
              </a:rPr>
              <a:t>Shadow</a:t>
            </a:r>
            <a:r>
              <a:rPr lang="pl-PL">
                <a:solidFill>
                  <a:srgbClr val="FFFFFF"/>
                </a:solidFill>
                <a:latin typeface="Segoe UI Semibold"/>
                <a:ea typeface="+mj-lt"/>
                <a:cs typeface="Segoe UI Semibold"/>
              </a:rPr>
              <a:t> AI </a:t>
            </a:r>
            <a:endParaRPr lang="en-US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2968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4734-FED9-94F5-BF71-905610A8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D11DBE6-355D-DFF7-696F-B1B1A6B835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2" y="1127050"/>
            <a:ext cx="4940179" cy="5336809"/>
          </a:xfrm>
        </p:spPr>
        <p:txBody>
          <a:bodyPr vert="horz" wrap="square" lIns="0" tIns="0" rIns="0" bIns="0" rtlCol="0" anchor="t">
            <a:normAutofit fontScale="85000" lnSpcReduction="20000"/>
          </a:bodyPr>
          <a:lstStyle/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cs typeface="Segoe UI"/>
              </a:rPr>
              <a:t>Korzystanie przez pracowników z publicznych narzędzi AI bez wiedzy IT, bezpieczeństwa lub </a:t>
            </a:r>
            <a:r>
              <a:rPr lang="pl-PL" sz="1400" err="1">
                <a:cs typeface="Segoe UI"/>
              </a:rPr>
              <a:t>compliance</a:t>
            </a:r>
            <a:r>
              <a:rPr lang="pl-PL" sz="1400" dirty="0">
                <a:cs typeface="Segoe UI"/>
              </a:rPr>
              <a:t>.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cs typeface="Segoe UI"/>
              </a:rPr>
              <a:t>Brak kontroli nad tym, gdzie trafiają dane i jak są dalej wykorzystywane.</a:t>
            </a:r>
            <a:endParaRPr lang="pl-PL" sz="1400">
              <a:gradFill>
                <a:gsLst>
                  <a:gs pos="0">
                    <a:srgbClr val="000000"/>
                  </a:gs>
                  <a:gs pos="100000">
                    <a:srgbClr val="000000"/>
                  </a:gs>
                </a:gsLst>
                <a:lin ang="2700000" scaled="1"/>
              </a:gradFill>
              <a:cs typeface="Segoe UI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cs typeface="Segoe UI"/>
              </a:rPr>
              <a:t>Ryzyko utraty danych osobowych, tajemnicy przedsiębiorstwa i informacji objętych NDA. 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l-PL" sz="1400">
                <a:cs typeface="Segoe UI"/>
              </a:rPr>
              <a:t>Ryzyko naruszenia licencji lub praw </a:t>
            </a:r>
            <a:r>
              <a:rPr lang="pl-PL" sz="1400" dirty="0">
                <a:cs typeface="Segoe UI"/>
              </a:rPr>
              <a:t>własności intelektualnej.</a:t>
            </a:r>
          </a:p>
          <a:p>
            <a:pPr marL="285750" indent="-285750" algn="just">
              <a:buClr>
                <a:schemeClr val="accent1"/>
              </a:buClr>
              <a:buFont typeface="Arial" panose="05000000000000000000" pitchFamily="2" charset="2"/>
              <a:buChar char="•"/>
            </a:pPr>
            <a:r>
              <a:rPr lang="pl-PL" sz="1400" dirty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cs typeface="Segoe UI"/>
              </a:rPr>
              <a:t>Straty finansowe.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cs typeface="Segoe UI"/>
              </a:rPr>
              <a:t>Niezgodność z politykami bezpieczeństwa i wymaganiami regulacyjnymi. </a:t>
            </a:r>
            <a:endParaRPr lang="pl-PL" sz="1400" dirty="0">
              <a:gradFill>
                <a:gsLst>
                  <a:gs pos="0">
                    <a:srgbClr val="000000"/>
                  </a:gs>
                  <a:gs pos="100000">
                    <a:srgbClr val="000000"/>
                  </a:gs>
                </a:gsLst>
                <a:lin ang="2700000" scaled="1"/>
              </a:gradFill>
              <a:cs typeface="Segoe UI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cs typeface="Segoe UI"/>
              </a:rPr>
              <a:t>Typowe przykłady: generowanie fragmentów kodu, tłumaczeń, analiz lub streszczeń dokumentów w zewnętrznych narzędziach, ale też przygotowywanie całych pism na bazie akt.</a:t>
            </a:r>
            <a:endParaRPr lang="pl-PL" sz="1400" dirty="0">
              <a:gradFill>
                <a:gsLst>
                  <a:gs pos="0">
                    <a:srgbClr val="000000"/>
                  </a:gs>
                  <a:gs pos="100000">
                    <a:srgbClr val="000000"/>
                  </a:gs>
                </a:gsLst>
                <a:lin ang="2700000" scaled="1"/>
              </a:gradFill>
            </a:endParaRPr>
          </a:p>
          <a:p>
            <a:pPr algn="just"/>
            <a:br>
              <a:rPr lang="pl-PL" sz="1400" b="1" dirty="0"/>
            </a:br>
            <a:r>
              <a:rPr lang="pl-PL" sz="1400" b="1" dirty="0">
                <a:cs typeface="Segoe UI"/>
              </a:rPr>
              <a:t>Jak ograniczać zjawisko</a:t>
            </a:r>
            <a:endParaRPr lang="pl-PL" sz="1400" dirty="0">
              <a:cs typeface="Segoe UI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cs typeface="Segoe UI"/>
              </a:rPr>
              <a:t>Jasne zasady dopuszczalnego użycia AI w organizacji.</a:t>
            </a:r>
            <a:endParaRPr lang="pl-PL" sz="1400" dirty="0">
              <a:gradFill>
                <a:gsLst>
                  <a:gs pos="0">
                    <a:srgbClr val="000000"/>
                  </a:gs>
                  <a:gs pos="100000">
                    <a:srgbClr val="000000"/>
                  </a:gs>
                </a:gsLst>
                <a:lin ang="2700000" scaled="1"/>
              </a:gradFill>
              <a:cs typeface="Segoe UI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cs typeface="Segoe UI"/>
              </a:rPr>
              <a:t>Szkolenia pokazujące realne ryzyka, a nie tylko zakazy.</a:t>
            </a:r>
            <a:endParaRPr lang="pl-PL" sz="1400" dirty="0">
              <a:gradFill>
                <a:gsLst>
                  <a:gs pos="0">
                    <a:srgbClr val="000000"/>
                  </a:gs>
                  <a:gs pos="100000">
                    <a:srgbClr val="000000"/>
                  </a:gs>
                </a:gsLst>
                <a:lin ang="2700000" scaled="1"/>
              </a:gradFill>
              <a:cs typeface="Segoe UI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cs typeface="Segoe UI"/>
              </a:rPr>
              <a:t>Monitorowanie ruchu do zewnętrznych narzędzi AI.</a:t>
            </a:r>
            <a:endParaRPr lang="pl-PL" sz="1400" dirty="0">
              <a:gradFill>
                <a:gsLst>
                  <a:gs pos="0">
                    <a:srgbClr val="000000"/>
                  </a:gs>
                  <a:gs pos="100000">
                    <a:srgbClr val="000000"/>
                  </a:gs>
                </a:gsLst>
                <a:lin ang="2700000" scaled="1"/>
              </a:gradFill>
              <a:cs typeface="Segoe UI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cs typeface="Segoe UI"/>
              </a:rPr>
              <a:t>Udostępnienie bezpiecznych, zatwierdzonych narzędzi AI wewnątrz organizacji.</a:t>
            </a:r>
            <a:endParaRPr lang="pl-PL" sz="1400" dirty="0">
              <a:gradFill>
                <a:gsLst>
                  <a:gs pos="0">
                    <a:srgbClr val="000000"/>
                  </a:gs>
                  <a:gs pos="100000">
                    <a:srgbClr val="000000"/>
                  </a:gs>
                </a:gsLst>
                <a:lin ang="2700000" scaled="1"/>
              </a:gradFill>
              <a:cs typeface="Segoe UI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cs typeface="Segoe UI"/>
              </a:rPr>
              <a:t>Włączenie AI do polityk bezpieczeństwa i </a:t>
            </a:r>
            <a:r>
              <a:rPr lang="pl-PL" sz="1400" dirty="0" err="1">
                <a:cs typeface="Segoe UI"/>
              </a:rPr>
              <a:t>compliance</a:t>
            </a:r>
            <a:r>
              <a:rPr lang="pl-PL" sz="1400" dirty="0">
                <a:cs typeface="Segoe UI"/>
              </a:rPr>
              <a:t>, zamiast udawania że problem nie istnieje.</a:t>
            </a:r>
            <a:endParaRPr lang="pl-PL" sz="1400" dirty="0">
              <a:gradFill>
                <a:gsLst>
                  <a:gs pos="0">
                    <a:srgbClr val="000000"/>
                  </a:gs>
                  <a:gs pos="100000">
                    <a:srgbClr val="000000"/>
                  </a:gs>
                </a:gsLst>
                <a:lin ang="2700000" scaled="1"/>
              </a:gradFill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endParaRPr lang="pl-PL" sz="1400" dirty="0">
              <a:solidFill>
                <a:schemeClr val="tx1"/>
              </a:solidFill>
              <a:cs typeface="Segoe UI"/>
            </a:endParaRPr>
          </a:p>
        </p:txBody>
      </p:sp>
      <p:sp>
        <p:nvSpPr>
          <p:cNvPr id="7" name="Tytuł 1">
            <a:extLst>
              <a:ext uri="{FF2B5EF4-FFF2-40B4-BE49-F238E27FC236}">
                <a16:creationId xmlns:a16="http://schemas.microsoft.com/office/drawing/2014/main" id="{7168112C-E591-7292-D48B-FC558707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5244978" cy="492443"/>
          </a:xfrm>
        </p:spPr>
        <p:txBody>
          <a:bodyPr/>
          <a:lstStyle/>
          <a:p>
            <a:r>
              <a:rPr lang="pl-PL" sz="3200" b="1" err="1">
                <a:gradFill>
                  <a:gsLst>
                    <a:gs pos="0">
                      <a:srgbClr val="8661C5"/>
                    </a:gs>
                    <a:gs pos="70000">
                      <a:srgbClr val="28AFEA"/>
                    </a:gs>
                    <a:gs pos="100000">
                      <a:srgbClr val="8DE971"/>
                    </a:gs>
                  </a:gsLst>
                  <a:lin ang="2700000" scaled="1"/>
                </a:gradFill>
                <a:cs typeface="Segoe UI"/>
              </a:rPr>
              <a:t>Shadow</a:t>
            </a:r>
            <a:r>
              <a:rPr lang="pl-PL" sz="3200" b="1">
                <a:gradFill>
                  <a:gsLst>
                    <a:gs pos="0">
                      <a:srgbClr val="8661C5"/>
                    </a:gs>
                    <a:gs pos="70000">
                      <a:srgbClr val="28AFEA"/>
                    </a:gs>
                    <a:gs pos="100000">
                      <a:srgbClr val="8DE971"/>
                    </a:gs>
                  </a:gsLst>
                  <a:lin ang="2700000" scaled="1"/>
                </a:gradFill>
                <a:cs typeface="Segoe UI"/>
              </a:rPr>
              <a:t> AI czyli "dzikie" AI </a:t>
            </a:r>
            <a:endParaRPr lang="en-US" sz="3200">
              <a:gradFill>
                <a:gsLst>
                  <a:gs pos="0">
                    <a:srgbClr val="8661C5"/>
                  </a:gs>
                  <a:gs pos="70000">
                    <a:srgbClr val="28AFEA"/>
                  </a:gs>
                  <a:gs pos="100000">
                    <a:srgbClr val="8DE971"/>
                  </a:gs>
                </a:gsLst>
                <a:lin ang="2700000" scaled="1"/>
              </a:gradFill>
              <a:cs typeface="Segoe UI"/>
            </a:endParaRPr>
          </a:p>
        </p:txBody>
      </p:sp>
      <p:pic>
        <p:nvPicPr>
          <p:cNvPr id="10" name="Symbol zastępczy obrazu 7">
            <a:extLst>
              <a:ext uri="{FF2B5EF4-FFF2-40B4-BE49-F238E27FC236}">
                <a16:creationId xmlns:a16="http://schemas.microsoft.com/office/drawing/2014/main" id="{0BF3A794-ED42-8BD2-015E-C5F930BE92F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2768" b="12494"/>
          <a:stretch>
            <a:fillRect/>
          </a:stretch>
        </p:blipFill>
        <p:spPr>
          <a:xfrm>
            <a:off x="5950981" y="0"/>
            <a:ext cx="6241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4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3D18E-4F55-2710-6E60-F912FA59F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1">
            <a:extLst>
              <a:ext uri="{FF2B5EF4-FFF2-40B4-BE49-F238E27FC236}">
                <a16:creationId xmlns:a16="http://schemas.microsoft.com/office/drawing/2014/main" id="{ABF5E4B2-8B9D-DE04-8452-770D1AA90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wrap="square" anchor="t">
            <a:normAutofit/>
          </a:bodyPr>
          <a:lstStyle/>
          <a:p>
            <a:r>
              <a:rPr lang="pl-PL" sz="3200" b="1" dirty="0">
                <a:gradFill>
                  <a:gsLst>
                    <a:gs pos="0">
                      <a:srgbClr val="8661C5"/>
                    </a:gs>
                    <a:gs pos="70000">
                      <a:srgbClr val="28AFEA"/>
                    </a:gs>
                    <a:gs pos="100000">
                      <a:srgbClr val="8DE971"/>
                    </a:gs>
                  </a:gsLst>
                  <a:lin ang="2700000" scaled="1"/>
                </a:gradFill>
                <a:cs typeface="Segoe UI"/>
              </a:rPr>
              <a:t>Przykład </a:t>
            </a:r>
            <a:r>
              <a:rPr lang="pl-PL" sz="3200" b="1" dirty="0" err="1">
                <a:gradFill>
                  <a:gsLst>
                    <a:gs pos="0">
                      <a:srgbClr val="8661C5"/>
                    </a:gs>
                    <a:gs pos="70000">
                      <a:srgbClr val="28AFEA"/>
                    </a:gs>
                    <a:gs pos="100000">
                      <a:srgbClr val="8DE971"/>
                    </a:gs>
                  </a:gsLst>
                  <a:lin ang="2700000" scaled="1"/>
                </a:gradFill>
                <a:cs typeface="Segoe UI"/>
              </a:rPr>
              <a:t>shadow</a:t>
            </a:r>
            <a:r>
              <a:rPr lang="pl-PL" sz="3200" b="1" dirty="0">
                <a:gradFill>
                  <a:gsLst>
                    <a:gs pos="0">
                      <a:srgbClr val="8661C5"/>
                    </a:gs>
                    <a:gs pos="70000">
                      <a:srgbClr val="28AFEA"/>
                    </a:gs>
                    <a:gs pos="100000">
                      <a:srgbClr val="8DE971"/>
                    </a:gs>
                  </a:gsLst>
                  <a:lin ang="2700000" scaled="1"/>
                </a:gradFill>
                <a:cs typeface="Segoe UI"/>
              </a:rPr>
              <a:t> AI: incydent Samsung (2023)</a:t>
            </a:r>
            <a:endParaRPr lang="en-US" dirty="0">
              <a:cs typeface="Segoe UI"/>
            </a:endParaRP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E392A56-1BF3-FFA4-5170-17FF29FC31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8262" y="1253447"/>
            <a:ext cx="6305697" cy="5147352"/>
          </a:xfrm>
        </p:spPr>
        <p:txBody>
          <a:bodyPr vert="horz" wrap="square" lIns="0" tIns="0" rIns="0" bIns="0" rtlCol="0">
            <a:noAutofit/>
          </a:bodyPr>
          <a:lstStyle/>
          <a:p>
            <a:pPr algn="just">
              <a:buClr>
                <a:srgbClr val="8661C5"/>
              </a:buClr>
              <a:buFont typeface="Wingdings" panose="05000000000000000000" pitchFamily="2" charset="2"/>
              <a:buChar char="§"/>
            </a:pPr>
            <a:r>
              <a:rPr lang="pl-PL" sz="1250" dirty="0"/>
              <a:t>W 2023 r. pracownicy jednostki półprzewodnikowej Samsung Electronics korzystali z publicznego </a:t>
            </a:r>
            <a:r>
              <a:rPr lang="pl-PL" sz="1250" dirty="0" err="1"/>
              <a:t>ChatGPT</a:t>
            </a:r>
            <a:r>
              <a:rPr lang="pl-PL" sz="1250" dirty="0"/>
              <a:t> w pracy inżynieryjnej.</a:t>
            </a:r>
          </a:p>
          <a:p>
            <a:pPr algn="just">
              <a:buClr>
                <a:srgbClr val="8661C5"/>
              </a:buClr>
              <a:buFont typeface="Wingdings" panose="05000000000000000000" pitchFamily="2" charset="2"/>
              <a:buChar char="§"/>
            </a:pPr>
            <a:r>
              <a:rPr lang="pl-PL" sz="1250" dirty="0"/>
              <a:t>Samsung pilotażowo zezwolił inżynierom jednego z działów na używanie </a:t>
            </a:r>
            <a:r>
              <a:rPr lang="pl-PL" sz="1250" dirty="0" err="1"/>
              <a:t>chatbota</a:t>
            </a:r>
            <a:r>
              <a:rPr lang="pl-PL" sz="1250" dirty="0"/>
              <a:t> w celach służbowych, bez pełnego wdrożenia zasad kontroli bezpieczeństwa.</a:t>
            </a:r>
          </a:p>
          <a:p>
            <a:pPr algn="just">
              <a:buClr>
                <a:srgbClr val="8661C5"/>
              </a:buClr>
              <a:buFont typeface="Wingdings" panose="05000000000000000000" pitchFamily="2" charset="2"/>
              <a:buChar char="§"/>
            </a:pPr>
            <a:r>
              <a:rPr lang="pl-PL" sz="1250" dirty="0"/>
              <a:t>W ciągu około 20 dni doszło do trzech incydentów ujawnienia poufnych informacji do zewnętrznego modelu AI.</a:t>
            </a:r>
          </a:p>
          <a:p>
            <a:pPr algn="just">
              <a:buClr>
                <a:srgbClr val="8661C5"/>
              </a:buClr>
              <a:buFont typeface="Wingdings" panose="05000000000000000000" pitchFamily="2" charset="2"/>
              <a:buChar char="§"/>
            </a:pPr>
            <a:r>
              <a:rPr lang="pl-PL" sz="1250" b="1" u="sng" dirty="0"/>
              <a:t>Przypadek 1: </a:t>
            </a:r>
            <a:r>
              <a:rPr lang="pl-PL" sz="1250" dirty="0" err="1"/>
              <a:t>ChatGPT</a:t>
            </a:r>
            <a:r>
              <a:rPr lang="pl-PL" sz="1250" dirty="0"/>
              <a:t> wykorzystano do </a:t>
            </a:r>
            <a:r>
              <a:rPr lang="pl-PL" sz="1250" b="1" dirty="0"/>
              <a:t>poprawienia kodu źródłowego zastrzeżonego oprogramowania</a:t>
            </a:r>
            <a:r>
              <a:rPr lang="pl-PL" sz="1250" dirty="0"/>
              <a:t> używanego w procesach produkcyjnych.</a:t>
            </a:r>
          </a:p>
          <a:p>
            <a:pPr algn="just">
              <a:buClr>
                <a:srgbClr val="8661C5"/>
              </a:buClr>
              <a:buFont typeface="Wingdings" panose="05000000000000000000" pitchFamily="2" charset="2"/>
              <a:buChar char="§"/>
            </a:pPr>
            <a:r>
              <a:rPr lang="pl-PL" sz="1250" b="1" u="sng" dirty="0"/>
              <a:t>Przypadek 2: </a:t>
            </a:r>
            <a:r>
              <a:rPr lang="pl-PL" sz="1250" dirty="0"/>
              <a:t>pracownik wprowadził do </a:t>
            </a:r>
            <a:r>
              <a:rPr lang="pl-PL" sz="1250" dirty="0" err="1"/>
              <a:t>chatbota</a:t>
            </a:r>
            <a:r>
              <a:rPr lang="pl-PL" sz="1250" dirty="0"/>
              <a:t> </a:t>
            </a:r>
            <a:r>
              <a:rPr lang="pl-PL" sz="1250" b="1" dirty="0"/>
              <a:t>poufne wzorce testowe służące do identyfikacji wadliwych procesorów</a:t>
            </a:r>
            <a:r>
              <a:rPr lang="pl-PL" sz="1250" dirty="0"/>
              <a:t> i zażądał ich optymalizacji. Sekwencje testowe stanowiły tajemnicę przedsiębiorstwa.</a:t>
            </a:r>
          </a:p>
          <a:p>
            <a:pPr algn="just">
              <a:buClr>
                <a:srgbClr val="8661C5"/>
              </a:buClr>
              <a:buFont typeface="Wingdings" panose="05000000000000000000" pitchFamily="2" charset="2"/>
              <a:buChar char="§"/>
            </a:pPr>
            <a:r>
              <a:rPr lang="pl-PL" sz="1250" b="1" u="sng" dirty="0"/>
              <a:t>Przypadek 3: </a:t>
            </a:r>
            <a:r>
              <a:rPr lang="pl-PL" sz="1250" dirty="0"/>
              <a:t>pracownik użył aplikacji </a:t>
            </a:r>
            <a:r>
              <a:rPr lang="pl-PL" sz="1250" b="1" dirty="0" err="1"/>
              <a:t>Naver</a:t>
            </a:r>
            <a:r>
              <a:rPr lang="pl-PL" sz="1250" b="1" dirty="0"/>
              <a:t> </a:t>
            </a:r>
            <a:r>
              <a:rPr lang="pl-PL" sz="1250" b="1" dirty="0" err="1"/>
              <a:t>Clova</a:t>
            </a:r>
            <a:r>
              <a:rPr lang="pl-PL" sz="1250" b="1" dirty="0"/>
              <a:t> do transkrypcji nagrania ze spotkania wewnętrznego</a:t>
            </a:r>
            <a:r>
              <a:rPr lang="pl-PL" sz="1250" dirty="0"/>
              <a:t>, a następnie przesłał powstały dokument do </a:t>
            </a:r>
            <a:r>
              <a:rPr lang="pl-PL" sz="1250" dirty="0" err="1"/>
              <a:t>ChatGPT</a:t>
            </a:r>
            <a:r>
              <a:rPr lang="pl-PL" sz="1250" dirty="0"/>
              <a:t> w celu przygotowania prezentacji.</a:t>
            </a:r>
          </a:p>
          <a:p>
            <a:pPr algn="just">
              <a:buClr>
                <a:srgbClr val="8661C5"/>
              </a:buClr>
              <a:buFont typeface="Wingdings" panose="05000000000000000000" pitchFamily="2" charset="2"/>
              <a:buChar char="§"/>
            </a:pPr>
            <a:r>
              <a:rPr lang="pl-PL" sz="1250" dirty="0"/>
              <a:t>Dane zostały przekazane do zewnętrznego modelu AI poza kontrolą organizacji — przykład </a:t>
            </a:r>
            <a:r>
              <a:rPr lang="pl-PL" sz="1250" b="1" dirty="0" err="1"/>
              <a:t>shadow</a:t>
            </a:r>
            <a:r>
              <a:rPr lang="pl-PL" sz="1250" b="1" dirty="0"/>
              <a:t> AI</a:t>
            </a:r>
            <a:r>
              <a:rPr lang="pl-PL" sz="1250" dirty="0"/>
              <a:t>, czyli użycia nieautoryzowanych narzędzi AI do przetwarzania poufnych informacji.</a:t>
            </a:r>
          </a:p>
          <a:p>
            <a:pPr algn="just">
              <a:buClr>
                <a:srgbClr val="8661C5"/>
              </a:buClr>
              <a:buFont typeface="Wingdings" panose="05000000000000000000" pitchFamily="2" charset="2"/>
              <a:buChar char="§"/>
            </a:pPr>
            <a:r>
              <a:rPr lang="pl-PL" sz="1250" dirty="0"/>
              <a:t>Incydent ujawnił ryzyko niezamierzonego ujawnienia tajemnicy przedsiębiorstwa oraz brak mechanizmów nadzoru nad korzystaniem z publicznych narzędzi AI w organizacji.</a:t>
            </a:r>
          </a:p>
          <a:p>
            <a:pPr algn="just">
              <a:buClr>
                <a:srgbClr val="8661C5"/>
              </a:buClr>
              <a:buFont typeface="Wingdings" panose="05000000000000000000" pitchFamily="2" charset="2"/>
              <a:buChar char="§"/>
            </a:pPr>
            <a:r>
              <a:rPr lang="pl-PL" sz="1250" dirty="0"/>
              <a:t>W reakcji Samsung wprowadził zakaz korzystania z publicznych </a:t>
            </a:r>
            <a:r>
              <a:rPr lang="pl-PL" sz="1250" dirty="0" err="1"/>
              <a:t>chatbotów</a:t>
            </a:r>
            <a:r>
              <a:rPr lang="pl-PL" sz="1250" dirty="0"/>
              <a:t> AI oraz rozpoczął wdrażanie wewnętrznych, kontrolowanych narzędzi AI.</a:t>
            </a:r>
          </a:p>
          <a:p>
            <a:pPr algn="just">
              <a:buClr>
                <a:srgbClr val="8661C5"/>
              </a:buClr>
              <a:buFont typeface="Wingdings" panose="05000000000000000000" pitchFamily="2" charset="2"/>
              <a:buChar char="§"/>
            </a:pPr>
            <a:r>
              <a:rPr lang="pl-PL" sz="1250" b="1" dirty="0"/>
              <a:t>Samsung bardzo poważnie potraktował sprawę, zmieniając politykę korzystania z </a:t>
            </a:r>
            <a:r>
              <a:rPr lang="pl-PL" sz="1250" b="1" dirty="0" err="1"/>
              <a:t>chatbotów</a:t>
            </a:r>
            <a:r>
              <a:rPr lang="pl-PL" sz="1250" b="1" dirty="0"/>
              <a:t>, informując pracowników o ryzykach związanych z użyciem publicznych narzędzi AI oraz rozpoczynając prace nad własnym, wewnętrznym systemem podobnym do </a:t>
            </a:r>
            <a:r>
              <a:rPr lang="pl-PL" sz="1250" b="1" dirty="0" err="1"/>
              <a:t>ChatGPT</a:t>
            </a:r>
            <a:r>
              <a:rPr lang="pl-PL" sz="1250" b="1" dirty="0"/>
              <a:t> przeznaczonym wyłącznie do użytku firmowego.</a:t>
            </a:r>
            <a:endParaRPr lang="pl-PL" sz="1250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CFAF6DE-90D6-447B-BD32-CE3750ADEC1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/>
        </p:blipFill>
        <p:spPr>
          <a:xfrm>
            <a:off x="8942813" y="1153212"/>
            <a:ext cx="3142279" cy="2930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5C7C4F90-6A15-8B74-42FB-1178720EF8D3}"/>
              </a:ext>
            </a:extLst>
          </p:cNvPr>
          <p:cNvSpPr txBox="1"/>
          <p:nvPr/>
        </p:nvSpPr>
        <p:spPr>
          <a:xfrm>
            <a:off x="7125364" y="3461125"/>
            <a:ext cx="181744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hlinkClick r:id="rId4"/>
              </a:rPr>
              <a:t>Samsung employees leaked corporate data in ChatGPT: report | CIO Dive</a:t>
            </a:r>
            <a:endParaRPr lang="en-US" sz="1050" dirty="0"/>
          </a:p>
        </p:txBody>
      </p:sp>
      <p:pic>
        <p:nvPicPr>
          <p:cNvPr id="10" name="Obraz 9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A83E053A-832D-9F45-BB0E-636C8C47F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886" y="5099026"/>
            <a:ext cx="3111206" cy="12924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1541B1E-28F9-4F52-C74C-B29E2AF0A9CC}"/>
              </a:ext>
            </a:extLst>
          </p:cNvPr>
          <p:cNvSpPr txBox="1"/>
          <p:nvPr/>
        </p:nvSpPr>
        <p:spPr>
          <a:xfrm>
            <a:off x="7125364" y="5613837"/>
            <a:ext cx="18695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>
                <a:hlinkClick r:id="rId6"/>
              </a:rPr>
              <a:t>Samsung buduje własny ekosystem AI. Powstanie agent AI i generator obrazów</a:t>
            </a:r>
            <a:endParaRPr lang="en-US" sz="1050" dirty="0"/>
          </a:p>
        </p:txBody>
      </p:sp>
      <p:pic>
        <p:nvPicPr>
          <p:cNvPr id="14" name="Obraz 1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B7D8236A-1E0E-1980-7420-B1970D7355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886" y="4259691"/>
            <a:ext cx="3111206" cy="7072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pole tekstowe 15">
            <a:extLst>
              <a:ext uri="{FF2B5EF4-FFF2-40B4-BE49-F238E27FC236}">
                <a16:creationId xmlns:a16="http://schemas.microsoft.com/office/drawing/2014/main" id="{DCBEBBB1-7252-81F2-DE11-9BE410C96490}"/>
              </a:ext>
            </a:extLst>
          </p:cNvPr>
          <p:cNvSpPr txBox="1"/>
          <p:nvPr/>
        </p:nvSpPr>
        <p:spPr>
          <a:xfrm>
            <a:off x="7125364" y="4271171"/>
            <a:ext cx="18695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hlinkClick r:id="rId8"/>
              </a:rPr>
              <a:t>Samsung starts developing ChatGPT-like Large Language Model for internal use - </a:t>
            </a:r>
            <a:r>
              <a:rPr lang="en-US" sz="1050" dirty="0" err="1">
                <a:hlinkClick r:id="rId8"/>
              </a:rPr>
              <a:t>SamMobile</a:t>
            </a:r>
            <a:endParaRPr lang="en-US" sz="1050" dirty="0"/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5987130B-3911-149F-57FC-B912C0E39391}"/>
              </a:ext>
            </a:extLst>
          </p:cNvPr>
          <p:cNvCxnSpPr>
            <a:cxnSpLocks/>
          </p:cNvCxnSpPr>
          <p:nvPr/>
        </p:nvCxnSpPr>
        <p:spPr>
          <a:xfrm>
            <a:off x="7125364" y="1244163"/>
            <a:ext cx="0" cy="514735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01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34EC8-83AE-C175-EFCA-7A33FFF4B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D4E9B6D0-F15F-D0BC-A535-8BD66F610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758809"/>
            <a:ext cx="6675120" cy="553998"/>
          </a:xfrm>
        </p:spPr>
        <p:txBody>
          <a:bodyPr/>
          <a:lstStyle/>
          <a:p>
            <a:r>
              <a:rPr lang="pl-PL" b="1"/>
              <a:t>Etyka i odpowiedzialne AI</a:t>
            </a:r>
            <a:endParaRPr lang="en-US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7727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8DE6F-C13F-A5DC-36F7-1F3463E6C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EEC3CEC-81D1-929E-A90C-43CEF65310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359" y="1101968"/>
            <a:ext cx="5073754" cy="3824543"/>
          </a:xfrm>
        </p:spPr>
        <p:txBody>
          <a:bodyPr>
            <a:normAutofit/>
          </a:bodyPr>
          <a:lstStyle/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600" b="1" err="1">
                <a:solidFill>
                  <a:schemeClr val="tx1"/>
                </a:solidFill>
                <a:cs typeface="+mn-cs"/>
              </a:rPr>
              <a:t>Fairness</a:t>
            </a:r>
            <a:r>
              <a:rPr lang="pl-PL" sz="1600">
                <a:solidFill>
                  <a:schemeClr val="tx1"/>
                </a:solidFill>
                <a:cs typeface="+mn-cs"/>
              </a:rPr>
              <a:t>: identyfikacja i testowanie modeli pod kątem uprzedzeń oraz dyskryminujących wyników przed wdrożeniem i w trakcie użytkowania.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600" b="1" err="1">
                <a:solidFill>
                  <a:schemeClr val="tx1"/>
                </a:solidFill>
                <a:cs typeface="+mn-cs"/>
              </a:rPr>
              <a:t>Transparency</a:t>
            </a:r>
            <a:r>
              <a:rPr lang="pl-PL" sz="1600">
                <a:solidFill>
                  <a:schemeClr val="tx1"/>
                </a:solidFill>
                <a:cs typeface="+mn-cs"/>
              </a:rPr>
              <a:t>: zapewnienie wiedzy, gdzie AI jest używana, jakie dane zasila modele i kiedy decyzja jest wspierana przez algorytm.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600" b="1" err="1">
                <a:solidFill>
                  <a:schemeClr val="tx1"/>
                </a:solidFill>
                <a:cs typeface="+mn-cs"/>
              </a:rPr>
              <a:t>Accountability</a:t>
            </a:r>
            <a:r>
              <a:rPr lang="pl-PL" sz="1600">
                <a:solidFill>
                  <a:schemeClr val="tx1"/>
                </a:solidFill>
                <a:cs typeface="+mn-cs"/>
              </a:rPr>
              <a:t>: jednoznaczne przypisanie odpowiedzialności biznesowej i prawnej za działanie systemów AI – AI nie „podejmuje decyzji”, robi to organizacja.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endParaRPr lang="pl-PL" sz="1400">
              <a:solidFill>
                <a:schemeClr val="tx1"/>
              </a:solidFill>
              <a:cs typeface="+mn-cs"/>
            </a:endParaRP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endParaRPr lang="pl-PL" sz="1400">
              <a:solidFill>
                <a:schemeClr val="tx1"/>
              </a:solidFill>
              <a:cs typeface="+mn-cs"/>
            </a:endParaRPr>
          </a:p>
        </p:txBody>
      </p:sp>
      <p:pic>
        <p:nvPicPr>
          <p:cNvPr id="8" name="Obraz 7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832828E5-5C28-F255-098E-ED3CB78B4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17" y="4199197"/>
            <a:ext cx="4423856" cy="2451540"/>
          </a:xfrm>
          <a:prstGeom prst="rect">
            <a:avLst/>
          </a:prstGeom>
        </p:spPr>
      </p:pic>
      <p:sp>
        <p:nvSpPr>
          <p:cNvPr id="13" name="Tytuł 1">
            <a:extLst>
              <a:ext uri="{FF2B5EF4-FFF2-40B4-BE49-F238E27FC236}">
                <a16:creationId xmlns:a16="http://schemas.microsoft.com/office/drawing/2014/main" id="{A43E9951-8000-B8E4-A1F4-5F55D454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58" y="304800"/>
            <a:ext cx="5315883" cy="492443"/>
          </a:xfrm>
        </p:spPr>
        <p:txBody>
          <a:bodyPr/>
          <a:lstStyle/>
          <a:p>
            <a:r>
              <a:rPr lang="pl-PL" sz="3200" b="1"/>
              <a:t>Etyczne stosowanie AI </a:t>
            </a:r>
            <a:endParaRPr lang="en-US" sz="3200"/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C13998B2-5711-4567-7B31-852F5D158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945" y="4199197"/>
            <a:ext cx="1276528" cy="323895"/>
          </a:xfrm>
          <a:prstGeom prst="rect">
            <a:avLst/>
          </a:prstGeom>
        </p:spPr>
      </p:pic>
      <p:pic>
        <p:nvPicPr>
          <p:cNvPr id="7" name="Symbol zastępczy obrazu 7">
            <a:extLst>
              <a:ext uri="{FF2B5EF4-FFF2-40B4-BE49-F238E27FC236}">
                <a16:creationId xmlns:a16="http://schemas.microsoft.com/office/drawing/2014/main" id="{5AB661D9-7272-4672-CB31-DCBBB6EA22B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5"/>
          <a:srcRect t="32768" b="12494"/>
          <a:stretch>
            <a:fillRect/>
          </a:stretch>
        </p:blipFill>
        <p:spPr>
          <a:xfrm>
            <a:off x="5950981" y="0"/>
            <a:ext cx="6241019" cy="6858000"/>
          </a:xfrm>
          <a:prstGeom prst="rect">
            <a:avLst/>
          </a:prstGeom>
        </p:spPr>
      </p:pic>
      <p:pic>
        <p:nvPicPr>
          <p:cNvPr id="9" name="Obraz 8" descr="Obraz zawierający tekst, zrzut ekranu, Czcionka, Marka&#10;&#10;Zawartość wygenerowana przez AI może być niepoprawna.">
            <a:extLst>
              <a:ext uri="{FF2B5EF4-FFF2-40B4-BE49-F238E27FC236}">
                <a16:creationId xmlns:a16="http://schemas.microsoft.com/office/drawing/2014/main" id="{F042AC37-BF49-EDAB-B6C8-845A7A644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1029" y="3538187"/>
            <a:ext cx="2525354" cy="311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78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A7821-9CD1-8190-B11E-553B8B149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F5CB690-AA99-7B7E-939E-E41EE0038A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357" y="1148862"/>
            <a:ext cx="5979695" cy="1931222"/>
          </a:xfrm>
        </p:spPr>
        <p:txBody>
          <a:bodyPr>
            <a:normAutofit/>
          </a:bodyPr>
          <a:lstStyle/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endParaRPr lang="pl-PL" sz="1400">
              <a:solidFill>
                <a:schemeClr val="tx1"/>
              </a:solidFill>
              <a:cs typeface="+mn-cs"/>
            </a:endParaRP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endParaRPr lang="pl-PL" sz="1400">
              <a:solidFill>
                <a:schemeClr val="tx1"/>
              </a:solidFill>
              <a:cs typeface="+mn-cs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B0DEA8E-E3C4-1EE5-54D1-34CDA48C8CB7}"/>
              </a:ext>
            </a:extLst>
          </p:cNvPr>
          <p:cNvSpPr txBox="1"/>
          <p:nvPr/>
        </p:nvSpPr>
        <p:spPr>
          <a:xfrm>
            <a:off x="256033" y="1782128"/>
            <a:ext cx="5476553" cy="49300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defRPr/>
            </a:pPr>
            <a:r>
              <a:rPr lang="pl-PL" sz="1400" b="1"/>
              <a:t>Rola AI Champion (Lidera) / zespołu nadzorczego:</a:t>
            </a: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400"/>
              <a:t>koordynacja wdrożeń AI w biznesie i IT,</a:t>
            </a:r>
            <a:endParaRPr lang="pl-PL" sz="1400"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400"/>
              <a:t>nadzór nad zgodnością z regulacjami i politykami wewnętrznymi,</a:t>
            </a:r>
            <a:endParaRPr lang="pl-PL" sz="1400"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400"/>
              <a:t>punkt kontaktu dla pracowników w przypadku wątpliwości lub incydentów.</a:t>
            </a:r>
            <a:endParaRPr lang="pl-PL" sz="1400">
              <a:cs typeface="Segoe UI"/>
            </a:endParaRPr>
          </a:p>
          <a:p>
            <a:pPr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defRPr/>
            </a:pPr>
            <a:r>
              <a:rPr lang="pl-PL" sz="1400" b="1"/>
              <a:t>Komitet AI:</a:t>
            </a:r>
            <a:endParaRPr lang="pl-PL" sz="1400" b="1"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400"/>
              <a:t>przegląd projektów o podwyższonym ryzyku,</a:t>
            </a:r>
            <a:endParaRPr lang="pl-PL" sz="1400"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400"/>
              <a:t>ocena zgodności projektów AI z wartościami firmy,</a:t>
            </a:r>
            <a:endParaRPr lang="pl-PL" sz="1400"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400"/>
              <a:t>rekomendacje dla zarządu przy strategicznych wdrożeniach.</a:t>
            </a:r>
            <a:endParaRPr lang="pl-PL" sz="1400">
              <a:cs typeface="Segoe UI"/>
            </a:endParaRPr>
          </a:p>
          <a:p>
            <a:pPr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defRPr/>
            </a:pPr>
            <a:r>
              <a:rPr lang="pl-PL" sz="1400" b="1"/>
              <a:t>Kodeks postępowania dla AI:</a:t>
            </a:r>
            <a:endParaRPr lang="pl-PL" sz="1400" b="1"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400"/>
              <a:t>wewnętrzny standard dopuszczalnych i zakazanych praktyk,</a:t>
            </a:r>
            <a:endParaRPr lang="pl-PL" sz="1400"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400"/>
              <a:t>jasne zasady pracy z danymi i modelami,</a:t>
            </a:r>
            <a:endParaRPr lang="pl-PL" sz="1400"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400"/>
              <a:t>spójne wymagania dla dostawców technologii AI.</a:t>
            </a:r>
            <a:endParaRPr lang="pl-PL" sz="1400">
              <a:cs typeface="Segoe UI"/>
            </a:endParaRP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B3174A3C-967C-FD3F-9BD7-BEB3B60E777E}"/>
              </a:ext>
            </a:extLst>
          </p:cNvPr>
          <p:cNvSpPr txBox="1">
            <a:spLocks/>
          </p:cNvSpPr>
          <p:nvPr/>
        </p:nvSpPr>
        <p:spPr>
          <a:xfrm>
            <a:off x="211015" y="152400"/>
            <a:ext cx="5739967" cy="14773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pl-PL" sz="3200" b="1"/>
              <a:t>Sposoby zapewnienia etycznego i odpowiedzialnego stosowania AI w organizacji   </a:t>
            </a:r>
            <a:endParaRPr lang="pl-PL" sz="3200"/>
          </a:p>
        </p:txBody>
      </p:sp>
      <p:pic>
        <p:nvPicPr>
          <p:cNvPr id="20" name="Symbol zastępczy obrazu 7">
            <a:extLst>
              <a:ext uri="{FF2B5EF4-FFF2-40B4-BE49-F238E27FC236}">
                <a16:creationId xmlns:a16="http://schemas.microsoft.com/office/drawing/2014/main" id="{596D6AAE-381A-F6E3-7E4F-CB7A971F3DA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2768" b="12494"/>
          <a:stretch>
            <a:fillRect/>
          </a:stretch>
        </p:blipFill>
        <p:spPr>
          <a:xfrm>
            <a:off x="5950981" y="0"/>
            <a:ext cx="6241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2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9C60C-AB35-DA04-8953-5D143BAD9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42EAB85-6CC8-9673-B6D4-268B60A8C1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358" y="961292"/>
            <a:ext cx="5011083" cy="5502568"/>
          </a:xfrm>
        </p:spPr>
        <p:txBody>
          <a:bodyPr vert="horz" wrap="square" lIns="0" tIns="0" rIns="0" bIns="0" rtlCol="0" anchor="t">
            <a:normAutofit/>
          </a:bodyPr>
          <a:lstStyle/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endParaRPr lang="pl-PL" sz="1400" dirty="0">
              <a:solidFill>
                <a:schemeClr val="tx1"/>
              </a:solidFill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 dirty="0">
                <a:solidFill>
                  <a:schemeClr val="tx1"/>
                </a:solidFill>
                <a:cs typeface="+mn-cs"/>
              </a:rPr>
              <a:t>Opór ludzki jako główna bariera wdrożeń – obawy o zmianę ról, utratę kontroli nad pracą i brak zaufania do systemów AI.</a:t>
            </a:r>
            <a:endParaRPr lang="pl-PL" sz="1400" dirty="0">
              <a:solidFill>
                <a:schemeClr val="tx1"/>
              </a:solidFill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 dirty="0">
                <a:solidFill>
                  <a:schemeClr val="tx1"/>
                </a:solidFill>
                <a:cs typeface="+mn-cs"/>
              </a:rPr>
              <a:t>Zbyt wysokie oczekiwania wobec AI – traktowanie technologii jak „cyfrowego pracownika”, a nie narzędzia; rozczarowanie pierwszymi wynikami prowadzi do frustracji i porzucania projektów.</a:t>
            </a:r>
            <a:endParaRPr lang="pl-PL" sz="1400" dirty="0">
              <a:solidFill>
                <a:schemeClr val="tx1"/>
              </a:solidFill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 dirty="0">
                <a:solidFill>
                  <a:schemeClr val="tx1"/>
                </a:solidFill>
                <a:cs typeface="+mn-cs"/>
              </a:rPr>
              <a:t>Brak realistycznego zarządzania zmianą – wdrożenia technologiczne bez równoległego przygotowania ludzi </a:t>
            </a:r>
            <a:br>
              <a:rPr lang="pl-PL" sz="1400" dirty="0">
                <a:cs typeface="+mn-cs"/>
              </a:rPr>
            </a:br>
            <a:r>
              <a:rPr lang="pl-PL" sz="1400" dirty="0">
                <a:solidFill>
                  <a:schemeClr val="tx1"/>
                </a:solidFill>
                <a:cs typeface="+mn-cs"/>
              </a:rPr>
              <a:t>i procesów.</a:t>
            </a:r>
            <a:endParaRPr lang="pl-PL" sz="1400" dirty="0">
              <a:solidFill>
                <a:schemeClr val="tx1"/>
              </a:solidFill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 dirty="0">
                <a:solidFill>
                  <a:schemeClr val="tx1"/>
                </a:solidFill>
                <a:cs typeface="+mn-cs"/>
              </a:rPr>
              <a:t>Narzucanie AI odgórnie – projekty projektowane wyłącznie przez zarząd lub IT bez zaangażowania użytkowników końcowych.</a:t>
            </a:r>
            <a:endParaRPr lang="pl-PL" sz="1400" dirty="0">
              <a:solidFill>
                <a:schemeClr val="tx1"/>
              </a:solidFill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 dirty="0">
                <a:solidFill>
                  <a:schemeClr val="tx1"/>
                </a:solidFill>
                <a:cs typeface="+mn-cs"/>
              </a:rPr>
              <a:t>Skuteczna transformacja wymaga podejścia </a:t>
            </a:r>
            <a:r>
              <a:rPr lang="pl-PL" sz="1400" dirty="0" err="1">
                <a:solidFill>
                  <a:schemeClr val="tx1"/>
                </a:solidFill>
                <a:cs typeface="+mn-cs"/>
              </a:rPr>
              <a:t>bottom-up</a:t>
            </a:r>
            <a:r>
              <a:rPr lang="pl-PL" sz="1400" dirty="0">
                <a:solidFill>
                  <a:schemeClr val="tx1"/>
                </a:solidFill>
                <a:cs typeface="+mn-cs"/>
              </a:rPr>
              <a:t> – identyfikowania realnych potrzeb zespołów i budowania rozwiązań razem z użytkownikami.</a:t>
            </a:r>
            <a:endParaRPr lang="pl-PL" sz="1400" dirty="0">
              <a:solidFill>
                <a:schemeClr val="tx1"/>
              </a:solidFill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 dirty="0">
                <a:solidFill>
                  <a:schemeClr val="tx1"/>
                </a:solidFill>
                <a:cs typeface="+mn-cs"/>
              </a:rPr>
              <a:t>Niedopasowanie narzędzi AI do codziennej pracy </a:t>
            </a:r>
            <a:br>
              <a:rPr lang="pl-PL" sz="1400" dirty="0">
                <a:cs typeface="+mn-cs"/>
              </a:rPr>
            </a:br>
            <a:r>
              <a:rPr lang="pl-PL" sz="1400" dirty="0">
                <a:solidFill>
                  <a:schemeClr val="tx1"/>
                </a:solidFill>
                <a:cs typeface="+mn-cs"/>
              </a:rPr>
              <a:t>– technologia wdrażana „dla samej AI”, a nie dla rozwiązania konkretnego problemu biznesowego.</a:t>
            </a:r>
            <a:endParaRPr lang="pl-PL" sz="1400" dirty="0">
              <a:solidFill>
                <a:schemeClr val="tx1"/>
              </a:solidFill>
              <a:cs typeface="Segoe UI"/>
            </a:endParaRPr>
          </a:p>
        </p:txBody>
      </p:sp>
      <p:pic>
        <p:nvPicPr>
          <p:cNvPr id="10" name="Symbol zastępczy obrazu 7">
            <a:extLst>
              <a:ext uri="{FF2B5EF4-FFF2-40B4-BE49-F238E27FC236}">
                <a16:creationId xmlns:a16="http://schemas.microsoft.com/office/drawing/2014/main" id="{CB46995E-C4BF-A455-7586-BE5F2F66018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2768" b="12494"/>
          <a:stretch>
            <a:fillRect/>
          </a:stretch>
        </p:blipFill>
        <p:spPr>
          <a:xfrm>
            <a:off x="5950981" y="0"/>
            <a:ext cx="6241019" cy="6858000"/>
          </a:xfrm>
          <a:prstGeom prst="rect">
            <a:avLst/>
          </a:prstGeom>
        </p:spPr>
      </p:pic>
      <p:pic>
        <p:nvPicPr>
          <p:cNvPr id="7" name="Obraz 6" descr="Obraz zawierający tekst, zrzut ekranu, Czcionka, diagram&#10;&#10;Zawartość wygenerowana przez AI może być niepoprawna.">
            <a:extLst>
              <a:ext uri="{FF2B5EF4-FFF2-40B4-BE49-F238E27FC236}">
                <a16:creationId xmlns:a16="http://schemas.microsoft.com/office/drawing/2014/main" id="{69A1B478-AD74-64F3-3F32-9BD23D7A5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038" y="301882"/>
            <a:ext cx="5934903" cy="5058481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C20A4AB3-62B5-59F6-08D8-B78FFBC1B8DA}"/>
              </a:ext>
            </a:extLst>
          </p:cNvPr>
          <p:cNvSpPr txBox="1"/>
          <p:nvPr/>
        </p:nvSpPr>
        <p:spPr>
          <a:xfrm>
            <a:off x="9765323" y="5498124"/>
            <a:ext cx="21218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00">
                <a:hlinkClick r:id="rId5"/>
              </a:rPr>
              <a:t>Barriers-to-AI-Adoption.pdf</a:t>
            </a:r>
            <a:endParaRPr lang="en-US" sz="1000"/>
          </a:p>
        </p:txBody>
      </p:sp>
      <p:sp>
        <p:nvSpPr>
          <p:cNvPr id="12" name="Tytuł 1">
            <a:extLst>
              <a:ext uri="{FF2B5EF4-FFF2-40B4-BE49-F238E27FC236}">
                <a16:creationId xmlns:a16="http://schemas.microsoft.com/office/drawing/2014/main" id="{5B111CCA-8440-C7C1-4DDD-088C2AE28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58" y="304800"/>
            <a:ext cx="5315883" cy="492443"/>
          </a:xfrm>
        </p:spPr>
        <p:txBody>
          <a:bodyPr/>
          <a:lstStyle/>
          <a:p>
            <a:r>
              <a:rPr lang="pl-PL" sz="3200" b="1"/>
              <a:t>Wyzwania 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46647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CB4A0-7F72-4941-BC1C-B9400B6C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1">
            <a:extLst>
              <a:ext uri="{FF2B5EF4-FFF2-40B4-BE49-F238E27FC236}">
                <a16:creationId xmlns:a16="http://schemas.microsoft.com/office/drawing/2014/main" id="{1E454088-11B7-9B1C-2848-213558B2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5244978" cy="984885"/>
          </a:xfrm>
        </p:spPr>
        <p:txBody>
          <a:bodyPr/>
          <a:lstStyle/>
          <a:p>
            <a:r>
              <a:rPr lang="pl-PL" sz="3200" b="1"/>
              <a:t>Przykładowe zastosowania i dylematy etyczne</a:t>
            </a:r>
            <a:endParaRPr lang="en-US" sz="3200"/>
          </a:p>
        </p:txBody>
      </p:sp>
      <p:pic>
        <p:nvPicPr>
          <p:cNvPr id="10" name="Symbol zastępczy obrazu 7">
            <a:extLst>
              <a:ext uri="{FF2B5EF4-FFF2-40B4-BE49-F238E27FC236}">
                <a16:creationId xmlns:a16="http://schemas.microsoft.com/office/drawing/2014/main" id="{0A96D396-91FA-86A4-AD55-31DCC3F81BF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2768" b="12494"/>
          <a:stretch>
            <a:fillRect/>
          </a:stretch>
        </p:blipFill>
        <p:spPr>
          <a:xfrm>
            <a:off x="5950981" y="0"/>
            <a:ext cx="6241019" cy="6858000"/>
          </a:xfrm>
          <a:prstGeom prst="rect">
            <a:avLst/>
          </a:prstGeom>
        </p:spPr>
      </p:pic>
      <p:sp>
        <p:nvSpPr>
          <p:cNvPr id="5" name="Rectangle: Rounded Corners 38">
            <a:extLst>
              <a:ext uri="{FF2B5EF4-FFF2-40B4-BE49-F238E27FC236}">
                <a16:creationId xmlns:a16="http://schemas.microsoft.com/office/drawing/2014/main" id="{C9DE8D58-6BAE-1A2D-3C91-BA9B2732AD0B}"/>
              </a:ext>
            </a:extLst>
          </p:cNvPr>
          <p:cNvSpPr>
            <a:spLocks/>
          </p:cNvSpPr>
          <p:nvPr/>
        </p:nvSpPr>
        <p:spPr bwMode="auto">
          <a:xfrm>
            <a:off x="667426" y="2235201"/>
            <a:ext cx="4933274" cy="1198080"/>
          </a:xfrm>
          <a:prstGeom prst="roundRect">
            <a:avLst>
              <a:gd name="adj" fmla="val 10758"/>
            </a:avLst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54013" indent="-354013" algn="just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pl-PL" sz="1200" b="1">
                <a:solidFill>
                  <a:schemeClr val="tx1"/>
                </a:solidFill>
              </a:rPr>
              <a:t>Marketing i reklama: </a:t>
            </a:r>
            <a:r>
              <a:rPr lang="pl-PL" sz="1200">
                <a:solidFill>
                  <a:schemeClr val="tx1"/>
                </a:solidFill>
              </a:rPr>
              <a:t>użycie generatywnej AI do tworzenia treści marketingowych – kwestie przejrzystości (czy ujawniać, że treść została wygenerowana przez AI), prawa autorskie do wygenerowanych obrazów/tekstów, ryzyko szerzenia nieprawdziwych informacji.</a:t>
            </a:r>
          </a:p>
        </p:txBody>
      </p:sp>
      <p:sp>
        <p:nvSpPr>
          <p:cNvPr id="6" name="Rectangle: Rounded Corners 38">
            <a:extLst>
              <a:ext uri="{FF2B5EF4-FFF2-40B4-BE49-F238E27FC236}">
                <a16:creationId xmlns:a16="http://schemas.microsoft.com/office/drawing/2014/main" id="{F0B0B4DD-70AE-65C6-A591-A730F0D4B606}"/>
              </a:ext>
            </a:extLst>
          </p:cNvPr>
          <p:cNvSpPr>
            <a:spLocks/>
          </p:cNvSpPr>
          <p:nvPr/>
        </p:nvSpPr>
        <p:spPr bwMode="auto">
          <a:xfrm>
            <a:off x="667426" y="3557069"/>
            <a:ext cx="4933274" cy="1198080"/>
          </a:xfrm>
          <a:prstGeom prst="roundRect">
            <a:avLst>
              <a:gd name="adj" fmla="val 10758"/>
            </a:avLst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54013" indent="-354013" algn="just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pl-PL" sz="1200" b="1">
                <a:solidFill>
                  <a:schemeClr val="tx1"/>
                </a:solidFill>
              </a:rPr>
              <a:t>Programiści i kod z AI: </a:t>
            </a:r>
            <a:r>
              <a:rPr lang="pl-PL" sz="1200">
                <a:solidFill>
                  <a:schemeClr val="tx1"/>
                </a:solidFill>
              </a:rPr>
              <a:t>w jaki sposób narzędzia typu GitHub </a:t>
            </a:r>
            <a:r>
              <a:rPr lang="pl-PL" sz="1200" err="1">
                <a:solidFill>
                  <a:schemeClr val="tx1"/>
                </a:solidFill>
              </a:rPr>
              <a:t>Copilot</a:t>
            </a:r>
            <a:r>
              <a:rPr lang="pl-PL" sz="1200">
                <a:solidFill>
                  <a:schemeClr val="tx1"/>
                </a:solidFill>
              </a:rPr>
              <a:t> zmieniają pracę programistów; kto jest autorem kodu wygenerowanego przez AI, jak unikać naruszeń licencji open </a:t>
            </a:r>
            <a:r>
              <a:rPr lang="pl-PL" sz="1200" err="1">
                <a:solidFill>
                  <a:schemeClr val="tx1"/>
                </a:solidFill>
              </a:rPr>
              <a:t>source</a:t>
            </a:r>
            <a:r>
              <a:rPr lang="pl-PL" sz="1200">
                <a:solidFill>
                  <a:schemeClr val="tx1"/>
                </a:solidFill>
              </a:rPr>
              <a:t>, ryzyko uzależnienia od AI i spadku kompetencji własnych zespołów.</a:t>
            </a:r>
          </a:p>
        </p:txBody>
      </p:sp>
      <p:sp>
        <p:nvSpPr>
          <p:cNvPr id="8" name="Rectangle: Rounded Corners 38">
            <a:extLst>
              <a:ext uri="{FF2B5EF4-FFF2-40B4-BE49-F238E27FC236}">
                <a16:creationId xmlns:a16="http://schemas.microsoft.com/office/drawing/2014/main" id="{C0A4F3B1-C242-12D8-1F93-C19E12F10DDF}"/>
              </a:ext>
            </a:extLst>
          </p:cNvPr>
          <p:cNvSpPr>
            <a:spLocks/>
          </p:cNvSpPr>
          <p:nvPr/>
        </p:nvSpPr>
        <p:spPr bwMode="auto">
          <a:xfrm>
            <a:off x="667426" y="4878937"/>
            <a:ext cx="4933274" cy="1198080"/>
          </a:xfrm>
          <a:prstGeom prst="roundRect">
            <a:avLst>
              <a:gd name="adj" fmla="val 10758"/>
            </a:avLst>
          </a:prstGeom>
          <a:solidFill>
            <a:schemeClr val="accent1">
              <a:lumMod val="20000"/>
              <a:lumOff val="80000"/>
              <a:alpha val="77000"/>
            </a:schemeClr>
          </a:solidFill>
          <a:ln w="3175">
            <a:solidFill>
              <a:schemeClr val="accent1"/>
            </a:solidFill>
            <a:headEnd type="none" w="med" len="med"/>
            <a:tailEnd type="none" w="med" len="med"/>
          </a:ln>
          <a:effectLst>
            <a:outerShdw blurRad="698500" dist="635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54013" indent="-354013" algn="just"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pl-PL" sz="1200" b="1">
                <a:solidFill>
                  <a:schemeClr val="tx1"/>
                </a:solidFill>
              </a:rPr>
              <a:t>Prawnicy: </a:t>
            </a:r>
            <a:r>
              <a:rPr lang="pl-PL" sz="1200">
                <a:solidFill>
                  <a:schemeClr val="tx1"/>
                </a:solidFill>
              </a:rPr>
              <a:t>wpływ na pracę prawników, możliwe sposoby wykorzystania, Rekomendacje dla radców prawnych</a:t>
            </a:r>
          </a:p>
        </p:txBody>
      </p:sp>
    </p:spTree>
    <p:extLst>
      <p:ext uri="{BB962C8B-B14F-4D97-AF65-F5344CB8AC3E}">
        <p14:creationId xmlns:p14="http://schemas.microsoft.com/office/powerpoint/2010/main" val="312436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E25BA-7A80-2FA3-6CB2-1B7CB16A0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89981A1F-6148-D0B3-94F7-ACB874F3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758809"/>
            <a:ext cx="6675120" cy="553998"/>
          </a:xfrm>
        </p:spPr>
        <p:txBody>
          <a:bodyPr/>
          <a:lstStyle/>
          <a:p>
            <a:r>
              <a:rPr lang="pl-PL">
                <a:solidFill>
                  <a:srgbClr val="FFFFFF"/>
                </a:solidFill>
                <a:latin typeface="Segoe UI Semibold"/>
                <a:ea typeface="+mj-lt"/>
                <a:cs typeface="Segoe UI Semibold"/>
              </a:rPr>
              <a:t>Case </a:t>
            </a:r>
            <a:r>
              <a:rPr lang="pl-PL" err="1">
                <a:solidFill>
                  <a:srgbClr val="FFFFFF"/>
                </a:solidFill>
                <a:latin typeface="Segoe UI Semibold"/>
                <a:ea typeface="+mj-lt"/>
                <a:cs typeface="Segoe UI Semibold"/>
              </a:rPr>
              <a:t>study</a:t>
            </a:r>
            <a:r>
              <a:rPr lang="pl-PL">
                <a:solidFill>
                  <a:srgbClr val="FFFFFF"/>
                </a:solidFill>
                <a:latin typeface="Segoe UI Semibold"/>
                <a:ea typeface="+mj-lt"/>
                <a:cs typeface="Segoe UI Semibold"/>
              </a:rPr>
              <a:t> </a:t>
            </a:r>
            <a:endParaRPr lang="en-US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906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6177C-8AEA-F537-98D5-7212A8B4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7C91416-FE96-E863-412E-A69C7122CBD3}"/>
              </a:ext>
            </a:extLst>
          </p:cNvPr>
          <p:cNvSpPr/>
          <p:nvPr/>
        </p:nvSpPr>
        <p:spPr>
          <a:xfrm>
            <a:off x="6771038" y="2332396"/>
            <a:ext cx="4940176" cy="8811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200">
                <a:solidFill>
                  <a:schemeClr val="tx1"/>
                </a:solidFill>
              </a:rPr>
              <a:t>Wybrać rzetelnego dostawcę systemu</a:t>
            </a: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4FC2B540-176F-79ED-D69C-781F06C5DEC2}"/>
              </a:ext>
            </a:extLst>
          </p:cNvPr>
          <p:cNvSpPr/>
          <p:nvPr/>
        </p:nvSpPr>
        <p:spPr>
          <a:xfrm>
            <a:off x="6771038" y="3317466"/>
            <a:ext cx="4940176" cy="8811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-900001"/>
              <a:satOff val="-37500"/>
              <a:lumOff val="130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200">
                <a:solidFill>
                  <a:schemeClr val="tx1"/>
                </a:solidFill>
              </a:rPr>
              <a:t>Ciągła ewaluacja systemu (przed i w trakcie używania) oraz przeprowadzanie testów paczek CV czy system dobrze działa </a:t>
            </a:r>
          </a:p>
        </p:txBody>
      </p: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02957A9A-4A4A-849D-907A-9175C22B50BC}"/>
              </a:ext>
            </a:extLst>
          </p:cNvPr>
          <p:cNvCxnSpPr>
            <a:cxnSpLocks/>
          </p:cNvCxnSpPr>
          <p:nvPr/>
        </p:nvCxnSpPr>
        <p:spPr>
          <a:xfrm>
            <a:off x="6096000" y="1762805"/>
            <a:ext cx="0" cy="470105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B5DF68D9-4036-3DC1-8DA0-9495A64463FD}"/>
              </a:ext>
            </a:extLst>
          </p:cNvPr>
          <p:cNvSpPr/>
          <p:nvPr/>
        </p:nvSpPr>
        <p:spPr>
          <a:xfrm>
            <a:off x="6771037" y="4302536"/>
            <a:ext cx="4940176" cy="8811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-900001"/>
              <a:satOff val="-37500"/>
              <a:lumOff val="130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200">
                <a:solidFill>
                  <a:schemeClr val="tx1"/>
                </a:solidFill>
              </a:rPr>
              <a:t>Ciągłe szkolenia pracowników HR &amp; zasada Human-in-the-</a:t>
            </a:r>
            <a:r>
              <a:rPr lang="pl-PL" sz="1200" err="1">
                <a:solidFill>
                  <a:schemeClr val="tx1"/>
                </a:solidFill>
              </a:rPr>
              <a:t>loop</a:t>
            </a:r>
            <a:r>
              <a:rPr lang="pl-PL" sz="12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FE1320D-360E-89AB-9199-7D03B6E68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457200"/>
            <a:ext cx="10105137" cy="984885"/>
          </a:xfrm>
        </p:spPr>
        <p:txBody>
          <a:bodyPr/>
          <a:lstStyle/>
          <a:p>
            <a:r>
              <a:rPr lang="pl-PL" sz="3200" b="1" err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Use</a:t>
            </a:r>
            <a:r>
              <a:rPr lang="pl-PL" sz="3200" b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 </a:t>
            </a:r>
            <a:r>
              <a:rPr lang="pl-PL" sz="3200" b="1" err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case</a:t>
            </a:r>
            <a:r>
              <a:rPr lang="pl-PL" sz="3200" b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 1 – Rekrutacja i selekcja kandydatów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4647E2C-30F6-47DD-9C19-719AF3EF4622}"/>
              </a:ext>
            </a:extLst>
          </p:cNvPr>
          <p:cNvSpPr txBox="1">
            <a:spLocks/>
          </p:cNvSpPr>
          <p:nvPr/>
        </p:nvSpPr>
        <p:spPr>
          <a:xfrm>
            <a:off x="588262" y="1762805"/>
            <a:ext cx="4940179" cy="4701055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None/>
              <a:defRPr/>
            </a:pPr>
            <a:r>
              <a:rPr lang="pl-PL" sz="1400" dirty="0">
                <a:cs typeface="+mn-cs"/>
              </a:rPr>
              <a:t>Pracownicy działu HR zaczęli stosować narzędzie AI do wsparcia rekrutacji, zakupione przez dział sprzedaży. Początkowo AI dokonywał wstępnej selekcji CV i weryfikował dopasowanie kandydatów do stanowisk. AI znacząco przyśpieszyło pracę, więc </a:t>
            </a:r>
            <a:r>
              <a:rPr lang="pl-PL" sz="1400" dirty="0" err="1">
                <a:cs typeface="+mn-cs"/>
              </a:rPr>
              <a:t>rekruterzy</a:t>
            </a:r>
            <a:r>
              <a:rPr lang="pl-PL" sz="1400" dirty="0">
                <a:cs typeface="+mn-cs"/>
              </a:rPr>
              <a:t> szybko zaczęli posługiwać się jedynie krótką listą kandydatów przygotowaną przez AI. Ograniczyli kontakt z kandydatami.</a:t>
            </a:r>
          </a:p>
          <a:p>
            <a:pPr marL="0" indent="0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None/>
              <a:defRPr/>
            </a:pPr>
            <a:r>
              <a:rPr lang="pl-PL" sz="1400" b="1" dirty="0">
                <a:cs typeface="+mn-cs"/>
              </a:rPr>
              <a:t>Ryzyka – </a:t>
            </a:r>
            <a:r>
              <a:rPr lang="pl-PL" sz="1400" dirty="0">
                <a:cs typeface="+mn-cs"/>
              </a:rPr>
              <a:t>1) nieprawidłowe działania AI lub 2) nieprawidłowe wykorzystania AI przez organizację</a:t>
            </a:r>
            <a:endParaRPr lang="pl-PL" sz="1400" dirty="0"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 dirty="0">
                <a:cs typeface="+mn-cs"/>
              </a:rPr>
              <a:t>Powielanie schematów, nieróżnorodne dane treningowe &gt;&gt;  dyskryminacja (</a:t>
            </a:r>
            <a:r>
              <a:rPr lang="pl-PL" sz="1400" dirty="0" err="1">
                <a:cs typeface="+mn-cs"/>
              </a:rPr>
              <a:t>bias</a:t>
            </a:r>
            <a:r>
              <a:rPr lang="pl-PL" sz="1400" dirty="0">
                <a:cs typeface="+mn-cs"/>
              </a:rPr>
              <a:t>)</a:t>
            </a:r>
            <a:endParaRPr lang="pl-PL" sz="1400" dirty="0"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 dirty="0">
                <a:cs typeface="+mn-cs"/>
              </a:rPr>
              <a:t>Nadmierne poleganie na AI (brak kontroli) &gt;&gt; brak przejrzystości decyzji (</a:t>
            </a:r>
            <a:r>
              <a:rPr lang="pl-PL" sz="1400" dirty="0" err="1">
                <a:cs typeface="+mn-cs"/>
              </a:rPr>
              <a:t>black</a:t>
            </a:r>
            <a:r>
              <a:rPr lang="pl-PL" sz="1400" dirty="0">
                <a:cs typeface="+mn-cs"/>
              </a:rPr>
              <a:t> </a:t>
            </a:r>
            <a:r>
              <a:rPr lang="pl-PL" sz="1400" dirty="0" err="1">
                <a:cs typeface="+mn-cs"/>
              </a:rPr>
              <a:t>box</a:t>
            </a:r>
            <a:r>
              <a:rPr lang="pl-PL" sz="1400" dirty="0">
                <a:cs typeface="+mn-cs"/>
              </a:rPr>
              <a:t>) &gt;&gt; zbliżenie do podejmowania decyzji przez AI</a:t>
            </a:r>
            <a:endParaRPr lang="pl-PL" sz="1400" dirty="0"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 dirty="0">
                <a:cs typeface="+mn-cs"/>
              </a:rPr>
              <a:t>Zatrucie CV danymi przez kandydatów w celu wygenerowania pozytywnej odpowiedzi (</a:t>
            </a:r>
            <a:r>
              <a:rPr lang="pl-PL" sz="1400" dirty="0" err="1">
                <a:cs typeface="+mn-cs"/>
              </a:rPr>
              <a:t>prompt</a:t>
            </a:r>
            <a:r>
              <a:rPr lang="pl-PL" sz="1400" dirty="0">
                <a:cs typeface="+mn-cs"/>
              </a:rPr>
              <a:t> </a:t>
            </a:r>
            <a:r>
              <a:rPr lang="pl-PL" sz="1400" dirty="0" err="1">
                <a:cs typeface="+mn-cs"/>
              </a:rPr>
              <a:t>poisoning</a:t>
            </a:r>
            <a:r>
              <a:rPr lang="pl-PL" sz="1400" dirty="0">
                <a:cs typeface="+mn-cs"/>
              </a:rPr>
              <a:t>) </a:t>
            </a:r>
            <a:endParaRPr lang="pl-PL" sz="1400" dirty="0">
              <a:cs typeface="Segoe UI"/>
            </a:endParaRPr>
          </a:p>
          <a:p>
            <a:pPr marL="353695" indent="-353695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 dirty="0">
                <a:cs typeface="+mn-cs"/>
              </a:rPr>
              <a:t>Utrata kontaktu z kandydatami =&gt; talentów =&gt; pogorszenie marki i pozycji rynkowej </a:t>
            </a:r>
            <a:endParaRPr lang="pl-PL" sz="1400" dirty="0">
              <a:cs typeface="Segoe UI"/>
            </a:endParaRPr>
          </a:p>
        </p:txBody>
      </p:sp>
      <p:sp>
        <p:nvSpPr>
          <p:cNvPr id="4" name="Symbol zastępczy tekstu 2">
            <a:extLst>
              <a:ext uri="{FF2B5EF4-FFF2-40B4-BE49-F238E27FC236}">
                <a16:creationId xmlns:a16="http://schemas.microsoft.com/office/drawing/2014/main" id="{D3F38B9A-2FEC-CE77-E5C8-55D8F882898E}"/>
              </a:ext>
            </a:extLst>
          </p:cNvPr>
          <p:cNvSpPr txBox="1">
            <a:spLocks/>
          </p:cNvSpPr>
          <p:nvPr/>
        </p:nvSpPr>
        <p:spPr>
          <a:xfrm>
            <a:off x="6771037" y="1762805"/>
            <a:ext cx="4940179" cy="535896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None/>
              <a:defRPr/>
            </a:pPr>
            <a:r>
              <a:rPr lang="pl-PL" sz="1600" b="1">
                <a:solidFill>
                  <a:schemeClr val="accent1">
                    <a:lumMod val="75000"/>
                  </a:schemeClr>
                </a:solidFill>
                <a:cs typeface="+mn-cs"/>
              </a:rPr>
              <a:t>Jak Polityka AI może pomóc w tym przypadku? </a:t>
            </a: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4E9FA295-AAB2-A558-805B-43E77D322207}"/>
              </a:ext>
            </a:extLst>
          </p:cNvPr>
          <p:cNvSpPr/>
          <p:nvPr/>
        </p:nvSpPr>
        <p:spPr>
          <a:xfrm>
            <a:off x="6771037" y="5287606"/>
            <a:ext cx="4940176" cy="8811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-900001"/>
              <a:satOff val="-37500"/>
              <a:lumOff val="130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200">
                <a:solidFill>
                  <a:schemeClr val="tx1"/>
                </a:solidFill>
              </a:rPr>
              <a:t>„</a:t>
            </a:r>
            <a:r>
              <a:rPr lang="pl-PL" sz="1200" err="1">
                <a:solidFill>
                  <a:schemeClr val="tx1"/>
                </a:solidFill>
              </a:rPr>
              <a:t>Anonimizacja</a:t>
            </a:r>
            <a:r>
              <a:rPr lang="pl-PL" sz="1200">
                <a:solidFill>
                  <a:schemeClr val="tx1"/>
                </a:solidFill>
              </a:rPr>
              <a:t>” CV przed analizą dokonaną przez system AI </a:t>
            </a:r>
          </a:p>
        </p:txBody>
      </p:sp>
    </p:spTree>
    <p:extLst>
      <p:ext uri="{BB962C8B-B14F-4D97-AF65-F5344CB8AC3E}">
        <p14:creationId xmlns:p14="http://schemas.microsoft.com/office/powerpoint/2010/main" val="82353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4" grpId="0" animBg="1"/>
      <p:bldP spid="4" grpId="0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53CC2-65CC-C317-7468-D5D7AC17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F88688B3-720B-D99A-E4F7-8A53E2217A84}"/>
              </a:ext>
            </a:extLst>
          </p:cNvPr>
          <p:cNvSpPr/>
          <p:nvPr/>
        </p:nvSpPr>
        <p:spPr>
          <a:xfrm>
            <a:off x="6771038" y="2332397"/>
            <a:ext cx="4940176" cy="6996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200">
                <a:solidFill>
                  <a:schemeClr val="tx1"/>
                </a:solidFill>
              </a:rPr>
              <a:t>Wdrożyć polityki AI dla personelu – </a:t>
            </a:r>
            <a:r>
              <a:rPr lang="pl-PL" sz="1200" err="1">
                <a:solidFill>
                  <a:schemeClr val="tx1"/>
                </a:solidFill>
              </a:rPr>
              <a:t>DOs</a:t>
            </a:r>
            <a:r>
              <a:rPr lang="pl-PL" sz="1200">
                <a:solidFill>
                  <a:schemeClr val="tx1"/>
                </a:solidFill>
              </a:rPr>
              <a:t> and </a:t>
            </a:r>
            <a:r>
              <a:rPr lang="pl-PL" sz="1200" err="1">
                <a:solidFill>
                  <a:schemeClr val="tx1"/>
                </a:solidFill>
              </a:rPr>
              <a:t>DON’Ts</a:t>
            </a:r>
            <a:endParaRPr lang="pl-PL" sz="1200">
              <a:solidFill>
                <a:schemeClr val="tx1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48CBF92C-2E17-34E7-2180-01C0F7772C38}"/>
              </a:ext>
            </a:extLst>
          </p:cNvPr>
          <p:cNvSpPr/>
          <p:nvPr/>
        </p:nvSpPr>
        <p:spPr>
          <a:xfrm>
            <a:off x="6771038" y="3190357"/>
            <a:ext cx="4940176" cy="6996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-900001"/>
              <a:satOff val="-37500"/>
              <a:lumOff val="130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200">
                <a:solidFill>
                  <a:schemeClr val="tx1"/>
                </a:solidFill>
              </a:rPr>
              <a:t>Regularne szkolenia dla personelu</a:t>
            </a:r>
          </a:p>
        </p:txBody>
      </p: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9452E65C-3754-E9E1-BE38-90384F93B2FC}"/>
              </a:ext>
            </a:extLst>
          </p:cNvPr>
          <p:cNvCxnSpPr>
            <a:cxnSpLocks/>
          </p:cNvCxnSpPr>
          <p:nvPr/>
        </p:nvCxnSpPr>
        <p:spPr>
          <a:xfrm>
            <a:off x="6096000" y="1762805"/>
            <a:ext cx="0" cy="470105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BB2AFF75-DD1C-3E15-776E-901CD468DF53}"/>
              </a:ext>
            </a:extLst>
          </p:cNvPr>
          <p:cNvSpPr/>
          <p:nvPr/>
        </p:nvSpPr>
        <p:spPr>
          <a:xfrm>
            <a:off x="6771037" y="4048317"/>
            <a:ext cx="4940176" cy="6996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-900001"/>
              <a:satOff val="-37500"/>
              <a:lumOff val="130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200">
                <a:solidFill>
                  <a:schemeClr val="tx1"/>
                </a:solidFill>
              </a:rPr>
              <a:t>Zabezpieczenia techniczne (monitoring ruchu sieciowego, blokowanie dostępu do nieautoryzowanych narzędzi AI, narzędzia DLP (Data </a:t>
            </a:r>
            <a:r>
              <a:rPr lang="pl-PL" sz="1200" err="1">
                <a:solidFill>
                  <a:schemeClr val="tx1"/>
                </a:solidFill>
              </a:rPr>
              <a:t>Loss</a:t>
            </a:r>
            <a:r>
              <a:rPr lang="pl-PL" sz="1200">
                <a:solidFill>
                  <a:schemeClr val="tx1"/>
                </a:solidFill>
              </a:rPr>
              <a:t> </a:t>
            </a:r>
            <a:r>
              <a:rPr lang="pl-PL" sz="1200" err="1">
                <a:solidFill>
                  <a:schemeClr val="tx1"/>
                </a:solidFill>
              </a:rPr>
              <a:t>Prevention</a:t>
            </a:r>
            <a:r>
              <a:rPr lang="pl-PL" sz="12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8EB7694-48EE-8F9E-2123-6EFB82DE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457200"/>
            <a:ext cx="10105137" cy="984885"/>
          </a:xfrm>
        </p:spPr>
        <p:txBody>
          <a:bodyPr/>
          <a:lstStyle/>
          <a:p>
            <a:r>
              <a:rPr lang="pl-PL" sz="3200" b="1" err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Use</a:t>
            </a:r>
            <a:r>
              <a:rPr lang="pl-PL" sz="3200" b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 </a:t>
            </a:r>
            <a:r>
              <a:rPr lang="pl-PL" sz="3200" b="1" err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case</a:t>
            </a:r>
            <a:r>
              <a:rPr lang="pl-PL" sz="3200" b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 2 – ujawnienie tajemnicy przedsiębiorstwa  (</a:t>
            </a:r>
            <a:r>
              <a:rPr lang="pl-PL" sz="3200" b="1" err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shadow</a:t>
            </a:r>
            <a:r>
              <a:rPr lang="pl-PL" sz="3200" b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 AI)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5282EB4-51AE-92A3-190E-A4D1670F20BF}"/>
              </a:ext>
            </a:extLst>
          </p:cNvPr>
          <p:cNvSpPr txBox="1">
            <a:spLocks/>
          </p:cNvSpPr>
          <p:nvPr/>
        </p:nvSpPr>
        <p:spPr>
          <a:xfrm>
            <a:off x="588262" y="1762805"/>
            <a:ext cx="4940179" cy="4701055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None/>
              <a:defRPr/>
            </a:pPr>
            <a:r>
              <a:rPr lang="pl-PL" sz="1400">
                <a:cs typeface="+mn-cs"/>
              </a:rPr>
              <a:t>Pracownik działu R&amp;D przygotowuje raport techniczny dotyczący nowego produktu. Aby przyspieszyć pracę, korzysta z bezpłatnej wersji publicznego narzędzia AI (np. </a:t>
            </a:r>
            <a:r>
              <a:rPr lang="pl-PL" sz="1400" err="1">
                <a:cs typeface="+mn-cs"/>
              </a:rPr>
              <a:t>ChatGPT</a:t>
            </a:r>
            <a:r>
              <a:rPr lang="pl-PL" sz="1400">
                <a:cs typeface="+mn-cs"/>
              </a:rPr>
              <a:t>), wklejając fragmenty kodu źródłowego, specyfikacje techniczne i dane projektowe. </a:t>
            </a:r>
          </a:p>
          <a:p>
            <a:pPr marL="0" indent="0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None/>
              <a:defRPr/>
            </a:pPr>
            <a:endParaRPr lang="pl-PL" sz="1400" b="1">
              <a:cs typeface="+mn-cs"/>
            </a:endParaRPr>
          </a:p>
          <a:p>
            <a:pPr marL="0" indent="0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None/>
              <a:defRPr/>
            </a:pPr>
            <a:r>
              <a:rPr lang="pl-PL" sz="1400" b="1">
                <a:cs typeface="+mn-cs"/>
              </a:rPr>
              <a:t>Ryzyka:</a:t>
            </a:r>
            <a:endParaRPr lang="pl-PL" sz="1400">
              <a:cs typeface="+mn-cs"/>
            </a:endParaRP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cs typeface="+mn-cs"/>
              </a:rPr>
              <a:t>Utrata poufności danych (informacje mogą zawierać tajemnicę przedsiębiorstwa (np. algorytmy, architektura systemu, parametry produktu)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cs typeface="+mn-cs"/>
              </a:rPr>
              <a:t>Brak kontroli nad przechowywaniem i przetwarzaniem danych osobowych (dane mogą trafić na serwery dostawcy AI poza UE, wykorzystywanie danych do trenowania modeli; przechowywanie danych poza UE)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cs typeface="+mn-cs"/>
              </a:rPr>
              <a:t>Straty finansowe, utrata zysków i konkurencyjności 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cs typeface="+mn-cs"/>
              </a:rPr>
              <a:t>Utrata reputacji </a:t>
            </a:r>
          </a:p>
        </p:txBody>
      </p:sp>
      <p:sp>
        <p:nvSpPr>
          <p:cNvPr id="4" name="Symbol zastępczy tekstu 2">
            <a:extLst>
              <a:ext uri="{FF2B5EF4-FFF2-40B4-BE49-F238E27FC236}">
                <a16:creationId xmlns:a16="http://schemas.microsoft.com/office/drawing/2014/main" id="{7774F3FC-725B-C0F6-FF4C-B9F4EA6B4F8D}"/>
              </a:ext>
            </a:extLst>
          </p:cNvPr>
          <p:cNvSpPr txBox="1">
            <a:spLocks/>
          </p:cNvSpPr>
          <p:nvPr/>
        </p:nvSpPr>
        <p:spPr>
          <a:xfrm>
            <a:off x="6771037" y="1762805"/>
            <a:ext cx="4940179" cy="535896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None/>
              <a:defRPr/>
            </a:pPr>
            <a:r>
              <a:rPr lang="pl-PL" sz="1600" b="1">
                <a:solidFill>
                  <a:schemeClr val="accent1">
                    <a:lumMod val="75000"/>
                  </a:schemeClr>
                </a:solidFill>
                <a:cs typeface="+mn-cs"/>
              </a:rPr>
              <a:t>Jak Polityka AI może pomóc w tym przypadku? </a:t>
            </a: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DFDE93CD-9672-0A7F-38B4-8E9DDF22F156}"/>
              </a:ext>
            </a:extLst>
          </p:cNvPr>
          <p:cNvSpPr/>
          <p:nvPr/>
        </p:nvSpPr>
        <p:spPr>
          <a:xfrm>
            <a:off x="6771037" y="4906277"/>
            <a:ext cx="4940176" cy="6996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-900001"/>
              <a:satOff val="-37500"/>
              <a:lumOff val="130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200">
                <a:solidFill>
                  <a:schemeClr val="tx1"/>
                </a:solidFill>
              </a:rPr>
              <a:t>Regularne audyty bezpieczeństwa i ocena ryzyka związanego z narzędziami AI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AFD4D5E1-4AA8-7BFE-517D-CBFF52041A1D}"/>
              </a:ext>
            </a:extLst>
          </p:cNvPr>
          <p:cNvSpPr/>
          <p:nvPr/>
        </p:nvSpPr>
        <p:spPr>
          <a:xfrm>
            <a:off x="6771037" y="5764236"/>
            <a:ext cx="4940176" cy="6996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-900001"/>
              <a:satOff val="-37500"/>
              <a:lumOff val="130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200">
                <a:solidFill>
                  <a:schemeClr val="tx1"/>
                </a:solidFill>
              </a:rPr>
              <a:t>Wybrać dostawcę systemu AI, który zapewni odpowiednie mechanizmy ochrony danych </a:t>
            </a:r>
          </a:p>
        </p:txBody>
      </p:sp>
    </p:spTree>
    <p:extLst>
      <p:ext uri="{BB962C8B-B14F-4D97-AF65-F5344CB8AC3E}">
        <p14:creationId xmlns:p14="http://schemas.microsoft.com/office/powerpoint/2010/main" val="145305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4" grpId="0" animBg="1"/>
      <p:bldP spid="4" grpId="0"/>
      <p:bldP spid="5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075D1-AE5C-8FD7-49EF-7BD39838C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5F646D55-4E50-5CFB-B2A0-6C98DF3AC0A8}"/>
              </a:ext>
            </a:extLst>
          </p:cNvPr>
          <p:cNvCxnSpPr>
            <a:cxnSpLocks/>
          </p:cNvCxnSpPr>
          <p:nvPr/>
        </p:nvCxnSpPr>
        <p:spPr>
          <a:xfrm>
            <a:off x="6096000" y="1762805"/>
            <a:ext cx="0" cy="470105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ytuł 1">
            <a:extLst>
              <a:ext uri="{FF2B5EF4-FFF2-40B4-BE49-F238E27FC236}">
                <a16:creationId xmlns:a16="http://schemas.microsoft.com/office/drawing/2014/main" id="{281FB931-BA7C-8D3A-7860-C3153402C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457200"/>
            <a:ext cx="10105137" cy="492443"/>
          </a:xfrm>
        </p:spPr>
        <p:txBody>
          <a:bodyPr/>
          <a:lstStyle/>
          <a:p>
            <a:r>
              <a:rPr lang="pl-PL" sz="3200" b="1" err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Use</a:t>
            </a:r>
            <a:r>
              <a:rPr lang="pl-PL" sz="3200" b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 </a:t>
            </a:r>
            <a:r>
              <a:rPr lang="pl-PL" sz="3200" b="1" err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case</a:t>
            </a:r>
            <a:r>
              <a:rPr lang="pl-PL" sz="3200" b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 3 – </a:t>
            </a:r>
            <a:r>
              <a:rPr lang="pl-PL" sz="3200" b="1" err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finetuning</a:t>
            </a:r>
            <a:r>
              <a:rPr lang="pl-PL" sz="3200" b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 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274CDF7-DC5B-B402-9448-32282E5A444E}"/>
              </a:ext>
            </a:extLst>
          </p:cNvPr>
          <p:cNvSpPr txBox="1">
            <a:spLocks/>
          </p:cNvSpPr>
          <p:nvPr/>
        </p:nvSpPr>
        <p:spPr>
          <a:xfrm>
            <a:off x="588262" y="1762805"/>
            <a:ext cx="4940179" cy="470105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None/>
              <a:defRPr/>
            </a:pPr>
            <a:r>
              <a:rPr lang="pl-PL" sz="1400">
                <a:cs typeface="+mn-cs"/>
              </a:rPr>
              <a:t>Firma X używa dużego modelu językowego do ogólnych zadań ale z inicjatywy IT i R&amp;D, przeprowadza </a:t>
            </a:r>
            <a:r>
              <a:rPr lang="pl-PL" sz="1400" err="1">
                <a:cs typeface="+mn-cs"/>
              </a:rPr>
              <a:t>finetuning</a:t>
            </a:r>
            <a:r>
              <a:rPr lang="pl-PL" sz="1400">
                <a:cs typeface="+mn-cs"/>
              </a:rPr>
              <a:t>, aby wykorzystać model w analizie zgłoszeń działań niepożądanych (</a:t>
            </a:r>
            <a:r>
              <a:rPr lang="pl-PL" sz="1400" err="1">
                <a:cs typeface="+mn-cs"/>
              </a:rPr>
              <a:t>farmakowigilancja</a:t>
            </a:r>
            <a:r>
              <a:rPr lang="pl-PL" sz="1400">
                <a:cs typeface="+mn-cs"/>
              </a:rPr>
              <a:t>). Tym samym model zaczyna wpływać na ocenę bezpieczeństwa produktów.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cs typeface="+mn-cs"/>
              </a:rPr>
              <a:t>Wykorzystanie dużego modelu językowego, pierwotnie ogólnego, po </a:t>
            </a:r>
            <a:r>
              <a:rPr lang="pl-PL" sz="1400" err="1">
                <a:cs typeface="+mn-cs"/>
              </a:rPr>
              <a:t>finetuningu</a:t>
            </a:r>
            <a:r>
              <a:rPr lang="pl-PL" sz="1400">
                <a:cs typeface="+mn-cs"/>
              </a:rPr>
              <a:t> na danych PV (raporty z badań klinicznych).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cs typeface="+mn-cs"/>
              </a:rPr>
              <a:t>Model klasyfikuje zgłoszenia, ocenia ciężkość, priorytet reakcji oraz wspiera zespoły R&amp;D i bezpieczeństwa produktów w analizie ryzyka zdrowotnego.</a:t>
            </a:r>
          </a:p>
          <a:p>
            <a:pPr marL="0" indent="0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None/>
              <a:defRPr/>
            </a:pPr>
            <a:endParaRPr lang="pl-PL" sz="1400" b="1">
              <a:cs typeface="+mn-cs"/>
            </a:endParaRPr>
          </a:p>
          <a:p>
            <a:pPr marL="0" indent="0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None/>
              <a:defRPr/>
            </a:pPr>
            <a:r>
              <a:rPr lang="pl-PL" sz="1400" b="1">
                <a:cs typeface="+mn-cs"/>
              </a:rPr>
              <a:t>Ryzyka:</a:t>
            </a:r>
            <a:endParaRPr lang="pl-PL" sz="1400">
              <a:cs typeface="+mn-cs"/>
            </a:endParaRP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cs typeface="+mn-cs"/>
              </a:rPr>
              <a:t>Przekroczenie progu mocy obliczeniowej (11 000 GPU-h &gt; ⅓ × 30 000 GPU-h) → model wchodzi w zakres modelu ogólnego zastosowania o zwiększonym ryzyku, a firma X staje się dostawcą w rozumieniu AI </a:t>
            </a:r>
            <a:r>
              <a:rPr lang="pl-PL" sz="1400" err="1">
                <a:cs typeface="+mn-cs"/>
              </a:rPr>
              <a:t>Act</a:t>
            </a:r>
            <a:r>
              <a:rPr lang="pl-PL" sz="1400">
                <a:cs typeface="+mn-cs"/>
              </a:rPr>
              <a:t> z nowymi obowiązkami 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cs typeface="+mn-cs"/>
              </a:rPr>
              <a:t>Nadmierne poleganie na AI → ryzyko błędnej klasyfikacji zgłoszenia (</a:t>
            </a:r>
            <a:r>
              <a:rPr lang="pl-PL" sz="1400" err="1">
                <a:cs typeface="+mn-cs"/>
              </a:rPr>
              <a:t>false</a:t>
            </a:r>
            <a:r>
              <a:rPr lang="pl-PL" sz="1400">
                <a:cs typeface="+mn-cs"/>
              </a:rPr>
              <a:t> </a:t>
            </a:r>
            <a:r>
              <a:rPr lang="pl-PL" sz="1400" err="1">
                <a:cs typeface="+mn-cs"/>
              </a:rPr>
              <a:t>negative</a:t>
            </a:r>
            <a:r>
              <a:rPr lang="pl-PL" sz="1400">
                <a:cs typeface="+mn-cs"/>
              </a:rPr>
              <a:t>) i obniżenia poziomu bezpieczeństwa produktu</a:t>
            </a:r>
          </a:p>
          <a:p>
            <a:pPr marL="354013" indent="-354013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>
                <a:cs typeface="+mn-cs"/>
              </a:rPr>
              <a:t>Brak przejrzystości decyzji (</a:t>
            </a:r>
            <a:r>
              <a:rPr lang="pl-PL" sz="1400" err="1">
                <a:cs typeface="+mn-cs"/>
              </a:rPr>
              <a:t>black</a:t>
            </a:r>
            <a:r>
              <a:rPr lang="pl-PL" sz="1400">
                <a:cs typeface="+mn-cs"/>
              </a:rPr>
              <a:t> </a:t>
            </a:r>
            <a:r>
              <a:rPr lang="pl-PL" sz="1400" err="1">
                <a:cs typeface="+mn-cs"/>
              </a:rPr>
              <a:t>box</a:t>
            </a:r>
            <a:r>
              <a:rPr lang="pl-PL" sz="1400">
                <a:cs typeface="+mn-cs"/>
              </a:rPr>
              <a:t>) → trudność w audycie podstawy oceny ryzyka zdrowotnego</a:t>
            </a:r>
          </a:p>
        </p:txBody>
      </p:sp>
      <p:sp>
        <p:nvSpPr>
          <p:cNvPr id="4" name="Symbol zastępczy tekstu 2">
            <a:extLst>
              <a:ext uri="{FF2B5EF4-FFF2-40B4-BE49-F238E27FC236}">
                <a16:creationId xmlns:a16="http://schemas.microsoft.com/office/drawing/2014/main" id="{AA90E4CC-39CC-75B1-68B8-F11FFA04D2D9}"/>
              </a:ext>
            </a:extLst>
          </p:cNvPr>
          <p:cNvSpPr txBox="1">
            <a:spLocks/>
          </p:cNvSpPr>
          <p:nvPr/>
        </p:nvSpPr>
        <p:spPr>
          <a:xfrm>
            <a:off x="6771037" y="1762805"/>
            <a:ext cx="4940179" cy="535896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685800">
              <a:spcBef>
                <a:spcPts val="600"/>
              </a:spcBef>
              <a:spcAft>
                <a:spcPts val="600"/>
              </a:spcAft>
              <a:buClr>
                <a:srgbClr val="8661C5"/>
              </a:buClr>
              <a:buSzTx/>
              <a:buNone/>
              <a:defRPr/>
            </a:pPr>
            <a:r>
              <a:rPr lang="pl-PL" sz="1600" b="1">
                <a:solidFill>
                  <a:schemeClr val="accent1">
                    <a:lumMod val="75000"/>
                  </a:schemeClr>
                </a:solidFill>
                <a:cs typeface="+mn-cs"/>
              </a:rPr>
              <a:t>Jak Polityka AI może pomóc w tym przypadku? 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F5E6BEA1-7C42-E2AD-3269-D9445CE49A8A}"/>
              </a:ext>
            </a:extLst>
          </p:cNvPr>
          <p:cNvSpPr/>
          <p:nvPr/>
        </p:nvSpPr>
        <p:spPr>
          <a:xfrm>
            <a:off x="6771038" y="2776896"/>
            <a:ext cx="4940176" cy="8811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200">
                <a:solidFill>
                  <a:schemeClr val="tx1"/>
                </a:solidFill>
              </a:rPr>
              <a:t>Szkolenia  uświadamiające zagrożenia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6FB9A72E-19B1-1596-56FA-A6A7923633F6}"/>
              </a:ext>
            </a:extLst>
          </p:cNvPr>
          <p:cNvSpPr/>
          <p:nvPr/>
        </p:nvSpPr>
        <p:spPr>
          <a:xfrm>
            <a:off x="6771038" y="3761966"/>
            <a:ext cx="4940176" cy="8811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-900001"/>
              <a:satOff val="-37500"/>
              <a:lumOff val="130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200">
                <a:solidFill>
                  <a:schemeClr val="tx1"/>
                </a:solidFill>
              </a:rPr>
              <a:t>Komunikacja pomiędzy działem R&amp;D, IT oraz prawnym, CAIO?</a:t>
            </a: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B9DFE381-EF5A-7349-4AE9-19A431007190}"/>
              </a:ext>
            </a:extLst>
          </p:cNvPr>
          <p:cNvSpPr/>
          <p:nvPr/>
        </p:nvSpPr>
        <p:spPr>
          <a:xfrm>
            <a:off x="6771037" y="4747036"/>
            <a:ext cx="4940176" cy="8811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-900001"/>
              <a:satOff val="-37500"/>
              <a:lumOff val="130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200">
                <a:solidFill>
                  <a:schemeClr val="tx1"/>
                </a:solidFill>
              </a:rPr>
              <a:t>Wprowadzić zasady Human-in-the-</a:t>
            </a:r>
            <a:r>
              <a:rPr lang="pl-PL" sz="1200" err="1">
                <a:solidFill>
                  <a:schemeClr val="tx1"/>
                </a:solidFill>
              </a:rPr>
              <a:t>loop</a:t>
            </a:r>
            <a:r>
              <a:rPr lang="pl-PL" sz="1200">
                <a:solidFill>
                  <a:schemeClr val="tx1"/>
                </a:solidFill>
              </a:rPr>
              <a:t> → każdy wynik klasyfikacji AI musi być weryfikowany przez specjalistę PV</a:t>
            </a:r>
          </a:p>
        </p:txBody>
      </p:sp>
    </p:spTree>
    <p:extLst>
      <p:ext uri="{BB962C8B-B14F-4D97-AF65-F5344CB8AC3E}">
        <p14:creationId xmlns:p14="http://schemas.microsoft.com/office/powerpoint/2010/main" val="100340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65DA-9B4C-98A6-FA65-055405444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C784E5F2-7D5A-9A7A-2336-40D4DB11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758809"/>
            <a:ext cx="6675120" cy="553998"/>
          </a:xfrm>
        </p:spPr>
        <p:txBody>
          <a:bodyPr/>
          <a:lstStyle/>
          <a:p>
            <a:r>
              <a:rPr lang="pl-PL">
                <a:solidFill>
                  <a:srgbClr val="FFFFFF"/>
                </a:solidFill>
                <a:latin typeface="Segoe UI Semibold"/>
                <a:ea typeface="+mj-lt"/>
                <a:cs typeface="Segoe UI Semibold"/>
              </a:rPr>
              <a:t>Zadanie grupowe </a:t>
            </a:r>
            <a:endParaRPr lang="en-US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734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1EDC-63C5-C670-EAE2-A06C8D482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D7B3DC81-3083-7209-0299-802A796DBF23}"/>
              </a:ext>
            </a:extLst>
          </p:cNvPr>
          <p:cNvCxnSpPr>
            <a:cxnSpLocks/>
          </p:cNvCxnSpPr>
          <p:nvPr/>
        </p:nvCxnSpPr>
        <p:spPr>
          <a:xfrm>
            <a:off x="6096000" y="1762805"/>
            <a:ext cx="0" cy="470105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ytuł 1">
            <a:extLst>
              <a:ext uri="{FF2B5EF4-FFF2-40B4-BE49-F238E27FC236}">
                <a16:creationId xmlns:a16="http://schemas.microsoft.com/office/drawing/2014/main" id="{40306070-E699-EBA9-1307-BB2EB2F97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457200"/>
            <a:ext cx="10105137" cy="492443"/>
          </a:xfrm>
        </p:spPr>
        <p:txBody>
          <a:bodyPr/>
          <a:lstStyle/>
          <a:p>
            <a:r>
              <a:rPr lang="pl-PL" sz="3200" b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Zadanie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4F3544F-5C8F-E90F-76E2-C145F05C5A82}"/>
              </a:ext>
            </a:extLst>
          </p:cNvPr>
          <p:cNvSpPr txBox="1">
            <a:spLocks/>
          </p:cNvSpPr>
          <p:nvPr/>
        </p:nvSpPr>
        <p:spPr>
          <a:xfrm>
            <a:off x="588262" y="1465943"/>
            <a:ext cx="4940179" cy="4997917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None/>
              <a:defRPr/>
            </a:pPr>
            <a:endParaRPr lang="pl-PL" sz="1700" b="1">
              <a:solidFill>
                <a:schemeClr val="accent1">
                  <a:lumMod val="75000"/>
                </a:schemeClr>
              </a:solidFill>
            </a:endParaRPr>
          </a:p>
          <a:p>
            <a:pPr marL="0" indent="0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None/>
              <a:defRPr/>
            </a:pPr>
            <a:endParaRPr lang="pl-PL" sz="1400" b="1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pl-PL" sz="1400" b="1"/>
          </a:p>
        </p:txBody>
      </p:sp>
      <p:sp>
        <p:nvSpPr>
          <p:cNvPr id="7" name="Symbol zastępczy tekstu 2">
            <a:extLst>
              <a:ext uri="{FF2B5EF4-FFF2-40B4-BE49-F238E27FC236}">
                <a16:creationId xmlns:a16="http://schemas.microsoft.com/office/drawing/2014/main" id="{D6678B57-ECAC-585F-736E-A0602C95FCBD}"/>
              </a:ext>
            </a:extLst>
          </p:cNvPr>
          <p:cNvSpPr txBox="1">
            <a:spLocks/>
          </p:cNvSpPr>
          <p:nvPr/>
        </p:nvSpPr>
        <p:spPr>
          <a:xfrm>
            <a:off x="6663559" y="1762804"/>
            <a:ext cx="4940179" cy="4701055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pl-PL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B878F9-2A79-09E9-8A41-A8CEBE6E52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24" t="10915" r="11047" b="5291"/>
          <a:stretch>
            <a:fillRect/>
          </a:stretch>
        </p:blipFill>
        <p:spPr>
          <a:xfrm>
            <a:off x="7040103" y="1641231"/>
            <a:ext cx="4187089" cy="4166136"/>
          </a:xfrm>
          <a:prstGeom prst="rect">
            <a:avLst/>
          </a:prstGeom>
        </p:spPr>
      </p:pic>
      <p:sp>
        <p:nvSpPr>
          <p:cNvPr id="6" name="Tytuł 1">
            <a:extLst>
              <a:ext uri="{FF2B5EF4-FFF2-40B4-BE49-F238E27FC236}">
                <a16:creationId xmlns:a16="http://schemas.microsoft.com/office/drawing/2014/main" id="{D1407CA4-1EAE-2030-75B5-6A4960F78D12}"/>
              </a:ext>
            </a:extLst>
          </p:cNvPr>
          <p:cNvSpPr txBox="1">
            <a:spLocks/>
          </p:cNvSpPr>
          <p:nvPr/>
        </p:nvSpPr>
        <p:spPr>
          <a:xfrm>
            <a:off x="742197" y="2936557"/>
            <a:ext cx="3678939" cy="98488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pl-PL" sz="3200" b="1">
                <a:solidFill>
                  <a:schemeClr val="accent1"/>
                </a:solidFill>
              </a:rPr>
              <a:t>Stworzenie Polityki AI dla PJATK </a:t>
            </a:r>
            <a:r>
              <a:rPr lang="pl-PL" sz="3200" b="1" err="1">
                <a:solidFill>
                  <a:schemeClr val="accent1"/>
                </a:solidFill>
              </a:rPr>
              <a:t>Retal</a:t>
            </a:r>
            <a:r>
              <a:rPr lang="pl-PL" sz="3200" b="1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5" name="Tytuł 1">
            <a:extLst>
              <a:ext uri="{FF2B5EF4-FFF2-40B4-BE49-F238E27FC236}">
                <a16:creationId xmlns:a16="http://schemas.microsoft.com/office/drawing/2014/main" id="{9D4B08DA-0AE9-FB8C-CA8D-D6F363F10157}"/>
              </a:ext>
            </a:extLst>
          </p:cNvPr>
          <p:cNvSpPr txBox="1">
            <a:spLocks/>
          </p:cNvSpPr>
          <p:nvPr/>
        </p:nvSpPr>
        <p:spPr>
          <a:xfrm>
            <a:off x="9444790" y="5357446"/>
            <a:ext cx="1781908" cy="18466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pl-PL" sz="1200" b="1"/>
              <a:t>Wygenerowane przez AI</a:t>
            </a:r>
            <a:endParaRPr lang="pl-PL" sz="1200"/>
          </a:p>
        </p:txBody>
      </p:sp>
    </p:spTree>
    <p:extLst>
      <p:ext uri="{BB962C8B-B14F-4D97-AF65-F5344CB8AC3E}">
        <p14:creationId xmlns:p14="http://schemas.microsoft.com/office/powerpoint/2010/main" val="181860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0CA3-B720-8E93-9462-A88064CCE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0936BC13-D3F2-E8C1-5C09-38C2320EA428}"/>
              </a:ext>
            </a:extLst>
          </p:cNvPr>
          <p:cNvCxnSpPr>
            <a:cxnSpLocks/>
          </p:cNvCxnSpPr>
          <p:nvPr/>
        </p:nvCxnSpPr>
        <p:spPr>
          <a:xfrm>
            <a:off x="6096000" y="1762805"/>
            <a:ext cx="0" cy="470105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ytuł 1">
            <a:extLst>
              <a:ext uri="{FF2B5EF4-FFF2-40B4-BE49-F238E27FC236}">
                <a16:creationId xmlns:a16="http://schemas.microsoft.com/office/drawing/2014/main" id="{BB6ADB80-6B07-C0EE-58AC-E949F6BF5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457200"/>
            <a:ext cx="10105137" cy="492443"/>
          </a:xfrm>
        </p:spPr>
        <p:txBody>
          <a:bodyPr/>
          <a:lstStyle/>
          <a:p>
            <a:r>
              <a:rPr lang="pl-PL" sz="3200" b="1">
                <a:gradFill>
                  <a:gsLst>
                    <a:gs pos="0">
                      <a:srgbClr val="8661C5"/>
                    </a:gs>
                    <a:gs pos="70000">
                      <a:srgbClr val="28AFEA"/>
                    </a:gs>
                    <a:gs pos="100000">
                      <a:srgbClr val="8DE971"/>
                    </a:gs>
                  </a:gsLst>
                  <a:lin ang="2700000" scaled="1"/>
                </a:gradFill>
                <a:cs typeface="Segoe UI"/>
              </a:rPr>
              <a:t>Zadanie – omówienie wyników </a:t>
            </a:r>
            <a:endParaRPr lang="pl-PL" sz="3200" b="1">
              <a:gradFill>
                <a:gsLst>
                  <a:gs pos="0">
                    <a:srgbClr val="8661C5"/>
                  </a:gs>
                  <a:gs pos="70000">
                    <a:srgbClr val="28AFEA"/>
                  </a:gs>
                  <a:gs pos="100000">
                    <a:srgbClr val="8DE971"/>
                  </a:gs>
                </a:gsLst>
                <a:lin ang="2700000" scaled="1"/>
              </a:gradFill>
            </a:endParaRP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9B524E3-5B1B-B9E7-0511-6D665BE55270}"/>
              </a:ext>
            </a:extLst>
          </p:cNvPr>
          <p:cNvSpPr txBox="1">
            <a:spLocks/>
          </p:cNvSpPr>
          <p:nvPr/>
        </p:nvSpPr>
        <p:spPr>
          <a:xfrm>
            <a:off x="588262" y="1465943"/>
            <a:ext cx="4940179" cy="499791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None/>
              <a:defRPr/>
            </a:pPr>
            <a:r>
              <a:rPr lang="pl-PL" sz="1700" b="1">
                <a:solidFill>
                  <a:schemeClr val="accent1">
                    <a:lumMod val="75000"/>
                  </a:schemeClr>
                </a:solidFill>
                <a:cs typeface="+mn-cs"/>
              </a:rPr>
              <a:t>Jakie obszary powinna regulować polityka AI w organizacji?</a:t>
            </a:r>
          </a:p>
          <a:p>
            <a:pPr marL="354013" lvl="1" indent="-354013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/>
              <a:t>Dozwolone i niedozwolone zastosowania AI</a:t>
            </a:r>
          </a:p>
          <a:p>
            <a:pPr marL="354013" lvl="1" indent="-354013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/>
              <a:t>Ochrona danych i prywatność</a:t>
            </a:r>
          </a:p>
          <a:p>
            <a:pPr marL="354013" lvl="1" indent="-354013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/>
              <a:t>Bezpieczeństwo i </a:t>
            </a:r>
            <a:r>
              <a:rPr lang="pl-PL" sz="1400" err="1"/>
              <a:t>cyberbezpieczeństwo</a:t>
            </a:r>
            <a:endParaRPr lang="pl-PL" sz="1400"/>
          </a:p>
          <a:p>
            <a:pPr marL="354013" lvl="1" indent="-354013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/>
              <a:t>Przejrzystość i dokumentowanie działań</a:t>
            </a:r>
          </a:p>
          <a:p>
            <a:pPr marL="354013" lvl="1" indent="-354013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/>
              <a:t>Odpowiedzialność i nadzór</a:t>
            </a:r>
          </a:p>
          <a:p>
            <a:pPr marL="354013" lvl="1" indent="-354013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endParaRPr lang="pl-PL" sz="1400"/>
          </a:p>
          <a:p>
            <a:pPr marL="0" indent="0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None/>
              <a:defRPr/>
            </a:pPr>
            <a:r>
              <a:rPr lang="pl-PL" sz="1700" b="1">
                <a:solidFill>
                  <a:schemeClr val="accent1">
                    <a:lumMod val="75000"/>
                  </a:schemeClr>
                </a:solidFill>
                <a:cs typeface="+mn-cs"/>
              </a:rPr>
              <a:t>Kto powinien być odpowiedzialny za wdrożenie i nadzór?</a:t>
            </a:r>
          </a:p>
          <a:p>
            <a:pPr marL="0" indent="0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None/>
              <a:defRPr/>
            </a:pPr>
            <a:endParaRPr lang="pl-PL" sz="1400" b="1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 marL="0" indent="0" algn="just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None/>
              <a:defRPr/>
            </a:pPr>
            <a:r>
              <a:rPr lang="pl-PL" sz="1700" b="1">
                <a:solidFill>
                  <a:schemeClr val="accent1">
                    <a:lumMod val="75000"/>
                  </a:schemeClr>
                </a:solidFill>
              </a:rPr>
              <a:t>Jakie sankcje za naruszenia polityki AI?</a:t>
            </a:r>
          </a:p>
          <a:p>
            <a:pPr marL="354013" lvl="1" indent="-354013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/>
              <a:t>Konsekwencje dyscyplinarne</a:t>
            </a:r>
          </a:p>
          <a:p>
            <a:pPr marL="354013" lvl="1" indent="-354013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/>
              <a:t>Procedury eskalacji</a:t>
            </a:r>
          </a:p>
          <a:p>
            <a:pPr marL="354013" lvl="1" indent="-354013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pl-PL" sz="1400"/>
              <a:t>Mechanizmy raportowania incydentów</a:t>
            </a:r>
          </a:p>
          <a:p>
            <a:pPr marL="354013" lvl="1" indent="-354013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Font typeface="Wingdings" panose="05000000000000000000" pitchFamily="2" charset="2"/>
              <a:buChar char="§"/>
              <a:defRPr/>
            </a:pPr>
            <a:endParaRPr lang="pl-PL" sz="1400"/>
          </a:p>
          <a:p>
            <a:pPr marL="0" indent="0" algn="just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None/>
              <a:defRPr/>
            </a:pPr>
            <a:r>
              <a:rPr lang="pl-PL" sz="1700" b="1">
                <a:solidFill>
                  <a:schemeClr val="accent1">
                    <a:lumMod val="75000"/>
                  </a:schemeClr>
                </a:solidFill>
              </a:rPr>
              <a:t>Jak zapewnić </a:t>
            </a:r>
            <a:r>
              <a:rPr lang="pl-PL" sz="1700" b="1" err="1">
                <a:solidFill>
                  <a:schemeClr val="accent1">
                    <a:lumMod val="75000"/>
                  </a:schemeClr>
                </a:solidFill>
              </a:rPr>
              <a:t>compliance</a:t>
            </a:r>
            <a:r>
              <a:rPr lang="pl-PL" sz="1700" b="1">
                <a:solidFill>
                  <a:schemeClr val="accent1">
                    <a:lumMod val="75000"/>
                  </a:schemeClr>
                </a:solidFill>
              </a:rPr>
              <a:t> i monitoring?</a:t>
            </a:r>
          </a:p>
          <a:p>
            <a:pPr marL="0" indent="0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SzTx/>
              <a:buNone/>
              <a:defRPr/>
            </a:pPr>
            <a:endParaRPr lang="pl-PL" sz="1400" b="1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pl-PL" sz="1400" b="1"/>
          </a:p>
        </p:txBody>
      </p:sp>
      <p:sp>
        <p:nvSpPr>
          <p:cNvPr id="7" name="Symbol zastępczy tekstu 2">
            <a:extLst>
              <a:ext uri="{FF2B5EF4-FFF2-40B4-BE49-F238E27FC236}">
                <a16:creationId xmlns:a16="http://schemas.microsoft.com/office/drawing/2014/main" id="{561F558B-D361-BFC6-9289-6A014F2C5658}"/>
              </a:ext>
            </a:extLst>
          </p:cNvPr>
          <p:cNvSpPr txBox="1">
            <a:spLocks/>
          </p:cNvSpPr>
          <p:nvPr/>
        </p:nvSpPr>
        <p:spPr>
          <a:xfrm>
            <a:off x="6663559" y="1762804"/>
            <a:ext cx="4940179" cy="4701055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pl-PL" sz="1400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0133C162-686C-8B14-2928-90132FAE1E3D}"/>
              </a:ext>
            </a:extLst>
          </p:cNvPr>
          <p:cNvSpPr/>
          <p:nvPr/>
        </p:nvSpPr>
        <p:spPr>
          <a:xfrm>
            <a:off x="6771038" y="2332396"/>
            <a:ext cx="4940176" cy="34442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l-PL" sz="1600" b="1">
                <a:solidFill>
                  <a:schemeClr val="tx1"/>
                </a:solidFill>
              </a:rPr>
              <a:t>Wynik: </a:t>
            </a:r>
            <a:br>
              <a:rPr lang="pl-PL" sz="1600" b="1">
                <a:solidFill>
                  <a:schemeClr val="tx1"/>
                </a:solidFill>
              </a:rPr>
            </a:br>
            <a:r>
              <a:rPr lang="pl-PL" sz="1600">
                <a:solidFill>
                  <a:schemeClr val="tx1"/>
                </a:solidFill>
              </a:rPr>
              <a:t>Wspólne stworzenie finalnej listy obejmującej:</a:t>
            </a:r>
          </a:p>
          <a:p>
            <a:pPr marL="354013" lvl="1" indent="-354013" algn="just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600">
                <a:solidFill>
                  <a:schemeClr val="tx1"/>
                </a:solidFill>
              </a:rPr>
              <a:t>Zasady etycznego korzystania z AI</a:t>
            </a:r>
          </a:p>
          <a:p>
            <a:pPr marL="354013" lvl="1" indent="-354013" algn="just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600">
                <a:solidFill>
                  <a:schemeClr val="tx1"/>
                </a:solidFill>
              </a:rPr>
              <a:t>Mechanizmy kontroli i nadzoru</a:t>
            </a:r>
          </a:p>
          <a:p>
            <a:pPr marL="354013" lvl="1" indent="-354013" algn="just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600">
                <a:solidFill>
                  <a:schemeClr val="tx1"/>
                </a:solidFill>
              </a:rPr>
              <a:t>Procedury zgłaszania i reakcji na incydenty</a:t>
            </a:r>
          </a:p>
          <a:p>
            <a:pPr marL="354013" lvl="1" indent="-354013" algn="just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600">
                <a:solidFill>
                  <a:schemeClr val="tx1"/>
                </a:solidFill>
              </a:rPr>
              <a:t>Wymagania dotyczące szkoleń i </a:t>
            </a:r>
            <a:r>
              <a:rPr lang="pl-PL" sz="1600" err="1">
                <a:solidFill>
                  <a:schemeClr val="tx1"/>
                </a:solidFill>
              </a:rPr>
              <a:t>awareness</a:t>
            </a:r>
            <a:endParaRPr lang="pl-PL" sz="1600">
              <a:solidFill>
                <a:schemeClr val="tx1"/>
              </a:solidFill>
            </a:endParaRPr>
          </a:p>
          <a:p>
            <a:pPr marL="354013" lvl="1" indent="-354013" algn="just" defTabSz="685800">
              <a:lnSpc>
                <a:spcPct val="120000"/>
              </a:lnSpc>
              <a:spcBef>
                <a:spcPts val="600"/>
              </a:spcBef>
              <a:buClr>
                <a:srgbClr val="8661C5"/>
              </a:buClr>
              <a:buFont typeface="Wingdings" panose="05000000000000000000" pitchFamily="2" charset="2"/>
              <a:buChar char="§"/>
              <a:defRPr/>
            </a:pPr>
            <a:r>
              <a:rPr lang="pl-PL" sz="1600">
                <a:solidFill>
                  <a:schemeClr val="tx1"/>
                </a:solidFill>
              </a:rPr>
              <a:t>Standardy dokumentacji i przejrzystości</a:t>
            </a:r>
          </a:p>
        </p:txBody>
      </p:sp>
    </p:spTree>
    <p:extLst>
      <p:ext uri="{BB962C8B-B14F-4D97-AF65-F5344CB8AC3E}">
        <p14:creationId xmlns:p14="http://schemas.microsoft.com/office/powerpoint/2010/main" val="3785639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E1361-7419-5FB1-1255-876B236D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ytuł 1">
            <a:extLst>
              <a:ext uri="{FF2B5EF4-FFF2-40B4-BE49-F238E27FC236}">
                <a16:creationId xmlns:a16="http://schemas.microsoft.com/office/drawing/2014/main" id="{ED486BFD-FDF7-B2B1-7BAB-9E6940B38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 wrap="square" anchor="t">
            <a:normAutofit/>
          </a:bodyPr>
          <a:lstStyle/>
          <a:p>
            <a:r>
              <a:rPr lang="pl-PL" b="1"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</a:rPr>
              <a:t>Dziękujemy za uwagę! </a:t>
            </a:r>
            <a:endParaRPr lang="pl-PL" b="1">
              <a:gradFill>
                <a:gsLst>
                  <a:gs pos="70000">
                    <a:srgbClr val="28AFEA"/>
                  </a:gs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</a:gradFill>
              <a:highlight>
                <a:srgbClr val="FFFF00"/>
              </a:highlight>
            </a:endParaRP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62F6F23B-F45F-1E70-A004-25E18D1C1665}"/>
              </a:ext>
            </a:extLst>
          </p:cNvPr>
          <p:cNvSpPr txBox="1"/>
          <p:nvPr/>
        </p:nvSpPr>
        <p:spPr>
          <a:xfrm>
            <a:off x="3698404" y="4439383"/>
            <a:ext cx="2532888" cy="15151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defTabSz="932742">
              <a:lnSpc>
                <a:spcPct val="110000"/>
              </a:lnSpc>
              <a:spcAft>
                <a:spcPts val="600"/>
              </a:spcAft>
              <a:buSzPct val="90000"/>
            </a:pPr>
            <a:r>
              <a:rPr lang="en-US" sz="1600" spc="-50">
                <a:ln w="3175">
                  <a:noFill/>
                </a:ln>
                <a:gradFill>
                  <a:gsLst>
                    <a:gs pos="70000">
                      <a:srgbClr val="28AFEA"/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</a:gradFill>
                <a:latin typeface="+mj-lt"/>
                <a:cs typeface="Segoe UI" pitchFamily="34" charset="0"/>
              </a:rPr>
              <a:t>SK&amp;S</a:t>
            </a:r>
          </a:p>
          <a:p>
            <a:pPr defTabSz="932742">
              <a:spcAft>
                <a:spcPts val="600"/>
              </a:spcAft>
              <a:buSzPct val="90000"/>
            </a:pPr>
            <a:r>
              <a:rPr lang="en-US" sz="1600" b="1"/>
              <a:t>r.pr. Agata Szeliga</a:t>
            </a:r>
          </a:p>
          <a:p>
            <a:pPr defTabSz="932742">
              <a:spcAft>
                <a:spcPts val="600"/>
              </a:spcAft>
              <a:buSzPct val="90000"/>
            </a:pPr>
            <a:r>
              <a:rPr lang="en-US" sz="1600"/>
              <a:t>Partner</a:t>
            </a:r>
          </a:p>
          <a:p>
            <a:pPr defTabSz="932742">
              <a:spcAft>
                <a:spcPts val="600"/>
              </a:spcAft>
              <a:buSzPct val="90000"/>
            </a:pPr>
            <a:r>
              <a:rPr lang="en-US" sz="1600" i="1"/>
              <a:t>agata.szeliga@skslegal.pl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D7DDD3D5-E0F7-1AA8-C934-DB5429F860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686" t="4271" r="20858" b="40272"/>
          <a:stretch>
            <a:fillRect/>
          </a:stretch>
        </p:blipFill>
        <p:spPr>
          <a:xfrm>
            <a:off x="3698404" y="1954098"/>
            <a:ext cx="2250708" cy="2250708"/>
          </a:xfrm>
          <a:prstGeom prst="round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pole tekstowe 24">
            <a:extLst>
              <a:ext uri="{FF2B5EF4-FFF2-40B4-BE49-F238E27FC236}">
                <a16:creationId xmlns:a16="http://schemas.microsoft.com/office/drawing/2014/main" id="{62F6F23B-F45F-1E70-A004-25E18D1C1665}"/>
              </a:ext>
            </a:extLst>
          </p:cNvPr>
          <p:cNvSpPr txBox="1"/>
          <p:nvPr/>
        </p:nvSpPr>
        <p:spPr>
          <a:xfrm>
            <a:off x="588263" y="4457470"/>
            <a:ext cx="2532888" cy="15151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742">
              <a:lnSpc>
                <a:spcPct val="110000"/>
              </a:lnSpc>
              <a:spcAft>
                <a:spcPts val="600"/>
              </a:spcAft>
              <a:buSzPct val="90000"/>
            </a:pPr>
            <a:r>
              <a:rPr lang="en-US" sz="1700" spc="-50" dirty="0">
                <a:ln w="3175">
                  <a:noFill/>
                </a:ln>
                <a:gradFill>
                  <a:gsLst>
                    <a:gs pos="0">
                      <a:srgbClr val="8661C5"/>
                    </a:gs>
                    <a:gs pos="70000">
                      <a:srgbClr val="28AFEA"/>
                    </a:gs>
                    <a:gs pos="100000">
                      <a:srgbClr val="8DE971"/>
                    </a:gs>
                  </a:gsLst>
                  <a:lin ang="2700000" scaled="1"/>
                </a:gradFill>
                <a:latin typeface="+mj-lt"/>
                <a:cs typeface="Segoe UI"/>
              </a:rPr>
              <a:t>Microsoft sp. z </a:t>
            </a:r>
            <a:r>
              <a:rPr lang="en-US" sz="1700" spc="-50" dirty="0" err="1">
                <a:ln w="3175">
                  <a:noFill/>
                </a:ln>
                <a:gradFill>
                  <a:gsLst>
                    <a:gs pos="0">
                      <a:srgbClr val="8661C5"/>
                    </a:gs>
                    <a:gs pos="70000">
                      <a:srgbClr val="28AFEA"/>
                    </a:gs>
                    <a:gs pos="100000">
                      <a:srgbClr val="8DE971"/>
                    </a:gs>
                  </a:gsLst>
                  <a:lin ang="2700000" scaled="1"/>
                </a:gradFill>
                <a:latin typeface="+mj-lt"/>
                <a:cs typeface="Segoe UI"/>
              </a:rPr>
              <a:t>o.o.</a:t>
            </a:r>
            <a:endParaRPr lang="en-US" sz="1700" spc="-50" dirty="0">
              <a:ln w="3175">
                <a:noFill/>
              </a:ln>
              <a:gradFill>
                <a:gsLst>
                  <a:gs pos="0">
                    <a:srgbClr val="8661C5"/>
                  </a:gs>
                  <a:gs pos="70000">
                    <a:srgbClr val="28AFEA"/>
                  </a:gs>
                  <a:gs pos="100000">
                    <a:srgbClr val="8DE971"/>
                  </a:gs>
                </a:gsLst>
                <a:lin ang="2700000" scaled="1"/>
              </a:gradFill>
              <a:latin typeface="+mj-lt"/>
              <a:cs typeface="Segoe UI"/>
            </a:endParaRPr>
          </a:p>
          <a:p>
            <a:pPr defTabSz="932742">
              <a:lnSpc>
                <a:spcPct val="110000"/>
              </a:lnSpc>
              <a:spcAft>
                <a:spcPts val="600"/>
              </a:spcAft>
              <a:buSzPct val="90000"/>
            </a:pPr>
            <a:r>
              <a:rPr lang="en-US" sz="1700" b="1" kern="1200" spc="0" baseline="0" dirty="0"/>
              <a:t>r.pr. Renata Zalewska</a:t>
            </a:r>
            <a:endParaRPr lang="en-US" sz="1700" b="1" kern="1200" spc="0" baseline="0" dirty="0">
              <a:cs typeface="Segoe UI"/>
            </a:endParaRPr>
          </a:p>
          <a:p>
            <a:pPr defTabSz="932742"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cs typeface="Segoe UI"/>
              </a:rPr>
              <a:t>Head of Legal</a:t>
            </a:r>
          </a:p>
          <a:p>
            <a:pPr defTabSz="932742">
              <a:lnSpc>
                <a:spcPct val="110000"/>
              </a:lnSpc>
              <a:spcAft>
                <a:spcPts val="600"/>
              </a:spcAft>
              <a:buSzPct val="90000"/>
            </a:pPr>
            <a:endParaRPr lang="en-US" sz="1700" kern="1200" spc="0" baseline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8CC26F-0EB6-C563-81C4-84E1B94563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23" t="10042" r="9913" b="39116"/>
          <a:stretch>
            <a:fillRect/>
          </a:stretch>
        </p:blipFill>
        <p:spPr>
          <a:xfrm>
            <a:off x="530783" y="1955660"/>
            <a:ext cx="2145534" cy="2260043"/>
          </a:xfrm>
          <a:prstGeom prst="round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5040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6F1C36-9A3C-1EBB-2842-771AE2ED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Dziękujemy za uwagę</a:t>
            </a:r>
          </a:p>
        </p:txBody>
      </p:sp>
    </p:spTree>
    <p:extLst>
      <p:ext uri="{BB962C8B-B14F-4D97-AF65-F5344CB8AC3E}">
        <p14:creationId xmlns:p14="http://schemas.microsoft.com/office/powerpoint/2010/main" val="152225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Microsoft AI Tour 16:9 Template Light">
  <a:themeElements>
    <a:clrScheme name="Custom 193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0078D4"/>
      </a:accent2>
      <a:accent3>
        <a:srgbClr val="8DE971"/>
      </a:accent3>
      <a:accent4>
        <a:srgbClr val="8C8279"/>
      </a:accent4>
      <a:accent5>
        <a:srgbClr val="463668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AI Tour_2024_16-9 Event-template.potx" id="{10A8AE99-8A8D-4608-9F84-61FDF4D5C73D}" vid="{B4F0B07B-3A4D-4C62-94BD-A9EACF6FFAE2}"/>
    </a:ext>
  </a:extLst>
</a:theme>
</file>

<file path=ppt/theme/theme2.xml><?xml version="1.0" encoding="utf-8"?>
<a:theme xmlns:a="http://schemas.openxmlformats.org/drawingml/2006/main" name="Microsoft AI Tour 16:9 Template Dark">
  <a:themeElements>
    <a:clrScheme name="Custom 197">
      <a:dk1>
        <a:srgbClr val="091F2C"/>
      </a:dk1>
      <a:lt1>
        <a:srgbClr val="FFFFFF"/>
      </a:lt1>
      <a:dk2>
        <a:srgbClr val="091F2C"/>
      </a:dk2>
      <a:lt2>
        <a:srgbClr val="E8E6DF"/>
      </a:lt2>
      <a:accent1>
        <a:srgbClr val="C5B4E3"/>
      </a:accent1>
      <a:accent2>
        <a:srgbClr val="0078D4"/>
      </a:accent2>
      <a:accent3>
        <a:srgbClr val="8DE971"/>
      </a:accent3>
      <a:accent4>
        <a:srgbClr val="D7D2CB"/>
      </a:accent4>
      <a:accent5>
        <a:srgbClr val="8661C5"/>
      </a:accent5>
      <a:accent6>
        <a:srgbClr val="D2D2D2"/>
      </a:accent6>
      <a:hlink>
        <a:srgbClr val="D59ED7"/>
      </a:hlink>
      <a:folHlink>
        <a:srgbClr val="D59ED7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AI Tour_2024_16-9 Event-template.potx" id="{10A8AE99-8A8D-4608-9F84-61FDF4D5C73D}" vid="{837E6454-BB5A-485A-B15D-3D489AC26F9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491772AD92D8D45BE9A6699E8F07BDF" ma:contentTypeVersion="11" ma:contentTypeDescription="Utwórz nowy dokument." ma:contentTypeScope="" ma:versionID="3ca76552c5fc8d0f033f83b14c4120be">
  <xsd:schema xmlns:xsd="http://www.w3.org/2001/XMLSchema" xmlns:xs="http://www.w3.org/2001/XMLSchema" xmlns:p="http://schemas.microsoft.com/office/2006/metadata/properties" xmlns:ns2="ee278746-6069-43a4-be33-5cefcb70eaa5" xmlns:ns3="168dcb90-2102-42b8-9daa-11c3510e010d" targetNamespace="http://schemas.microsoft.com/office/2006/metadata/properties" ma:root="true" ma:fieldsID="9a3b346362f7cb9142b065c0373fe42c" ns2:_="" ns3:_="">
    <xsd:import namespace="ee278746-6069-43a4-be33-5cefcb70eaa5"/>
    <xsd:import namespace="168dcb90-2102-42b8-9daa-11c3510e01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278746-6069-43a4-be33-5cefcb70ea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Tagi obrazów" ma:readOnly="false" ma:fieldId="{5cf76f15-5ced-4ddc-b409-7134ff3c332f}" ma:taxonomyMulti="true" ma:sspId="5d2333d5-8b4b-4cfa-95dd-27b2bdfed9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dcb90-2102-42b8-9daa-11c3510e010d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9d4efc0-b2a6-4951-b9bf-7b430f1309d7}" ma:internalName="TaxCatchAll" ma:showField="CatchAllData" ma:web="168dcb90-2102-42b8-9daa-11c3510e01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68dcb90-2102-42b8-9daa-11c3510e010d" xsi:nil="true"/>
    <lcf76f155ced4ddcb4097134ff3c332f xmlns="ee278746-6069-43a4-be33-5cefcb70eaa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E3C5468-C828-4605-B3E0-2D42AE69B556}">
  <ds:schemaRefs>
    <ds:schemaRef ds:uri="168dcb90-2102-42b8-9daa-11c3510e010d"/>
    <ds:schemaRef ds:uri="ee278746-6069-43a4-be33-5cefcb70ea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terms/"/>
    <ds:schemaRef ds:uri="168dcb90-2102-42b8-9daa-11c3510e010d"/>
    <ds:schemaRef ds:uri="ee278746-6069-43a4-be33-5cefcb70ea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 AI Tour_2024_16-9 Event-template</Template>
  <TotalTime>9</TotalTime>
  <Words>2780</Words>
  <Application>Microsoft Office PowerPoint</Application>
  <PresentationFormat>Widescreen</PresentationFormat>
  <Paragraphs>277</Paragraphs>
  <Slides>24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Microsoft AI Tour 16:9 Template Light</vt:lpstr>
      <vt:lpstr>Microsoft AI Tour 16:9 Template Dark</vt:lpstr>
      <vt:lpstr>AI Governance – tworzenie polityki AI i etyczne aspekty    Zajęcia nr 6  </vt:lpstr>
      <vt:lpstr>Agenda</vt:lpstr>
      <vt:lpstr>Polityka AI w organizacji  </vt:lpstr>
      <vt:lpstr>PowerPoint Presentation</vt:lpstr>
      <vt:lpstr>Polityka AI  – dlaczego i jak? </vt:lpstr>
      <vt:lpstr>Polityka / procedura dotyczącą korzystania z narzędzi AI </vt:lpstr>
      <vt:lpstr>Polityka / procedura dotyczącą korzystania z narzędzi AI  </vt:lpstr>
      <vt:lpstr>Shadow AI </vt:lpstr>
      <vt:lpstr>Shadow AI czyli "dzikie" AI </vt:lpstr>
      <vt:lpstr>Przykład shadow AI: incydent Samsung (2023)</vt:lpstr>
      <vt:lpstr>Etyka i odpowiedzialne AI</vt:lpstr>
      <vt:lpstr>Etyczne stosowanie AI </vt:lpstr>
      <vt:lpstr>PowerPoint Presentation</vt:lpstr>
      <vt:lpstr>Wyzwania </vt:lpstr>
      <vt:lpstr>Przykładowe zastosowania i dylematy etyczne</vt:lpstr>
      <vt:lpstr>Case study </vt:lpstr>
      <vt:lpstr>Use case 1 – Rekrutacja i selekcja kandydatów</vt:lpstr>
      <vt:lpstr>Use case 2 – ujawnienie tajemnicy przedsiębiorstwa  (shadow AI)</vt:lpstr>
      <vt:lpstr>Use case 3 – finetuning </vt:lpstr>
      <vt:lpstr>Zadanie grupowe </vt:lpstr>
      <vt:lpstr>Zadanie</vt:lpstr>
      <vt:lpstr>Zadanie – omówienie wyników </vt:lpstr>
      <vt:lpstr>Dziękujemy za uwagę! </vt:lpstr>
      <vt:lpstr>Dziękujemy za uwagę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Microsoft AI Tour</dc:subject>
  <dc:creator>Asanda Silo (International Supplier)</dc:creator>
  <cp:keywords>Microsoft AI Tour</cp:keywords>
  <dc:description/>
  <cp:lastModifiedBy>Guberska, Aleksandra</cp:lastModifiedBy>
  <cp:revision>19</cp:revision>
  <cp:lastPrinted>2025-12-10T13:32:07Z</cp:lastPrinted>
  <dcterms:created xsi:type="dcterms:W3CDTF">2024-11-08T08:23:35Z</dcterms:created>
  <dcterms:modified xsi:type="dcterms:W3CDTF">2026-01-28T19:20:05Z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0x010100B491772AD92D8D45BE9A6699E8F07BDF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Metadata">
    <vt:lpwstr/>
  </property>
  <property fmtid="{D5CDD505-2E9C-101B-9397-08002B2CF9AE}" pid="18" name="MediaServiceImageTags">
    <vt:lpwstr/>
  </property>
  <property fmtid="{D5CDD505-2E9C-101B-9397-08002B2CF9AE}" pid="19" name="MSIP_Label_028c4b5d-286d-42b8-8b48-4ab6019e7b6f_Enabled">
    <vt:lpwstr>true</vt:lpwstr>
  </property>
  <property fmtid="{D5CDD505-2E9C-101B-9397-08002B2CF9AE}" pid="20" name="MSIP_Label_028c4b5d-286d-42b8-8b48-4ab6019e7b6f_SetDate">
    <vt:lpwstr>2024-11-15T15:51:03Z</vt:lpwstr>
  </property>
  <property fmtid="{D5CDD505-2E9C-101B-9397-08002B2CF9AE}" pid="21" name="MSIP_Label_028c4b5d-286d-42b8-8b48-4ab6019e7b6f_Method">
    <vt:lpwstr>Standard</vt:lpwstr>
  </property>
  <property fmtid="{D5CDD505-2E9C-101B-9397-08002B2CF9AE}" pid="22" name="MSIP_Label_028c4b5d-286d-42b8-8b48-4ab6019e7b6f_Name">
    <vt:lpwstr>General</vt:lpwstr>
  </property>
  <property fmtid="{D5CDD505-2E9C-101B-9397-08002B2CF9AE}" pid="23" name="MSIP_Label_028c4b5d-286d-42b8-8b48-4ab6019e7b6f_SiteId">
    <vt:lpwstr>c65bd3d6-c3e5-4900-952b-db590ae92917</vt:lpwstr>
  </property>
  <property fmtid="{D5CDD505-2E9C-101B-9397-08002B2CF9AE}" pid="24" name="MSIP_Label_028c4b5d-286d-42b8-8b48-4ab6019e7b6f_ActionId">
    <vt:lpwstr>1ce2c9b4-34e7-4828-84e4-fabf35b45b83</vt:lpwstr>
  </property>
  <property fmtid="{D5CDD505-2E9C-101B-9397-08002B2CF9AE}" pid="25" name="MSIP_Label_028c4b5d-286d-42b8-8b48-4ab6019e7b6f_ContentBits">
    <vt:lpwstr>0</vt:lpwstr>
  </property>
</Properties>
</file>