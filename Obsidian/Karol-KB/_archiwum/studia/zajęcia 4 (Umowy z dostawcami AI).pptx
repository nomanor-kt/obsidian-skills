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5447" r:id="rId4"/>
    <p:sldMasterId id="2147485551" r:id="rId5"/>
  </p:sldMasterIdLst>
  <p:notesMasterIdLst>
    <p:notesMasterId r:id="rId37"/>
  </p:notesMasterIdLst>
  <p:handoutMasterIdLst>
    <p:handoutMasterId r:id="rId38"/>
  </p:handoutMasterIdLst>
  <p:sldIdLst>
    <p:sldId id="2147481381" r:id="rId6"/>
    <p:sldId id="2147483532" r:id="rId7"/>
    <p:sldId id="2147481390" r:id="rId8"/>
    <p:sldId id="2147483575" r:id="rId9"/>
    <p:sldId id="2147481405" r:id="rId10"/>
    <p:sldId id="2147483617" r:id="rId11"/>
    <p:sldId id="2147483618" r:id="rId12"/>
    <p:sldId id="2147483604" r:id="rId13"/>
    <p:sldId id="2147483619" r:id="rId14"/>
    <p:sldId id="2147483606" r:id="rId15"/>
    <p:sldId id="2147483605" r:id="rId16"/>
    <p:sldId id="2147483607" r:id="rId17"/>
    <p:sldId id="2147483611" r:id="rId18"/>
    <p:sldId id="2147483609" r:id="rId19"/>
    <p:sldId id="2147483613" r:id="rId20"/>
    <p:sldId id="2147483610" r:id="rId21"/>
    <p:sldId id="2147483614" r:id="rId22"/>
    <p:sldId id="2147483622" r:id="rId23"/>
    <p:sldId id="2147483620" r:id="rId24"/>
    <p:sldId id="2147483615" r:id="rId25"/>
    <p:sldId id="2147481408" r:id="rId26"/>
    <p:sldId id="2147481348" r:id="rId27"/>
    <p:sldId id="2147481240" r:id="rId28"/>
    <p:sldId id="2147481370" r:id="rId29"/>
    <p:sldId id="2147481362" r:id="rId30"/>
    <p:sldId id="2147483608" r:id="rId31"/>
    <p:sldId id="2147483616" r:id="rId32"/>
    <p:sldId id="2147483612" r:id="rId33"/>
    <p:sldId id="2147483536" r:id="rId34"/>
    <p:sldId id="2147483529" r:id="rId35"/>
    <p:sldId id="2147481413" r:id="rId36"/>
  </p:sldIdLst>
  <p:sldSz cx="12192000" cy="6858000"/>
  <p:notesSz cx="6735763" cy="9866313"/>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Microsoft AI Tour 16:9 Template Light" id="{38B656EC-D568-4EF7-8842-9FA1AE1192C9}">
          <p14:sldIdLst>
            <p14:sldId id="2147481381"/>
            <p14:sldId id="2147483532"/>
            <p14:sldId id="2147481390"/>
            <p14:sldId id="2147483575"/>
            <p14:sldId id="2147481405"/>
            <p14:sldId id="2147483617"/>
            <p14:sldId id="2147483618"/>
            <p14:sldId id="2147483604"/>
            <p14:sldId id="2147483619"/>
            <p14:sldId id="2147483606"/>
            <p14:sldId id="2147483605"/>
            <p14:sldId id="2147483607"/>
            <p14:sldId id="2147483611"/>
            <p14:sldId id="2147483609"/>
            <p14:sldId id="2147483613"/>
            <p14:sldId id="2147483610"/>
            <p14:sldId id="2147483614"/>
            <p14:sldId id="2147483622"/>
            <p14:sldId id="2147483620"/>
            <p14:sldId id="2147483615"/>
            <p14:sldId id="2147481408"/>
            <p14:sldId id="2147481348"/>
            <p14:sldId id="2147481240"/>
            <p14:sldId id="2147481370"/>
            <p14:sldId id="2147481362"/>
            <p14:sldId id="2147483608"/>
            <p14:sldId id="2147483616"/>
            <p14:sldId id="2147483612"/>
            <p14:sldId id="2147483536"/>
            <p14:sldId id="2147483529"/>
            <p14:sldId id="2147481413"/>
          </p14:sldIdLst>
        </p14:section>
        <p14:section name="Microsoft AI Tour 16:9 Template Dark" id="{5E174FA5-E68B-46F1-90F9-8D8AC2CB06F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FA61D8-796F-555E-A395-B33F90AAF99E}" name="Monica Lueder" initials="ML" userId="S::monical@microsoft.com::75969e72-ba9c-4e32-a4ac-c8f3aeff9b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7" name="Tujakowska, Anna" initials="TA" lastIdx="1" clrIdx="7">
    <p:extLst>
      <p:ext uri="{19B8F6BF-5375-455C-9EA6-DF929625EA0E}">
        <p15:presenceInfo xmlns:p15="http://schemas.microsoft.com/office/powerpoint/2012/main" userId="S::anna.tujakowska@skslegal.pl::f0a17e37-ade2-48ae-a24e-905dd39bc9ea" providerId="AD"/>
      </p:ext>
    </p:extLst>
  </p:cmAuthor>
  <p:cmAuthor id="1" name="Mary Feil-Jacobs" initials="MFJ" lastIdx="43" clrIdx="1"/>
  <p:cmAuthor id="8" name="Tujakowska, Anna" initials="TujAnn" lastIdx="25" clrIdx="8">
    <p:extLst>
      <p:ext uri="{19B8F6BF-5375-455C-9EA6-DF929625EA0E}">
        <p15:presenceInfo xmlns:p15="http://schemas.microsoft.com/office/powerpoint/2012/main" userId="Tujakowska, Anna" providerId="None"/>
      </p:ext>
    </p:extLst>
  </p:cmAuthor>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Szeliga, Agata" initials="AS" lastIdx="1" clrIdx="5">
    <p:extLst>
      <p:ext uri="{19B8F6BF-5375-455C-9EA6-DF929625EA0E}">
        <p15:presenceInfo xmlns:p15="http://schemas.microsoft.com/office/powerpoint/2012/main" userId="S::Agata.Szeliga@skslegal.pl::07ff411a-66f7-465a-b510-6e151720042c" providerId="AD"/>
      </p:ext>
    </p:extLst>
  </p:cmAuthor>
  <p:cmAuthor id="6" name="Szeliga, Agata" initials="SA" lastIdx="65" clrIdx="6">
    <p:extLst>
      <p:ext uri="{19B8F6BF-5375-455C-9EA6-DF929625EA0E}">
        <p15:presenceInfo xmlns:p15="http://schemas.microsoft.com/office/powerpoint/2012/main" userId="Szeliga, Agat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3F1F9"/>
    <a:srgbClr val="EDEAF5"/>
    <a:srgbClr val="D9D2EA"/>
    <a:srgbClr val="8661C5"/>
    <a:srgbClr val="4D3677"/>
    <a:srgbClr val="B6F0FE"/>
    <a:srgbClr val="FFFFFF"/>
    <a:srgbClr val="D4EC8E"/>
    <a:srgbClr val="2A4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00BF4B-BE27-42A8-8774-8080D161A6FD}" v="16" dt="2026-01-28T15:05:11.038"/>
    <p1510:client id="{1109B7FF-C238-4F26-98DF-AD7C15DAA130}" v="15" dt="2026-01-28T15:52:33.215"/>
    <p1510:client id="{21EF532A-D544-72D3-8BDA-54C884B0CB83}" v="6" dt="2026-01-28T14:31:03.632"/>
    <p1510:client id="{31B702DF-C7E4-4631-AE56-2AFBBEAD07FD}" v="1317" dt="2026-01-28T14:28:38.881"/>
    <p1510:client id="{48F71387-BB73-41C8-B804-B1C8606B9C31}" v="516" dt="2026-01-28T13:12:13.506"/>
    <p1510:client id="{9D6CCBB6-D828-B25F-DEFE-6636100A3003}" v="90" dt="2026-01-28T12:26:23.449"/>
    <p1510:client id="{F75B5385-B571-9E50-BD16-9C1FAEB46DB6}" v="66" dt="2026-01-28T19:17:48.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1152" y="306"/>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commentAuthors" Target="commentAuthor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 Id="rId46" Type="http://schemas.microsoft.com/office/2018/10/relationships/authors" Target="authors.xml"/><Relationship Id="rId20" Type="http://schemas.openxmlformats.org/officeDocument/2006/relationships/slide" Target="slides/slide15.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zeliga, Agata" userId="S::agata.szeliga@skslegal.pl::07ff411a-66f7-465a-b510-6e151720042c" providerId="AD" clId="Web-{0F00BF4B-BE27-42A8-8774-8080D161A6FD}"/>
    <pc:docChg chg="modSld">
      <pc:chgData name="Szeliga, Agata" userId="S::agata.szeliga@skslegal.pl::07ff411a-66f7-465a-b510-6e151720042c" providerId="AD" clId="Web-{0F00BF4B-BE27-42A8-8774-8080D161A6FD}" dt="2026-01-28T15:05:09.132" v="13" actId="20577"/>
      <pc:docMkLst>
        <pc:docMk/>
      </pc:docMkLst>
      <pc:sldChg chg="modSp">
        <pc:chgData name="Szeliga, Agata" userId="S::agata.szeliga@skslegal.pl::07ff411a-66f7-465a-b510-6e151720042c" providerId="AD" clId="Web-{0F00BF4B-BE27-42A8-8774-8080D161A6FD}" dt="2026-01-28T15:05:09.132" v="13" actId="20577"/>
        <pc:sldMkLst>
          <pc:docMk/>
          <pc:sldMk cId="1620629926" sldId="2147483575"/>
        </pc:sldMkLst>
        <pc:spChg chg="mod">
          <ac:chgData name="Szeliga, Agata" userId="S::agata.szeliga@skslegal.pl::07ff411a-66f7-465a-b510-6e151720042c" providerId="AD" clId="Web-{0F00BF4B-BE27-42A8-8774-8080D161A6FD}" dt="2026-01-28T15:05:09.132" v="13" actId="20577"/>
          <ac:spMkLst>
            <pc:docMk/>
            <pc:sldMk cId="1620629926" sldId="2147483575"/>
            <ac:spMk id="10" creationId="{E718E958-A2CD-83AC-91CF-9CBE747D4D63}"/>
          </ac:spMkLst>
        </pc:spChg>
        <pc:spChg chg="mod">
          <ac:chgData name="Szeliga, Agata" userId="S::agata.szeliga@skslegal.pl::07ff411a-66f7-465a-b510-6e151720042c" providerId="AD" clId="Web-{0F00BF4B-BE27-42A8-8774-8080D161A6FD}" dt="2026-01-28T15:04:49.101" v="5" actId="20577"/>
          <ac:spMkLst>
            <pc:docMk/>
            <pc:sldMk cId="1620629926" sldId="2147483575"/>
            <ac:spMk id="14" creationId="{DB4C4F68-CAE4-E0C8-221F-747136B5EEE4}"/>
          </ac:spMkLst>
        </pc:spChg>
        <pc:spChg chg="mod">
          <ac:chgData name="Szeliga, Agata" userId="S::agata.szeliga@skslegal.pl::07ff411a-66f7-465a-b510-6e151720042c" providerId="AD" clId="Web-{0F00BF4B-BE27-42A8-8774-8080D161A6FD}" dt="2026-01-28T15:05:04.648" v="7" actId="20577"/>
          <ac:spMkLst>
            <pc:docMk/>
            <pc:sldMk cId="1620629926" sldId="2147483575"/>
            <ac:spMk id="18" creationId="{9E88E71D-98E4-52F5-CA97-2C9EED75C890}"/>
          </ac:spMkLst>
        </pc:spChg>
      </pc:sldChg>
    </pc:docChg>
  </pc:docChgLst>
  <pc:docChgLst>
    <pc:chgData name="Guberska, Aleksandra" userId="5eb46753-fcb9-40b8-b853-27caf0515e8b" providerId="ADAL" clId="{ECF9049F-59D9-40DE-B5E2-EDE3F0B49B9E}"/>
    <pc:docChg chg="undo redo custSel addSld delSld modSld modSection">
      <pc:chgData name="Guberska, Aleksandra" userId="5eb46753-fcb9-40b8-b853-27caf0515e8b" providerId="ADAL" clId="{ECF9049F-59D9-40DE-B5E2-EDE3F0B49B9E}" dt="2026-01-28T14:28:38.881" v="2904"/>
      <pc:docMkLst>
        <pc:docMk/>
      </pc:docMkLst>
      <pc:sldChg chg="modSp mod">
        <pc:chgData name="Guberska, Aleksandra" userId="5eb46753-fcb9-40b8-b853-27caf0515e8b" providerId="ADAL" clId="{ECF9049F-59D9-40DE-B5E2-EDE3F0B49B9E}" dt="2026-01-28T14:15:18.457" v="2774" actId="1076"/>
        <pc:sldMkLst>
          <pc:docMk/>
          <pc:sldMk cId="3601777203" sldId="2147481348"/>
        </pc:sldMkLst>
        <pc:spChg chg="mod">
          <ac:chgData name="Guberska, Aleksandra" userId="5eb46753-fcb9-40b8-b853-27caf0515e8b" providerId="ADAL" clId="{ECF9049F-59D9-40DE-B5E2-EDE3F0B49B9E}" dt="2026-01-28T14:15:07.101" v="2764" actId="1038"/>
          <ac:spMkLst>
            <pc:docMk/>
            <pc:sldMk cId="3601777203" sldId="2147481348"/>
            <ac:spMk id="3" creationId="{2556A3C3-3558-915B-20A5-DA66BD688474}"/>
          </ac:spMkLst>
        </pc:spChg>
        <pc:spChg chg="mod">
          <ac:chgData name="Guberska, Aleksandra" userId="5eb46753-fcb9-40b8-b853-27caf0515e8b" providerId="ADAL" clId="{ECF9049F-59D9-40DE-B5E2-EDE3F0B49B9E}" dt="2026-01-28T14:15:07.101" v="2764" actId="1038"/>
          <ac:spMkLst>
            <pc:docMk/>
            <pc:sldMk cId="3601777203" sldId="2147481348"/>
            <ac:spMk id="6" creationId="{83E2886D-88E8-7CC0-7585-8B02B72460E4}"/>
          </ac:spMkLst>
        </pc:spChg>
        <pc:spChg chg="mod">
          <ac:chgData name="Guberska, Aleksandra" userId="5eb46753-fcb9-40b8-b853-27caf0515e8b" providerId="ADAL" clId="{ECF9049F-59D9-40DE-B5E2-EDE3F0B49B9E}" dt="2026-01-28T14:15:07.101" v="2764" actId="1038"/>
          <ac:spMkLst>
            <pc:docMk/>
            <pc:sldMk cId="3601777203" sldId="2147481348"/>
            <ac:spMk id="8" creationId="{76BD63C5-0C45-408B-F9E0-BA5847E9F475}"/>
          </ac:spMkLst>
        </pc:spChg>
        <pc:spChg chg="mod">
          <ac:chgData name="Guberska, Aleksandra" userId="5eb46753-fcb9-40b8-b853-27caf0515e8b" providerId="ADAL" clId="{ECF9049F-59D9-40DE-B5E2-EDE3F0B49B9E}" dt="2026-01-28T14:15:12.694" v="2773" actId="1035"/>
          <ac:spMkLst>
            <pc:docMk/>
            <pc:sldMk cId="3601777203" sldId="2147481348"/>
            <ac:spMk id="17" creationId="{3EC895F8-EB33-393F-4D1A-3DF93C490AE7}"/>
          </ac:spMkLst>
        </pc:spChg>
        <pc:spChg chg="mod">
          <ac:chgData name="Guberska, Aleksandra" userId="5eb46753-fcb9-40b8-b853-27caf0515e8b" providerId="ADAL" clId="{ECF9049F-59D9-40DE-B5E2-EDE3F0B49B9E}" dt="2026-01-28T14:15:12.694" v="2773" actId="1035"/>
          <ac:spMkLst>
            <pc:docMk/>
            <pc:sldMk cId="3601777203" sldId="2147481348"/>
            <ac:spMk id="18" creationId="{05EED5D4-CE75-2B20-A315-E29F51337E24}"/>
          </ac:spMkLst>
        </pc:spChg>
        <pc:spChg chg="mod">
          <ac:chgData name="Guberska, Aleksandra" userId="5eb46753-fcb9-40b8-b853-27caf0515e8b" providerId="ADAL" clId="{ECF9049F-59D9-40DE-B5E2-EDE3F0B49B9E}" dt="2026-01-28T14:15:12.694" v="2773" actId="1035"/>
          <ac:spMkLst>
            <pc:docMk/>
            <pc:sldMk cId="3601777203" sldId="2147481348"/>
            <ac:spMk id="19" creationId="{497BA1E1-0AC4-6E16-4802-9CC678A0916C}"/>
          </ac:spMkLst>
        </pc:spChg>
        <pc:spChg chg="mod">
          <ac:chgData name="Guberska, Aleksandra" userId="5eb46753-fcb9-40b8-b853-27caf0515e8b" providerId="ADAL" clId="{ECF9049F-59D9-40DE-B5E2-EDE3F0B49B9E}" dt="2026-01-28T14:15:12.694" v="2773" actId="1035"/>
          <ac:spMkLst>
            <pc:docMk/>
            <pc:sldMk cId="3601777203" sldId="2147481348"/>
            <ac:spMk id="20" creationId="{C530E5A7-F319-17E0-5932-6C7A6555EAEA}"/>
          </ac:spMkLst>
        </pc:spChg>
        <pc:spChg chg="mod">
          <ac:chgData name="Guberska, Aleksandra" userId="5eb46753-fcb9-40b8-b853-27caf0515e8b" providerId="ADAL" clId="{ECF9049F-59D9-40DE-B5E2-EDE3F0B49B9E}" dt="2026-01-28T14:15:12.694" v="2773" actId="1035"/>
          <ac:spMkLst>
            <pc:docMk/>
            <pc:sldMk cId="3601777203" sldId="2147481348"/>
            <ac:spMk id="23" creationId="{478FFADE-3555-28DA-8479-B90A1F8A5E9F}"/>
          </ac:spMkLst>
        </pc:spChg>
        <pc:spChg chg="mod">
          <ac:chgData name="Guberska, Aleksandra" userId="5eb46753-fcb9-40b8-b853-27caf0515e8b" providerId="ADAL" clId="{ECF9049F-59D9-40DE-B5E2-EDE3F0B49B9E}" dt="2026-01-28T14:15:12.694" v="2773" actId="1035"/>
          <ac:spMkLst>
            <pc:docMk/>
            <pc:sldMk cId="3601777203" sldId="2147481348"/>
            <ac:spMk id="24" creationId="{09D476BF-B4B7-8F3C-52CF-65B62E75E9B5}"/>
          </ac:spMkLst>
        </pc:spChg>
        <pc:picChg chg="mod">
          <ac:chgData name="Guberska, Aleksandra" userId="5eb46753-fcb9-40b8-b853-27caf0515e8b" providerId="ADAL" clId="{ECF9049F-59D9-40DE-B5E2-EDE3F0B49B9E}" dt="2026-01-28T14:15:18.457" v="2774" actId="1076"/>
          <ac:picMkLst>
            <pc:docMk/>
            <pc:sldMk cId="3601777203" sldId="2147481348"/>
            <ac:picMk id="4" creationId="{306084F8-CEBE-7BFA-0744-AD6802323B68}"/>
          </ac:picMkLst>
        </pc:picChg>
        <pc:cxnChg chg="mod">
          <ac:chgData name="Guberska, Aleksandra" userId="5eb46753-fcb9-40b8-b853-27caf0515e8b" providerId="ADAL" clId="{ECF9049F-59D9-40DE-B5E2-EDE3F0B49B9E}" dt="2026-01-28T14:15:12.694" v="2773" actId="1035"/>
          <ac:cxnSpMkLst>
            <pc:docMk/>
            <pc:sldMk cId="3601777203" sldId="2147481348"/>
            <ac:cxnSpMk id="21" creationId="{B5D3E0E3-50FB-791E-D43A-32531B46A3DB}"/>
          </ac:cxnSpMkLst>
        </pc:cxnChg>
      </pc:sldChg>
      <pc:sldChg chg="modSp mod">
        <pc:chgData name="Guberska, Aleksandra" userId="5eb46753-fcb9-40b8-b853-27caf0515e8b" providerId="ADAL" clId="{ECF9049F-59D9-40DE-B5E2-EDE3F0B49B9E}" dt="2026-01-23T15:39:42.756" v="1380" actId="108"/>
        <pc:sldMkLst>
          <pc:docMk/>
          <pc:sldMk cId="2737262917" sldId="2147481362"/>
        </pc:sldMkLst>
        <pc:picChg chg="mod">
          <ac:chgData name="Guberska, Aleksandra" userId="5eb46753-fcb9-40b8-b853-27caf0515e8b" providerId="ADAL" clId="{ECF9049F-59D9-40DE-B5E2-EDE3F0B49B9E}" dt="2026-01-23T15:39:42.756" v="1380" actId="108"/>
          <ac:picMkLst>
            <pc:docMk/>
            <pc:sldMk cId="2737262917" sldId="2147481362"/>
            <ac:picMk id="11" creationId="{DFB05A67-C38F-E01E-AE0E-C81375B3668B}"/>
          </ac:picMkLst>
        </pc:picChg>
      </pc:sldChg>
      <pc:sldChg chg="addSp delSp modSp mod">
        <pc:chgData name="Guberska, Aleksandra" userId="5eb46753-fcb9-40b8-b853-27caf0515e8b" providerId="ADAL" clId="{ECF9049F-59D9-40DE-B5E2-EDE3F0B49B9E}" dt="2026-01-28T10:38:56.938" v="2228" actId="1076"/>
        <pc:sldMkLst>
          <pc:docMk/>
          <pc:sldMk cId="1620629926" sldId="2147483575"/>
        </pc:sldMkLst>
        <pc:spChg chg="add mod">
          <ac:chgData name="Guberska, Aleksandra" userId="5eb46753-fcb9-40b8-b853-27caf0515e8b" providerId="ADAL" clId="{ECF9049F-59D9-40DE-B5E2-EDE3F0B49B9E}" dt="2026-01-28T10:33:32.408" v="2217" actId="1036"/>
          <ac:spMkLst>
            <pc:docMk/>
            <pc:sldMk cId="1620629926" sldId="2147483575"/>
            <ac:spMk id="3" creationId="{90706545-CAA9-3CE9-9C2D-31DB9A867DB7}"/>
          </ac:spMkLst>
        </pc:spChg>
        <pc:spChg chg="add mod">
          <ac:chgData name="Guberska, Aleksandra" userId="5eb46753-fcb9-40b8-b853-27caf0515e8b" providerId="ADAL" clId="{ECF9049F-59D9-40DE-B5E2-EDE3F0B49B9E}" dt="2026-01-28T10:33:32.408" v="2217" actId="1036"/>
          <ac:spMkLst>
            <pc:docMk/>
            <pc:sldMk cId="1620629926" sldId="2147483575"/>
            <ac:spMk id="5" creationId="{A331E676-E1CA-941C-39F4-34BE5562F0B8}"/>
          </ac:spMkLst>
        </pc:spChg>
        <pc:spChg chg="add mod">
          <ac:chgData name="Guberska, Aleksandra" userId="5eb46753-fcb9-40b8-b853-27caf0515e8b" providerId="ADAL" clId="{ECF9049F-59D9-40DE-B5E2-EDE3F0B49B9E}" dt="2026-01-28T10:33:32.408" v="2217" actId="1036"/>
          <ac:spMkLst>
            <pc:docMk/>
            <pc:sldMk cId="1620629926" sldId="2147483575"/>
            <ac:spMk id="6" creationId="{7E1774BD-0D5E-D225-D25E-4330154901C8}"/>
          </ac:spMkLst>
        </pc:spChg>
        <pc:spChg chg="mod">
          <ac:chgData name="Guberska, Aleksandra" userId="5eb46753-fcb9-40b8-b853-27caf0515e8b" providerId="ADAL" clId="{ECF9049F-59D9-40DE-B5E2-EDE3F0B49B9E}" dt="2026-01-23T14:39:28.425" v="7" actId="1076"/>
          <ac:spMkLst>
            <pc:docMk/>
            <pc:sldMk cId="1620629926" sldId="2147483575"/>
            <ac:spMk id="7" creationId="{FDCBEA41-E8A7-61D9-1A62-4E28A62BB7EA}"/>
          </ac:spMkLst>
        </pc:spChg>
        <pc:spChg chg="add mod">
          <ac:chgData name="Guberska, Aleksandra" userId="5eb46753-fcb9-40b8-b853-27caf0515e8b" providerId="ADAL" clId="{ECF9049F-59D9-40DE-B5E2-EDE3F0B49B9E}" dt="2026-01-28T10:33:32.408" v="2217" actId="1036"/>
          <ac:spMkLst>
            <pc:docMk/>
            <pc:sldMk cId="1620629926" sldId="2147483575"/>
            <ac:spMk id="8" creationId="{5C766C66-98FB-D91E-656C-BEA4513490B8}"/>
          </ac:spMkLst>
        </pc:spChg>
        <pc:spChg chg="add mod">
          <ac:chgData name="Guberska, Aleksandra" userId="5eb46753-fcb9-40b8-b853-27caf0515e8b" providerId="ADAL" clId="{ECF9049F-59D9-40DE-B5E2-EDE3F0B49B9E}" dt="2026-01-28T10:33:32.408" v="2217" actId="1036"/>
          <ac:spMkLst>
            <pc:docMk/>
            <pc:sldMk cId="1620629926" sldId="2147483575"/>
            <ac:spMk id="10" creationId="{E718E958-A2CD-83AC-91CF-9CBE747D4D63}"/>
          </ac:spMkLst>
        </pc:spChg>
        <pc:spChg chg="add mod">
          <ac:chgData name="Guberska, Aleksandra" userId="5eb46753-fcb9-40b8-b853-27caf0515e8b" providerId="ADAL" clId="{ECF9049F-59D9-40DE-B5E2-EDE3F0B49B9E}" dt="2026-01-28T10:33:32.408" v="2217" actId="1036"/>
          <ac:spMkLst>
            <pc:docMk/>
            <pc:sldMk cId="1620629926" sldId="2147483575"/>
            <ac:spMk id="12" creationId="{90149019-1980-A022-BB33-797E0E5BFA18}"/>
          </ac:spMkLst>
        </pc:spChg>
        <pc:spChg chg="add mod">
          <ac:chgData name="Guberska, Aleksandra" userId="5eb46753-fcb9-40b8-b853-27caf0515e8b" providerId="ADAL" clId="{ECF9049F-59D9-40DE-B5E2-EDE3F0B49B9E}" dt="2026-01-28T10:33:32.408" v="2217" actId="1036"/>
          <ac:spMkLst>
            <pc:docMk/>
            <pc:sldMk cId="1620629926" sldId="2147483575"/>
            <ac:spMk id="13" creationId="{53A1376F-F293-9C98-6259-72599418D2D3}"/>
          </ac:spMkLst>
        </pc:spChg>
        <pc:spChg chg="add mod">
          <ac:chgData name="Guberska, Aleksandra" userId="5eb46753-fcb9-40b8-b853-27caf0515e8b" providerId="ADAL" clId="{ECF9049F-59D9-40DE-B5E2-EDE3F0B49B9E}" dt="2026-01-28T10:32:23.715" v="2175" actId="1076"/>
          <ac:spMkLst>
            <pc:docMk/>
            <pc:sldMk cId="1620629926" sldId="2147483575"/>
            <ac:spMk id="14" creationId="{DB4C4F68-CAE4-E0C8-221F-747136B5EEE4}"/>
          </ac:spMkLst>
        </pc:spChg>
        <pc:spChg chg="add mod">
          <ac:chgData name="Guberska, Aleksandra" userId="5eb46753-fcb9-40b8-b853-27caf0515e8b" providerId="ADAL" clId="{ECF9049F-59D9-40DE-B5E2-EDE3F0B49B9E}" dt="2026-01-28T10:33:32.408" v="2217" actId="1036"/>
          <ac:spMkLst>
            <pc:docMk/>
            <pc:sldMk cId="1620629926" sldId="2147483575"/>
            <ac:spMk id="16" creationId="{C49724EB-2392-09A2-ED5B-B38C275F639C}"/>
          </ac:spMkLst>
        </pc:spChg>
        <pc:spChg chg="add mod">
          <ac:chgData name="Guberska, Aleksandra" userId="5eb46753-fcb9-40b8-b853-27caf0515e8b" providerId="ADAL" clId="{ECF9049F-59D9-40DE-B5E2-EDE3F0B49B9E}" dt="2026-01-28T10:38:11.592" v="2219" actId="27636"/>
          <ac:spMkLst>
            <pc:docMk/>
            <pc:sldMk cId="1620629926" sldId="2147483575"/>
            <ac:spMk id="18" creationId="{9E88E71D-98E4-52F5-CA97-2C9EED75C890}"/>
          </ac:spMkLst>
        </pc:spChg>
        <pc:spChg chg="add mod">
          <ac:chgData name="Guberska, Aleksandra" userId="5eb46753-fcb9-40b8-b853-27caf0515e8b" providerId="ADAL" clId="{ECF9049F-59D9-40DE-B5E2-EDE3F0B49B9E}" dt="2026-01-28T10:32:32.649" v="2176" actId="1076"/>
          <ac:spMkLst>
            <pc:docMk/>
            <pc:sldMk cId="1620629926" sldId="2147483575"/>
            <ac:spMk id="52" creationId="{FDBAA3F3-D342-E96A-5BB2-E9920AAB9237}"/>
          </ac:spMkLst>
        </pc:spChg>
        <pc:spChg chg="add mod">
          <ac:chgData name="Guberska, Aleksandra" userId="5eb46753-fcb9-40b8-b853-27caf0515e8b" providerId="ADAL" clId="{ECF9049F-59D9-40DE-B5E2-EDE3F0B49B9E}" dt="2026-01-28T10:33:32.408" v="2217" actId="1036"/>
          <ac:spMkLst>
            <pc:docMk/>
            <pc:sldMk cId="1620629926" sldId="2147483575"/>
            <ac:spMk id="54" creationId="{4B79405F-BB6D-D8E3-3C8B-34FD5EAADF9E}"/>
          </ac:spMkLst>
        </pc:spChg>
        <pc:cxnChg chg="add mod">
          <ac:chgData name="Guberska, Aleksandra" userId="5eb46753-fcb9-40b8-b853-27caf0515e8b" providerId="ADAL" clId="{ECF9049F-59D9-40DE-B5E2-EDE3F0B49B9E}" dt="2026-01-28T10:33:24.504" v="2191" actId="14100"/>
          <ac:cxnSpMkLst>
            <pc:docMk/>
            <pc:sldMk cId="1620629926" sldId="2147483575"/>
            <ac:cxnSpMk id="4" creationId="{04DE0143-F74D-6E97-8084-1648A3FAF133}"/>
          </ac:cxnSpMkLst>
        </pc:cxnChg>
        <pc:cxnChg chg="mod">
          <ac:chgData name="Guberska, Aleksandra" userId="5eb46753-fcb9-40b8-b853-27caf0515e8b" providerId="ADAL" clId="{ECF9049F-59D9-40DE-B5E2-EDE3F0B49B9E}" dt="2026-01-28T10:31:05.242" v="2165" actId="14100"/>
          <ac:cxnSpMkLst>
            <pc:docMk/>
            <pc:sldMk cId="1620629926" sldId="2147483575"/>
            <ac:cxnSpMk id="9" creationId="{0C410B2D-1FA6-6800-02E1-3A1B16CB6D3E}"/>
          </ac:cxnSpMkLst>
        </pc:cxnChg>
        <pc:cxnChg chg="mod">
          <ac:chgData name="Guberska, Aleksandra" userId="5eb46753-fcb9-40b8-b853-27caf0515e8b" providerId="ADAL" clId="{ECF9049F-59D9-40DE-B5E2-EDE3F0B49B9E}" dt="2026-01-28T10:32:09.436" v="2173" actId="1076"/>
          <ac:cxnSpMkLst>
            <pc:docMk/>
            <pc:sldMk cId="1620629926" sldId="2147483575"/>
            <ac:cxnSpMk id="11" creationId="{78DBC337-E626-47A7-200A-D7CC55B5A150}"/>
          </ac:cxnSpMkLst>
        </pc:cxnChg>
        <pc:cxnChg chg="add mod">
          <ac:chgData name="Guberska, Aleksandra" userId="5eb46753-fcb9-40b8-b853-27caf0515e8b" providerId="ADAL" clId="{ECF9049F-59D9-40DE-B5E2-EDE3F0B49B9E}" dt="2026-01-28T10:38:34.051" v="2222" actId="14100"/>
          <ac:cxnSpMkLst>
            <pc:docMk/>
            <pc:sldMk cId="1620629926" sldId="2147483575"/>
            <ac:cxnSpMk id="15" creationId="{1B8A810C-B694-29B9-28E2-E36F6BA5B8C4}"/>
          </ac:cxnSpMkLst>
        </pc:cxnChg>
        <pc:cxnChg chg="add mod">
          <ac:chgData name="Guberska, Aleksandra" userId="5eb46753-fcb9-40b8-b853-27caf0515e8b" providerId="ADAL" clId="{ECF9049F-59D9-40DE-B5E2-EDE3F0B49B9E}" dt="2026-01-28T10:38:36.564" v="2223" actId="14100"/>
          <ac:cxnSpMkLst>
            <pc:docMk/>
            <pc:sldMk cId="1620629926" sldId="2147483575"/>
            <ac:cxnSpMk id="17" creationId="{49B362FF-7261-9002-BCF7-4F8632B2A8F4}"/>
          </ac:cxnSpMkLst>
        </pc:cxnChg>
        <pc:cxnChg chg="add mod">
          <ac:chgData name="Guberska, Aleksandra" userId="5eb46753-fcb9-40b8-b853-27caf0515e8b" providerId="ADAL" clId="{ECF9049F-59D9-40DE-B5E2-EDE3F0B49B9E}" dt="2026-01-28T10:38:56.938" v="2228" actId="1076"/>
          <ac:cxnSpMkLst>
            <pc:docMk/>
            <pc:sldMk cId="1620629926" sldId="2147483575"/>
            <ac:cxnSpMk id="27" creationId="{DBDAFD56-8569-A6A7-BAFD-C3C5A7C64351}"/>
          </ac:cxnSpMkLst>
        </pc:cxnChg>
        <pc:cxnChg chg="add mod">
          <ac:chgData name="Guberska, Aleksandra" userId="5eb46753-fcb9-40b8-b853-27caf0515e8b" providerId="ADAL" clId="{ECF9049F-59D9-40DE-B5E2-EDE3F0B49B9E}" dt="2026-01-28T10:38:41.854" v="2224" actId="14100"/>
          <ac:cxnSpMkLst>
            <pc:docMk/>
            <pc:sldMk cId="1620629926" sldId="2147483575"/>
            <ac:cxnSpMk id="53" creationId="{11A6C586-AF94-6A9D-DC6B-3A7A5BEABDF2}"/>
          </ac:cxnSpMkLst>
        </pc:cxnChg>
      </pc:sldChg>
      <pc:sldChg chg="addSp delSp modSp del mod modClrScheme chgLayout">
        <pc:chgData name="Guberska, Aleksandra" userId="5eb46753-fcb9-40b8-b853-27caf0515e8b" providerId="ADAL" clId="{ECF9049F-59D9-40DE-B5E2-EDE3F0B49B9E}" dt="2026-01-27T10:40:08.691" v="1665" actId="47"/>
        <pc:sldMkLst>
          <pc:docMk/>
          <pc:sldMk cId="2069264682" sldId="2147483590"/>
        </pc:sldMkLst>
      </pc:sldChg>
      <pc:sldChg chg="addSp delSp modSp add del mod">
        <pc:chgData name="Guberska, Aleksandra" userId="5eb46753-fcb9-40b8-b853-27caf0515e8b" providerId="ADAL" clId="{ECF9049F-59D9-40DE-B5E2-EDE3F0B49B9E}" dt="2026-01-27T10:43:25.653" v="1703" actId="47"/>
        <pc:sldMkLst>
          <pc:docMk/>
          <pc:sldMk cId="2018616919" sldId="2147483598"/>
        </pc:sldMkLst>
      </pc:sldChg>
      <pc:sldChg chg="addSp modSp add del mod">
        <pc:chgData name="Guberska, Aleksandra" userId="5eb46753-fcb9-40b8-b853-27caf0515e8b" providerId="ADAL" clId="{ECF9049F-59D9-40DE-B5E2-EDE3F0B49B9E}" dt="2026-01-27T10:54:28.229" v="1834" actId="47"/>
        <pc:sldMkLst>
          <pc:docMk/>
          <pc:sldMk cId="3989515584" sldId="2147483601"/>
        </pc:sldMkLst>
      </pc:sldChg>
      <pc:sldChg chg="addSp delSp modSp add mod">
        <pc:chgData name="Guberska, Aleksandra" userId="5eb46753-fcb9-40b8-b853-27caf0515e8b" providerId="ADAL" clId="{ECF9049F-59D9-40DE-B5E2-EDE3F0B49B9E}" dt="2026-01-28T14:27:17.541" v="2865" actId="403"/>
        <pc:sldMkLst>
          <pc:docMk/>
          <pc:sldMk cId="1391488032" sldId="2147483604"/>
        </pc:sldMkLst>
        <pc:spChg chg="add mod">
          <ac:chgData name="Guberska, Aleksandra" userId="5eb46753-fcb9-40b8-b853-27caf0515e8b" providerId="ADAL" clId="{ECF9049F-59D9-40DE-B5E2-EDE3F0B49B9E}" dt="2026-01-28T14:27:17.541" v="2865" actId="403"/>
          <ac:spMkLst>
            <pc:docMk/>
            <pc:sldMk cId="1391488032" sldId="2147483604"/>
            <ac:spMk id="2" creationId="{20347300-75F9-2396-8796-0F0DBF023A66}"/>
          </ac:spMkLst>
        </pc:spChg>
        <pc:spChg chg="add del mod">
          <ac:chgData name="Guberska, Aleksandra" userId="5eb46753-fcb9-40b8-b853-27caf0515e8b" providerId="ADAL" clId="{ECF9049F-59D9-40DE-B5E2-EDE3F0B49B9E}" dt="2026-01-27T10:46:33.787" v="1756" actId="478"/>
          <ac:spMkLst>
            <pc:docMk/>
            <pc:sldMk cId="1391488032" sldId="2147483604"/>
            <ac:spMk id="3" creationId="{611BC8F2-F977-5201-60F6-13BE0EF99EC6}"/>
          </ac:spMkLst>
        </pc:spChg>
        <pc:spChg chg="add mod">
          <ac:chgData name="Guberska, Aleksandra" userId="5eb46753-fcb9-40b8-b853-27caf0515e8b" providerId="ADAL" clId="{ECF9049F-59D9-40DE-B5E2-EDE3F0B49B9E}" dt="2026-01-28T14:26:04.687" v="2852" actId="12"/>
          <ac:spMkLst>
            <pc:docMk/>
            <pc:sldMk cId="1391488032" sldId="2147483604"/>
            <ac:spMk id="5" creationId="{91DD79D8-ED92-3AE0-DC3B-297AE9E9B1EE}"/>
          </ac:spMkLst>
        </pc:spChg>
        <pc:spChg chg="add del mod">
          <ac:chgData name="Guberska, Aleksandra" userId="5eb46753-fcb9-40b8-b853-27caf0515e8b" providerId="ADAL" clId="{ECF9049F-59D9-40DE-B5E2-EDE3F0B49B9E}" dt="2026-01-27T10:44:20.623" v="1715" actId="478"/>
          <ac:spMkLst>
            <pc:docMk/>
            <pc:sldMk cId="1391488032" sldId="2147483604"/>
            <ac:spMk id="6" creationId="{4570D29A-08EB-841D-9206-0789627E6635}"/>
          </ac:spMkLst>
        </pc:spChg>
        <pc:spChg chg="mod">
          <ac:chgData name="Guberska, Aleksandra" userId="5eb46753-fcb9-40b8-b853-27caf0515e8b" providerId="ADAL" clId="{ECF9049F-59D9-40DE-B5E2-EDE3F0B49B9E}" dt="2026-01-27T10:48:46.593" v="1777" actId="255"/>
          <ac:spMkLst>
            <pc:docMk/>
            <pc:sldMk cId="1391488032" sldId="2147483604"/>
            <ac:spMk id="11" creationId="{B83B0DAB-B99D-DDCB-269B-CB3C7319167A}"/>
          </ac:spMkLst>
        </pc:spChg>
        <pc:spChg chg="del mod">
          <ac:chgData name="Guberska, Aleksandra" userId="5eb46753-fcb9-40b8-b853-27caf0515e8b" providerId="ADAL" clId="{ECF9049F-59D9-40DE-B5E2-EDE3F0B49B9E}" dt="2026-01-27T10:45:45.926" v="1732" actId="478"/>
          <ac:spMkLst>
            <pc:docMk/>
            <pc:sldMk cId="1391488032" sldId="2147483604"/>
            <ac:spMk id="12" creationId="{85A753BF-6DA3-9A91-B7CD-4699CD384BC5}"/>
          </ac:spMkLst>
        </pc:spChg>
        <pc:spChg chg="del mod">
          <ac:chgData name="Guberska, Aleksandra" userId="5eb46753-fcb9-40b8-b853-27caf0515e8b" providerId="ADAL" clId="{ECF9049F-59D9-40DE-B5E2-EDE3F0B49B9E}" dt="2026-01-27T10:46:32.153" v="1754" actId="478"/>
          <ac:spMkLst>
            <pc:docMk/>
            <pc:sldMk cId="1391488032" sldId="2147483604"/>
            <ac:spMk id="15" creationId="{1D44651B-05F6-45F7-61F9-EA06E8337312}"/>
          </ac:spMkLst>
        </pc:spChg>
        <pc:spChg chg="del mod">
          <ac:chgData name="Guberska, Aleksandra" userId="5eb46753-fcb9-40b8-b853-27caf0515e8b" providerId="ADAL" clId="{ECF9049F-59D9-40DE-B5E2-EDE3F0B49B9E}" dt="2026-01-27T10:45:45.153" v="1731" actId="478"/>
          <ac:spMkLst>
            <pc:docMk/>
            <pc:sldMk cId="1391488032" sldId="2147483604"/>
            <ac:spMk id="16" creationId="{EB6E90D9-2792-357A-BE02-CEC299C15A0C}"/>
          </ac:spMkLst>
        </pc:spChg>
        <pc:spChg chg="del mod">
          <ac:chgData name="Guberska, Aleksandra" userId="5eb46753-fcb9-40b8-b853-27caf0515e8b" providerId="ADAL" clId="{ECF9049F-59D9-40DE-B5E2-EDE3F0B49B9E}" dt="2026-01-27T10:46:32.927" v="1755" actId="478"/>
          <ac:spMkLst>
            <pc:docMk/>
            <pc:sldMk cId="1391488032" sldId="2147483604"/>
            <ac:spMk id="17" creationId="{FAD02BA9-96BC-8C59-EADB-EA02570BBA80}"/>
          </ac:spMkLst>
        </pc:spChg>
        <pc:spChg chg="del mod">
          <ac:chgData name="Guberska, Aleksandra" userId="5eb46753-fcb9-40b8-b853-27caf0515e8b" providerId="ADAL" clId="{ECF9049F-59D9-40DE-B5E2-EDE3F0B49B9E}" dt="2026-01-27T10:45:28.809" v="1727" actId="478"/>
          <ac:spMkLst>
            <pc:docMk/>
            <pc:sldMk cId="1391488032" sldId="2147483604"/>
            <ac:spMk id="18" creationId="{B52D1190-275A-AAEB-7E48-45A4D686403C}"/>
          </ac:spMkLst>
        </pc:spChg>
        <pc:picChg chg="add mod">
          <ac:chgData name="Guberska, Aleksandra" userId="5eb46753-fcb9-40b8-b853-27caf0515e8b" providerId="ADAL" clId="{ECF9049F-59D9-40DE-B5E2-EDE3F0B49B9E}" dt="2026-01-28T14:25:27.583" v="2842"/>
          <ac:picMkLst>
            <pc:docMk/>
            <pc:sldMk cId="1391488032" sldId="2147483604"/>
            <ac:picMk id="3" creationId="{65025554-ECD3-A134-C246-15D00D5A760E}"/>
          </ac:picMkLst>
        </pc:picChg>
        <pc:picChg chg="add del mod">
          <ac:chgData name="Guberska, Aleksandra" userId="5eb46753-fcb9-40b8-b853-27caf0515e8b" providerId="ADAL" clId="{ECF9049F-59D9-40DE-B5E2-EDE3F0B49B9E}" dt="2026-01-28T14:25:23.537" v="2841" actId="478"/>
          <ac:picMkLst>
            <pc:docMk/>
            <pc:sldMk cId="1391488032" sldId="2147483604"/>
            <ac:picMk id="4098" creationId="{50E0F532-A366-5A93-D2ED-3F1A9F1AD681}"/>
          </ac:picMkLst>
        </pc:picChg>
        <pc:cxnChg chg="add mod">
          <ac:chgData name="Guberska, Aleksandra" userId="5eb46753-fcb9-40b8-b853-27caf0515e8b" providerId="ADAL" clId="{ECF9049F-59D9-40DE-B5E2-EDE3F0B49B9E}" dt="2026-01-27T10:45:12.239" v="1722"/>
          <ac:cxnSpMkLst>
            <pc:docMk/>
            <pc:sldMk cId="1391488032" sldId="2147483604"/>
            <ac:cxnSpMk id="4" creationId="{9E6312E5-176C-A446-0477-9DF0184CCEBE}"/>
          </ac:cxnSpMkLst>
        </pc:cxnChg>
      </pc:sldChg>
      <pc:sldChg chg="addSp delSp modSp add mod">
        <pc:chgData name="Guberska, Aleksandra" userId="5eb46753-fcb9-40b8-b853-27caf0515e8b" providerId="ADAL" clId="{ECF9049F-59D9-40DE-B5E2-EDE3F0B49B9E}" dt="2026-01-28T14:26:12.744" v="2854"/>
        <pc:sldMkLst>
          <pc:docMk/>
          <pc:sldMk cId="2090730323" sldId="2147483605"/>
        </pc:sldMkLst>
        <pc:spChg chg="del mod">
          <ac:chgData name="Guberska, Aleksandra" userId="5eb46753-fcb9-40b8-b853-27caf0515e8b" providerId="ADAL" clId="{ECF9049F-59D9-40DE-B5E2-EDE3F0B49B9E}" dt="2026-01-27T11:10:32.991" v="1882" actId="478"/>
          <ac:spMkLst>
            <pc:docMk/>
            <pc:sldMk cId="2090730323" sldId="2147483605"/>
            <ac:spMk id="2" creationId="{533DAA03-B8A2-A7C0-D5D7-2CEF60E65750}"/>
          </ac:spMkLst>
        </pc:spChg>
        <pc:spChg chg="add del mod">
          <ac:chgData name="Guberska, Aleksandra" userId="5eb46753-fcb9-40b8-b853-27caf0515e8b" providerId="ADAL" clId="{ECF9049F-59D9-40DE-B5E2-EDE3F0B49B9E}" dt="2026-01-27T11:10:32.991" v="1882" actId="478"/>
          <ac:spMkLst>
            <pc:docMk/>
            <pc:sldMk cId="2090730323" sldId="2147483605"/>
            <ac:spMk id="3" creationId="{E48A00D5-34CC-444F-E02A-5B6C7A444A4F}"/>
          </ac:spMkLst>
        </pc:spChg>
        <pc:spChg chg="add mod">
          <ac:chgData name="Guberska, Aleksandra" userId="5eb46753-fcb9-40b8-b853-27caf0515e8b" providerId="ADAL" clId="{ECF9049F-59D9-40DE-B5E2-EDE3F0B49B9E}" dt="2026-01-27T11:17:08.515" v="1945" actId="255"/>
          <ac:spMkLst>
            <pc:docMk/>
            <pc:sldMk cId="2090730323" sldId="2147483605"/>
            <ac:spMk id="4" creationId="{9E566BEE-D332-3E02-F377-06E4A0D506EC}"/>
          </ac:spMkLst>
        </pc:spChg>
        <pc:spChg chg="del mod">
          <ac:chgData name="Guberska, Aleksandra" userId="5eb46753-fcb9-40b8-b853-27caf0515e8b" providerId="ADAL" clId="{ECF9049F-59D9-40DE-B5E2-EDE3F0B49B9E}" dt="2026-01-27T11:10:28.513" v="1881" actId="478"/>
          <ac:spMkLst>
            <pc:docMk/>
            <pc:sldMk cId="2090730323" sldId="2147483605"/>
            <ac:spMk id="6" creationId="{40494408-D43F-57EF-AE07-C6013C28A7A7}"/>
          </ac:spMkLst>
        </pc:spChg>
        <pc:spChg chg="add mod">
          <ac:chgData name="Guberska, Aleksandra" userId="5eb46753-fcb9-40b8-b853-27caf0515e8b" providerId="ADAL" clId="{ECF9049F-59D9-40DE-B5E2-EDE3F0B49B9E}" dt="2026-01-28T14:23:34.252" v="2819" actId="12"/>
          <ac:spMkLst>
            <pc:docMk/>
            <pc:sldMk cId="2090730323" sldId="2147483605"/>
            <ac:spMk id="7" creationId="{06B04AF1-160A-B839-969B-58FFF166D7C8}"/>
          </ac:spMkLst>
        </pc:spChg>
        <pc:spChg chg="mod">
          <ac:chgData name="Guberska, Aleksandra" userId="5eb46753-fcb9-40b8-b853-27caf0515e8b" providerId="ADAL" clId="{ECF9049F-59D9-40DE-B5E2-EDE3F0B49B9E}" dt="2026-01-27T11:11:06.043" v="1890" actId="255"/>
          <ac:spMkLst>
            <pc:docMk/>
            <pc:sldMk cId="2090730323" sldId="2147483605"/>
            <ac:spMk id="11" creationId="{2E64D6D9-0E95-043F-FA01-07C57618DD4C}"/>
          </ac:spMkLst>
        </pc:spChg>
        <pc:spChg chg="del mod">
          <ac:chgData name="Guberska, Aleksandra" userId="5eb46753-fcb9-40b8-b853-27caf0515e8b" providerId="ADAL" clId="{ECF9049F-59D9-40DE-B5E2-EDE3F0B49B9E}" dt="2026-01-27T11:10:32.991" v="1882" actId="478"/>
          <ac:spMkLst>
            <pc:docMk/>
            <pc:sldMk cId="2090730323" sldId="2147483605"/>
            <ac:spMk id="12" creationId="{D832C019-473D-FFDF-C7D8-4D050A0F854C}"/>
          </ac:spMkLst>
        </pc:spChg>
        <pc:spChg chg="del mod">
          <ac:chgData name="Guberska, Aleksandra" userId="5eb46753-fcb9-40b8-b853-27caf0515e8b" providerId="ADAL" clId="{ECF9049F-59D9-40DE-B5E2-EDE3F0B49B9E}" dt="2026-01-27T11:10:32.991" v="1882" actId="478"/>
          <ac:spMkLst>
            <pc:docMk/>
            <pc:sldMk cId="2090730323" sldId="2147483605"/>
            <ac:spMk id="15" creationId="{0D3DD441-D6CC-6524-9B33-EA101D2738FB}"/>
          </ac:spMkLst>
        </pc:spChg>
        <pc:spChg chg="del mod">
          <ac:chgData name="Guberska, Aleksandra" userId="5eb46753-fcb9-40b8-b853-27caf0515e8b" providerId="ADAL" clId="{ECF9049F-59D9-40DE-B5E2-EDE3F0B49B9E}" dt="2026-01-27T11:10:32.991" v="1882" actId="478"/>
          <ac:spMkLst>
            <pc:docMk/>
            <pc:sldMk cId="2090730323" sldId="2147483605"/>
            <ac:spMk id="16" creationId="{F2F6B749-D34C-AF27-E62C-320CE002920E}"/>
          </ac:spMkLst>
        </pc:spChg>
        <pc:spChg chg="del mod">
          <ac:chgData name="Guberska, Aleksandra" userId="5eb46753-fcb9-40b8-b853-27caf0515e8b" providerId="ADAL" clId="{ECF9049F-59D9-40DE-B5E2-EDE3F0B49B9E}" dt="2026-01-27T11:10:32.991" v="1882" actId="478"/>
          <ac:spMkLst>
            <pc:docMk/>
            <pc:sldMk cId="2090730323" sldId="2147483605"/>
            <ac:spMk id="17" creationId="{D346EC98-3454-1DBE-2925-4D54EF2E6915}"/>
          </ac:spMkLst>
        </pc:spChg>
        <pc:spChg chg="del mod">
          <ac:chgData name="Guberska, Aleksandra" userId="5eb46753-fcb9-40b8-b853-27caf0515e8b" providerId="ADAL" clId="{ECF9049F-59D9-40DE-B5E2-EDE3F0B49B9E}" dt="2026-01-27T11:10:32.991" v="1882" actId="478"/>
          <ac:spMkLst>
            <pc:docMk/>
            <pc:sldMk cId="2090730323" sldId="2147483605"/>
            <ac:spMk id="18" creationId="{90079932-ECED-6B1B-9EC3-A79E305BBB59}"/>
          </ac:spMkLst>
        </pc:spChg>
        <pc:picChg chg="add mod">
          <ac:chgData name="Guberska, Aleksandra" userId="5eb46753-fcb9-40b8-b853-27caf0515e8b" providerId="ADAL" clId="{ECF9049F-59D9-40DE-B5E2-EDE3F0B49B9E}" dt="2026-01-28T14:26:12.744" v="2854"/>
          <ac:picMkLst>
            <pc:docMk/>
            <pc:sldMk cId="2090730323" sldId="2147483605"/>
            <ac:picMk id="2" creationId="{63AD4C9A-C5FC-76A5-484A-A7A6C59B13BD}"/>
          </ac:picMkLst>
        </pc:picChg>
        <pc:cxnChg chg="add mod">
          <ac:chgData name="Guberska, Aleksandra" userId="5eb46753-fcb9-40b8-b853-27caf0515e8b" providerId="ADAL" clId="{ECF9049F-59D9-40DE-B5E2-EDE3F0B49B9E}" dt="2026-01-27T11:10:41.111" v="1883"/>
          <ac:cxnSpMkLst>
            <pc:docMk/>
            <pc:sldMk cId="2090730323" sldId="2147483605"/>
            <ac:cxnSpMk id="5" creationId="{946E5EA3-CF81-6FAB-2F71-F1880D2C0F89}"/>
          </ac:cxnSpMkLst>
        </pc:cxnChg>
      </pc:sldChg>
      <pc:sldChg chg="addSp delSp modSp add mod">
        <pc:chgData name="Guberska, Aleksandra" userId="5eb46753-fcb9-40b8-b853-27caf0515e8b" providerId="ADAL" clId="{ECF9049F-59D9-40DE-B5E2-EDE3F0B49B9E}" dt="2026-01-28T14:27:23.602" v="2866" actId="403"/>
        <pc:sldMkLst>
          <pc:docMk/>
          <pc:sldMk cId="1990683167" sldId="2147483606"/>
        </pc:sldMkLst>
        <pc:spChg chg="add mod">
          <ac:chgData name="Guberska, Aleksandra" userId="5eb46753-fcb9-40b8-b853-27caf0515e8b" providerId="ADAL" clId="{ECF9049F-59D9-40DE-B5E2-EDE3F0B49B9E}" dt="2026-01-28T14:27:23.602" v="2866" actId="403"/>
          <ac:spMkLst>
            <pc:docMk/>
            <pc:sldMk cId="1990683167" sldId="2147483606"/>
            <ac:spMk id="2" creationId="{EB3B6E1D-4707-2F1D-895C-5200A431F76C}"/>
          </ac:spMkLst>
        </pc:spChg>
        <pc:spChg chg="add mod">
          <ac:chgData name="Guberska, Aleksandra" userId="5eb46753-fcb9-40b8-b853-27caf0515e8b" providerId="ADAL" clId="{ECF9049F-59D9-40DE-B5E2-EDE3F0B49B9E}" dt="2026-01-28T14:23:20.037" v="2815" actId="12"/>
          <ac:spMkLst>
            <pc:docMk/>
            <pc:sldMk cId="1990683167" sldId="2147483606"/>
            <ac:spMk id="4" creationId="{70EB58DF-1059-527C-8F52-C5058A417532}"/>
          </ac:spMkLst>
        </pc:spChg>
        <pc:spChg chg="del mod">
          <ac:chgData name="Guberska, Aleksandra" userId="5eb46753-fcb9-40b8-b853-27caf0515e8b" providerId="ADAL" clId="{ECF9049F-59D9-40DE-B5E2-EDE3F0B49B9E}" dt="2026-01-27T11:07:16.855" v="1838" actId="478"/>
          <ac:spMkLst>
            <pc:docMk/>
            <pc:sldMk cId="1990683167" sldId="2147483606"/>
            <ac:spMk id="6" creationId="{7CC4133A-4A6C-01E5-3E9B-777F2A88B2B1}"/>
          </ac:spMkLst>
        </pc:spChg>
        <pc:spChg chg="mod">
          <ac:chgData name="Guberska, Aleksandra" userId="5eb46753-fcb9-40b8-b853-27caf0515e8b" providerId="ADAL" clId="{ECF9049F-59D9-40DE-B5E2-EDE3F0B49B9E}" dt="2026-01-27T11:07:26.786" v="1842" actId="255"/>
          <ac:spMkLst>
            <pc:docMk/>
            <pc:sldMk cId="1990683167" sldId="2147483606"/>
            <ac:spMk id="11" creationId="{E4F100AC-F94A-6886-6073-1FA0639907E1}"/>
          </ac:spMkLst>
        </pc:spChg>
        <pc:spChg chg="del mod">
          <ac:chgData name="Guberska, Aleksandra" userId="5eb46753-fcb9-40b8-b853-27caf0515e8b" providerId="ADAL" clId="{ECF9049F-59D9-40DE-B5E2-EDE3F0B49B9E}" dt="2026-01-27T11:07:29.887" v="1843" actId="478"/>
          <ac:spMkLst>
            <pc:docMk/>
            <pc:sldMk cId="1990683167" sldId="2147483606"/>
            <ac:spMk id="12" creationId="{FC34219D-45C9-52C7-4F40-2B7D8E8FEBD3}"/>
          </ac:spMkLst>
        </pc:spChg>
        <pc:spChg chg="del mod">
          <ac:chgData name="Guberska, Aleksandra" userId="5eb46753-fcb9-40b8-b853-27caf0515e8b" providerId="ADAL" clId="{ECF9049F-59D9-40DE-B5E2-EDE3F0B49B9E}" dt="2026-01-27T11:07:30.409" v="1844" actId="478"/>
          <ac:spMkLst>
            <pc:docMk/>
            <pc:sldMk cId="1990683167" sldId="2147483606"/>
            <ac:spMk id="15" creationId="{6C4AA4C0-9E29-A4FC-952A-210F3F0F6320}"/>
          </ac:spMkLst>
        </pc:spChg>
        <pc:spChg chg="del mod">
          <ac:chgData name="Guberska, Aleksandra" userId="5eb46753-fcb9-40b8-b853-27caf0515e8b" providerId="ADAL" clId="{ECF9049F-59D9-40DE-B5E2-EDE3F0B49B9E}" dt="2026-01-27T11:07:31.255" v="1845" actId="478"/>
          <ac:spMkLst>
            <pc:docMk/>
            <pc:sldMk cId="1990683167" sldId="2147483606"/>
            <ac:spMk id="16" creationId="{D80DC657-2830-F1D4-D8E5-0DEBD9C4D00C}"/>
          </ac:spMkLst>
        </pc:spChg>
        <pc:spChg chg="del mod">
          <ac:chgData name="Guberska, Aleksandra" userId="5eb46753-fcb9-40b8-b853-27caf0515e8b" providerId="ADAL" clId="{ECF9049F-59D9-40DE-B5E2-EDE3F0B49B9E}" dt="2026-01-27T11:07:32.273" v="1846" actId="478"/>
          <ac:spMkLst>
            <pc:docMk/>
            <pc:sldMk cId="1990683167" sldId="2147483606"/>
            <ac:spMk id="17" creationId="{D4103AFF-61AC-F5D4-B62E-2AB9D1FFA4E2}"/>
          </ac:spMkLst>
        </pc:spChg>
        <pc:spChg chg="del mod">
          <ac:chgData name="Guberska, Aleksandra" userId="5eb46753-fcb9-40b8-b853-27caf0515e8b" providerId="ADAL" clId="{ECF9049F-59D9-40DE-B5E2-EDE3F0B49B9E}" dt="2026-01-27T11:07:33.652" v="1847" actId="478"/>
          <ac:spMkLst>
            <pc:docMk/>
            <pc:sldMk cId="1990683167" sldId="2147483606"/>
            <ac:spMk id="18" creationId="{4FB42BC7-DB7C-67A6-C4FE-A4EF20AA29DF}"/>
          </ac:spMkLst>
        </pc:spChg>
        <pc:picChg chg="add mod">
          <ac:chgData name="Guberska, Aleksandra" userId="5eb46753-fcb9-40b8-b853-27caf0515e8b" providerId="ADAL" clId="{ECF9049F-59D9-40DE-B5E2-EDE3F0B49B9E}" dt="2026-01-28T14:26:10.472" v="2853"/>
          <ac:picMkLst>
            <pc:docMk/>
            <pc:sldMk cId="1990683167" sldId="2147483606"/>
            <ac:picMk id="5" creationId="{C263A41F-27E5-D24E-1433-7203EB3A81C7}"/>
          </ac:picMkLst>
        </pc:picChg>
        <pc:cxnChg chg="add mod">
          <ac:chgData name="Guberska, Aleksandra" userId="5eb46753-fcb9-40b8-b853-27caf0515e8b" providerId="ADAL" clId="{ECF9049F-59D9-40DE-B5E2-EDE3F0B49B9E}" dt="2026-01-27T11:07:42.373" v="1848"/>
          <ac:cxnSpMkLst>
            <pc:docMk/>
            <pc:sldMk cId="1990683167" sldId="2147483606"/>
            <ac:cxnSpMk id="3" creationId="{61DAA9BC-BADA-BF52-D63E-9444D3155E80}"/>
          </ac:cxnSpMkLst>
        </pc:cxnChg>
      </pc:sldChg>
      <pc:sldChg chg="addSp delSp modSp add mod">
        <pc:chgData name="Guberska, Aleksandra" userId="5eb46753-fcb9-40b8-b853-27caf0515e8b" providerId="ADAL" clId="{ECF9049F-59D9-40DE-B5E2-EDE3F0B49B9E}" dt="2026-01-28T14:26:35.440" v="2858" actId="478"/>
        <pc:sldMkLst>
          <pc:docMk/>
          <pc:sldMk cId="2347134502" sldId="2147483607"/>
        </pc:sldMkLst>
        <pc:spChg chg="add mod">
          <ac:chgData name="Guberska, Aleksandra" userId="5eb46753-fcb9-40b8-b853-27caf0515e8b" providerId="ADAL" clId="{ECF9049F-59D9-40DE-B5E2-EDE3F0B49B9E}" dt="2026-01-28T14:20:09.893" v="2800" actId="20577"/>
          <ac:spMkLst>
            <pc:docMk/>
            <pc:sldMk cId="2347134502" sldId="2147483607"/>
            <ac:spMk id="2" creationId="{3652953F-1074-31F9-1338-8C66AA0E93CF}"/>
          </ac:spMkLst>
        </pc:spChg>
        <pc:spChg chg="add mod">
          <ac:chgData name="Guberska, Aleksandra" userId="5eb46753-fcb9-40b8-b853-27caf0515e8b" providerId="ADAL" clId="{ECF9049F-59D9-40DE-B5E2-EDE3F0B49B9E}" dt="2026-01-28T14:26:33.750" v="2857" actId="14100"/>
          <ac:spMkLst>
            <pc:docMk/>
            <pc:sldMk cId="2347134502" sldId="2147483607"/>
            <ac:spMk id="3" creationId="{4F000D00-EBBE-C086-5B19-A3E038FDF80D}"/>
          </ac:spMkLst>
        </pc:spChg>
        <pc:spChg chg="add del mod ord">
          <ac:chgData name="Guberska, Aleksandra" userId="5eb46753-fcb9-40b8-b853-27caf0515e8b" providerId="ADAL" clId="{ECF9049F-59D9-40DE-B5E2-EDE3F0B49B9E}" dt="2026-01-28T14:26:35.440" v="2858" actId="478"/>
          <ac:spMkLst>
            <pc:docMk/>
            <pc:sldMk cId="2347134502" sldId="2147483607"/>
            <ac:spMk id="5" creationId="{84F22F1B-727E-3F4B-4556-15F03A060C13}"/>
          </ac:spMkLst>
        </pc:spChg>
        <pc:spChg chg="del mod">
          <ac:chgData name="Guberska, Aleksandra" userId="5eb46753-fcb9-40b8-b853-27caf0515e8b" providerId="ADAL" clId="{ECF9049F-59D9-40DE-B5E2-EDE3F0B49B9E}" dt="2026-01-27T11:19:16.590" v="1968" actId="478"/>
          <ac:spMkLst>
            <pc:docMk/>
            <pc:sldMk cId="2347134502" sldId="2147483607"/>
            <ac:spMk id="6" creationId="{8F634676-8324-2DF1-6FB7-26E8CDFE2968}"/>
          </ac:spMkLst>
        </pc:spChg>
        <pc:spChg chg="mod">
          <ac:chgData name="Guberska, Aleksandra" userId="5eb46753-fcb9-40b8-b853-27caf0515e8b" providerId="ADAL" clId="{ECF9049F-59D9-40DE-B5E2-EDE3F0B49B9E}" dt="2026-01-27T11:22:25.993" v="2014" actId="123"/>
          <ac:spMkLst>
            <pc:docMk/>
            <pc:sldMk cId="2347134502" sldId="2147483607"/>
            <ac:spMk id="11" creationId="{C03431B0-E6C8-7935-76C6-85DDD511B9A1}"/>
          </ac:spMkLst>
        </pc:spChg>
        <pc:spChg chg="del mod">
          <ac:chgData name="Guberska, Aleksandra" userId="5eb46753-fcb9-40b8-b853-27caf0515e8b" providerId="ADAL" clId="{ECF9049F-59D9-40DE-B5E2-EDE3F0B49B9E}" dt="2026-01-27T11:19:17.489" v="1969" actId="478"/>
          <ac:spMkLst>
            <pc:docMk/>
            <pc:sldMk cId="2347134502" sldId="2147483607"/>
            <ac:spMk id="12" creationId="{348DDC0E-D138-2276-958F-6D859D79504E}"/>
          </ac:spMkLst>
        </pc:spChg>
        <pc:spChg chg="del mod">
          <ac:chgData name="Guberska, Aleksandra" userId="5eb46753-fcb9-40b8-b853-27caf0515e8b" providerId="ADAL" clId="{ECF9049F-59D9-40DE-B5E2-EDE3F0B49B9E}" dt="2026-01-27T11:19:18.231" v="1970" actId="478"/>
          <ac:spMkLst>
            <pc:docMk/>
            <pc:sldMk cId="2347134502" sldId="2147483607"/>
            <ac:spMk id="15" creationId="{BF2843DF-CD1F-AC22-AD54-C5F802B0F2FA}"/>
          </ac:spMkLst>
        </pc:spChg>
        <pc:spChg chg="del mod">
          <ac:chgData name="Guberska, Aleksandra" userId="5eb46753-fcb9-40b8-b853-27caf0515e8b" providerId="ADAL" clId="{ECF9049F-59D9-40DE-B5E2-EDE3F0B49B9E}" dt="2026-01-27T11:19:19.121" v="1971" actId="478"/>
          <ac:spMkLst>
            <pc:docMk/>
            <pc:sldMk cId="2347134502" sldId="2147483607"/>
            <ac:spMk id="16" creationId="{0EB97EF8-F942-D926-734F-D79173F13765}"/>
          </ac:spMkLst>
        </pc:spChg>
        <pc:spChg chg="del mod">
          <ac:chgData name="Guberska, Aleksandra" userId="5eb46753-fcb9-40b8-b853-27caf0515e8b" providerId="ADAL" clId="{ECF9049F-59D9-40DE-B5E2-EDE3F0B49B9E}" dt="2026-01-27T11:19:20.092" v="1972" actId="478"/>
          <ac:spMkLst>
            <pc:docMk/>
            <pc:sldMk cId="2347134502" sldId="2147483607"/>
            <ac:spMk id="17" creationId="{8C13291E-A8B2-74F1-D381-3B31A3F66F6B}"/>
          </ac:spMkLst>
        </pc:spChg>
        <pc:spChg chg="del mod">
          <ac:chgData name="Guberska, Aleksandra" userId="5eb46753-fcb9-40b8-b853-27caf0515e8b" providerId="ADAL" clId="{ECF9049F-59D9-40DE-B5E2-EDE3F0B49B9E}" dt="2026-01-27T11:19:20.965" v="1973" actId="478"/>
          <ac:spMkLst>
            <pc:docMk/>
            <pc:sldMk cId="2347134502" sldId="2147483607"/>
            <ac:spMk id="18" creationId="{4FB5CAB0-C63E-C636-FCC2-6010CEED6649}"/>
          </ac:spMkLst>
        </pc:spChg>
        <pc:picChg chg="mod">
          <ac:chgData name="Guberska, Aleksandra" userId="5eb46753-fcb9-40b8-b853-27caf0515e8b" providerId="ADAL" clId="{ECF9049F-59D9-40DE-B5E2-EDE3F0B49B9E}" dt="2026-01-28T14:20:16.391" v="2802" actId="1076"/>
          <ac:picMkLst>
            <pc:docMk/>
            <pc:sldMk cId="2347134502" sldId="2147483607"/>
            <ac:picMk id="6" creationId="{94C96ACF-33F1-8EFF-4C8D-47F7B018BA4E}"/>
          </ac:picMkLst>
        </pc:picChg>
        <pc:cxnChg chg="add mod">
          <ac:chgData name="Guberska, Aleksandra" userId="5eb46753-fcb9-40b8-b853-27caf0515e8b" providerId="ADAL" clId="{ECF9049F-59D9-40DE-B5E2-EDE3F0B49B9E}" dt="2026-01-27T11:19:38.574" v="1974"/>
          <ac:cxnSpMkLst>
            <pc:docMk/>
            <pc:sldMk cId="2347134502" sldId="2147483607"/>
            <ac:cxnSpMk id="4" creationId="{7E2EBB98-9F3F-2BFA-FE0D-0E9549E80E54}"/>
          </ac:cxnSpMkLst>
        </pc:cxnChg>
      </pc:sldChg>
      <pc:sldChg chg="addSp delSp modSp mod">
        <pc:chgData name="Guberska, Aleksandra" userId="5eb46753-fcb9-40b8-b853-27caf0515e8b" providerId="ADAL" clId="{ECF9049F-59D9-40DE-B5E2-EDE3F0B49B9E}" dt="2026-01-23T15:42:44.493" v="1460" actId="1037"/>
        <pc:sldMkLst>
          <pc:docMk/>
          <pc:sldMk cId="1510809051" sldId="2147483608"/>
        </pc:sldMkLst>
        <pc:spChg chg="add mod">
          <ac:chgData name="Guberska, Aleksandra" userId="5eb46753-fcb9-40b8-b853-27caf0515e8b" providerId="ADAL" clId="{ECF9049F-59D9-40DE-B5E2-EDE3F0B49B9E}" dt="2026-01-23T15:38:32.135" v="1361" actId="14100"/>
          <ac:spMkLst>
            <pc:docMk/>
            <pc:sldMk cId="1510809051" sldId="2147483608"/>
            <ac:spMk id="2" creationId="{258FE148-9618-6850-ADB3-CB37F4F57295}"/>
          </ac:spMkLst>
        </pc:spChg>
        <pc:picChg chg="mod">
          <ac:chgData name="Guberska, Aleksandra" userId="5eb46753-fcb9-40b8-b853-27caf0515e8b" providerId="ADAL" clId="{ECF9049F-59D9-40DE-B5E2-EDE3F0B49B9E}" dt="2026-01-23T15:42:44.493" v="1460" actId="1037"/>
          <ac:picMkLst>
            <pc:docMk/>
            <pc:sldMk cId="1510809051" sldId="2147483608"/>
            <ac:picMk id="7" creationId="{CC2B835D-E56B-AD31-9B46-D59E13460496}"/>
          </ac:picMkLst>
        </pc:picChg>
        <pc:picChg chg="mod">
          <ac:chgData name="Guberska, Aleksandra" userId="5eb46753-fcb9-40b8-b853-27caf0515e8b" providerId="ADAL" clId="{ECF9049F-59D9-40DE-B5E2-EDE3F0B49B9E}" dt="2026-01-23T15:42:44.493" v="1460" actId="1037"/>
          <ac:picMkLst>
            <pc:docMk/>
            <pc:sldMk cId="1510809051" sldId="2147483608"/>
            <ac:picMk id="9" creationId="{4620F019-39CB-B7A8-0F15-FC3593BFD0A6}"/>
          </ac:picMkLst>
        </pc:picChg>
        <pc:picChg chg="mod">
          <ac:chgData name="Guberska, Aleksandra" userId="5eb46753-fcb9-40b8-b853-27caf0515e8b" providerId="ADAL" clId="{ECF9049F-59D9-40DE-B5E2-EDE3F0B49B9E}" dt="2026-01-23T15:42:44.493" v="1460" actId="1037"/>
          <ac:picMkLst>
            <pc:docMk/>
            <pc:sldMk cId="1510809051" sldId="2147483608"/>
            <ac:picMk id="12" creationId="{7938767C-6921-2DA7-F0F7-041D22005439}"/>
          </ac:picMkLst>
        </pc:picChg>
        <pc:picChg chg="mod">
          <ac:chgData name="Guberska, Aleksandra" userId="5eb46753-fcb9-40b8-b853-27caf0515e8b" providerId="ADAL" clId="{ECF9049F-59D9-40DE-B5E2-EDE3F0B49B9E}" dt="2026-01-23T15:39:27.914" v="1379" actId="14100"/>
          <ac:picMkLst>
            <pc:docMk/>
            <pc:sldMk cId="1510809051" sldId="2147483608"/>
            <ac:picMk id="16" creationId="{4735F2C7-6718-F844-BD86-4EF1CFC51142}"/>
          </ac:picMkLst>
        </pc:picChg>
      </pc:sldChg>
      <pc:sldChg chg="addSp delSp modSp add mod">
        <pc:chgData name="Guberska, Aleksandra" userId="5eb46753-fcb9-40b8-b853-27caf0515e8b" providerId="ADAL" clId="{ECF9049F-59D9-40DE-B5E2-EDE3F0B49B9E}" dt="2026-01-28T14:28:32.050" v="2899"/>
        <pc:sldMkLst>
          <pc:docMk/>
          <pc:sldMk cId="364236247" sldId="2147483609"/>
        </pc:sldMkLst>
        <pc:spChg chg="add mod">
          <ac:chgData name="Guberska, Aleksandra" userId="5eb46753-fcb9-40b8-b853-27caf0515e8b" providerId="ADAL" clId="{ECF9049F-59D9-40DE-B5E2-EDE3F0B49B9E}" dt="2026-01-28T14:27:38.929" v="2875" actId="20577"/>
          <ac:spMkLst>
            <pc:docMk/>
            <pc:sldMk cId="364236247" sldId="2147483609"/>
            <ac:spMk id="2" creationId="{5C668CD0-04B6-5C30-27A2-F94E12900C57}"/>
          </ac:spMkLst>
        </pc:spChg>
        <pc:spChg chg="add mod">
          <ac:chgData name="Guberska, Aleksandra" userId="5eb46753-fcb9-40b8-b853-27caf0515e8b" providerId="ADAL" clId="{ECF9049F-59D9-40DE-B5E2-EDE3F0B49B9E}" dt="2026-01-28T14:23:44.404" v="2825" actId="12"/>
          <ac:spMkLst>
            <pc:docMk/>
            <pc:sldMk cId="364236247" sldId="2147483609"/>
            <ac:spMk id="4" creationId="{D0FA5132-9281-1C44-1976-29F1E059451B}"/>
          </ac:spMkLst>
        </pc:spChg>
        <pc:spChg chg="del mod">
          <ac:chgData name="Guberska, Aleksandra" userId="5eb46753-fcb9-40b8-b853-27caf0515e8b" providerId="ADAL" clId="{ECF9049F-59D9-40DE-B5E2-EDE3F0B49B9E}" dt="2026-01-27T11:25:14.664" v="2057" actId="478"/>
          <ac:spMkLst>
            <pc:docMk/>
            <pc:sldMk cId="364236247" sldId="2147483609"/>
            <ac:spMk id="6" creationId="{F87A05BF-3195-2C89-D999-09725884E4F4}"/>
          </ac:spMkLst>
        </pc:spChg>
        <pc:spChg chg="mod">
          <ac:chgData name="Guberska, Aleksandra" userId="5eb46753-fcb9-40b8-b853-27caf0515e8b" providerId="ADAL" clId="{ECF9049F-59D9-40DE-B5E2-EDE3F0B49B9E}" dt="2026-01-27T11:25:34.731" v="2067" actId="120"/>
          <ac:spMkLst>
            <pc:docMk/>
            <pc:sldMk cId="364236247" sldId="2147483609"/>
            <ac:spMk id="11" creationId="{50C7F472-0826-E709-8CDD-012E42662634}"/>
          </ac:spMkLst>
        </pc:spChg>
        <pc:spChg chg="del mod">
          <ac:chgData name="Guberska, Aleksandra" userId="5eb46753-fcb9-40b8-b853-27caf0515e8b" providerId="ADAL" clId="{ECF9049F-59D9-40DE-B5E2-EDE3F0B49B9E}" dt="2026-01-27T11:25:15.809" v="2058" actId="478"/>
          <ac:spMkLst>
            <pc:docMk/>
            <pc:sldMk cId="364236247" sldId="2147483609"/>
            <ac:spMk id="12" creationId="{96C63B1A-F0C8-75B1-00D1-F2115C91D62B}"/>
          </ac:spMkLst>
        </pc:spChg>
        <pc:spChg chg="del mod">
          <ac:chgData name="Guberska, Aleksandra" userId="5eb46753-fcb9-40b8-b853-27caf0515e8b" providerId="ADAL" clId="{ECF9049F-59D9-40DE-B5E2-EDE3F0B49B9E}" dt="2026-01-27T11:25:16.506" v="2059" actId="478"/>
          <ac:spMkLst>
            <pc:docMk/>
            <pc:sldMk cId="364236247" sldId="2147483609"/>
            <ac:spMk id="15" creationId="{C5A1A71F-ED0F-0FBA-0ACD-356763B70EDB}"/>
          </ac:spMkLst>
        </pc:spChg>
        <pc:spChg chg="del mod">
          <ac:chgData name="Guberska, Aleksandra" userId="5eb46753-fcb9-40b8-b853-27caf0515e8b" providerId="ADAL" clId="{ECF9049F-59D9-40DE-B5E2-EDE3F0B49B9E}" dt="2026-01-27T11:25:17.511" v="2060" actId="478"/>
          <ac:spMkLst>
            <pc:docMk/>
            <pc:sldMk cId="364236247" sldId="2147483609"/>
            <ac:spMk id="16" creationId="{BE68DE33-5803-A7B4-670D-12625B7167B8}"/>
          </ac:spMkLst>
        </pc:spChg>
        <pc:spChg chg="del mod">
          <ac:chgData name="Guberska, Aleksandra" userId="5eb46753-fcb9-40b8-b853-27caf0515e8b" providerId="ADAL" clId="{ECF9049F-59D9-40DE-B5E2-EDE3F0B49B9E}" dt="2026-01-27T11:25:18.506" v="2061" actId="478"/>
          <ac:spMkLst>
            <pc:docMk/>
            <pc:sldMk cId="364236247" sldId="2147483609"/>
            <ac:spMk id="17" creationId="{E1446C17-9A73-32E5-027D-002F4645CA96}"/>
          </ac:spMkLst>
        </pc:spChg>
        <pc:spChg chg="del mod">
          <ac:chgData name="Guberska, Aleksandra" userId="5eb46753-fcb9-40b8-b853-27caf0515e8b" providerId="ADAL" clId="{ECF9049F-59D9-40DE-B5E2-EDE3F0B49B9E}" dt="2026-01-27T11:25:19.790" v="2062" actId="478"/>
          <ac:spMkLst>
            <pc:docMk/>
            <pc:sldMk cId="364236247" sldId="2147483609"/>
            <ac:spMk id="18" creationId="{A65E8F0F-8914-D6B0-143F-BFE3566BAFB1}"/>
          </ac:spMkLst>
        </pc:spChg>
        <pc:picChg chg="add mod">
          <ac:chgData name="Guberska, Aleksandra" userId="5eb46753-fcb9-40b8-b853-27caf0515e8b" providerId="ADAL" clId="{ECF9049F-59D9-40DE-B5E2-EDE3F0B49B9E}" dt="2026-01-28T14:28:32.050" v="2899"/>
          <ac:picMkLst>
            <pc:docMk/>
            <pc:sldMk cId="364236247" sldId="2147483609"/>
            <ac:picMk id="5" creationId="{4376002D-B1AA-9A32-6547-FD77A81C43DC}"/>
          </ac:picMkLst>
        </pc:picChg>
        <pc:cxnChg chg="add mod">
          <ac:chgData name="Guberska, Aleksandra" userId="5eb46753-fcb9-40b8-b853-27caf0515e8b" providerId="ADAL" clId="{ECF9049F-59D9-40DE-B5E2-EDE3F0B49B9E}" dt="2026-01-27T11:25:42.769" v="2068"/>
          <ac:cxnSpMkLst>
            <pc:docMk/>
            <pc:sldMk cId="364236247" sldId="2147483609"/>
            <ac:cxnSpMk id="3" creationId="{E8A72232-25E5-C8D0-54E3-8A1C2899B308}"/>
          </ac:cxnSpMkLst>
        </pc:cxnChg>
      </pc:sldChg>
      <pc:sldChg chg="addSp delSp modSp add mod">
        <pc:chgData name="Guberska, Aleksandra" userId="5eb46753-fcb9-40b8-b853-27caf0515e8b" providerId="ADAL" clId="{ECF9049F-59D9-40DE-B5E2-EDE3F0B49B9E}" dt="2026-01-28T14:28:34.762" v="2901"/>
        <pc:sldMkLst>
          <pc:docMk/>
          <pc:sldMk cId="481371196" sldId="2147483610"/>
        </pc:sldMkLst>
        <pc:spChg chg="add mod">
          <ac:chgData name="Guberska, Aleksandra" userId="5eb46753-fcb9-40b8-b853-27caf0515e8b" providerId="ADAL" clId="{ECF9049F-59D9-40DE-B5E2-EDE3F0B49B9E}" dt="2026-01-28T14:28:15.634" v="2897" actId="20577"/>
          <ac:spMkLst>
            <pc:docMk/>
            <pc:sldMk cId="481371196" sldId="2147483610"/>
            <ac:spMk id="2" creationId="{B6022CFB-5D19-BBB6-7A00-50FFD74EDCE6}"/>
          </ac:spMkLst>
        </pc:spChg>
        <pc:spChg chg="add mod">
          <ac:chgData name="Guberska, Aleksandra" userId="5eb46753-fcb9-40b8-b853-27caf0515e8b" providerId="ADAL" clId="{ECF9049F-59D9-40DE-B5E2-EDE3F0B49B9E}" dt="2026-01-28T14:23:52.056" v="2829" actId="12"/>
          <ac:spMkLst>
            <pc:docMk/>
            <pc:sldMk cId="481371196" sldId="2147483610"/>
            <ac:spMk id="4" creationId="{8CAAA5E5-1A7C-16BA-0136-D8A799F5CE1B}"/>
          </ac:spMkLst>
        </pc:spChg>
        <pc:spChg chg="del mod">
          <ac:chgData name="Guberska, Aleksandra" userId="5eb46753-fcb9-40b8-b853-27caf0515e8b" providerId="ADAL" clId="{ECF9049F-59D9-40DE-B5E2-EDE3F0B49B9E}" dt="2026-01-27T11:27:31.988" v="2089" actId="478"/>
          <ac:spMkLst>
            <pc:docMk/>
            <pc:sldMk cId="481371196" sldId="2147483610"/>
            <ac:spMk id="6" creationId="{CD71420E-86F6-1B40-DCD9-77E10645CEC8}"/>
          </ac:spMkLst>
        </pc:spChg>
        <pc:spChg chg="mod">
          <ac:chgData name="Guberska, Aleksandra" userId="5eb46753-fcb9-40b8-b853-27caf0515e8b" providerId="ADAL" clId="{ECF9049F-59D9-40DE-B5E2-EDE3F0B49B9E}" dt="2026-01-27T11:30:04.721" v="2123" actId="403"/>
          <ac:spMkLst>
            <pc:docMk/>
            <pc:sldMk cId="481371196" sldId="2147483610"/>
            <ac:spMk id="11" creationId="{DD64BAAD-489F-AE4A-88DB-54719A524F17}"/>
          </ac:spMkLst>
        </pc:spChg>
        <pc:spChg chg="del mod">
          <ac:chgData name="Guberska, Aleksandra" userId="5eb46753-fcb9-40b8-b853-27caf0515e8b" providerId="ADAL" clId="{ECF9049F-59D9-40DE-B5E2-EDE3F0B49B9E}" dt="2026-01-27T11:27:33.229" v="2090" actId="478"/>
          <ac:spMkLst>
            <pc:docMk/>
            <pc:sldMk cId="481371196" sldId="2147483610"/>
            <ac:spMk id="12" creationId="{55D72685-1155-D522-A9A6-7AEC386E7685}"/>
          </ac:spMkLst>
        </pc:spChg>
        <pc:spChg chg="del mod">
          <ac:chgData name="Guberska, Aleksandra" userId="5eb46753-fcb9-40b8-b853-27caf0515e8b" providerId="ADAL" clId="{ECF9049F-59D9-40DE-B5E2-EDE3F0B49B9E}" dt="2026-01-27T11:27:33.798" v="2091" actId="478"/>
          <ac:spMkLst>
            <pc:docMk/>
            <pc:sldMk cId="481371196" sldId="2147483610"/>
            <ac:spMk id="15" creationId="{B3438A71-529C-EB05-3FF2-D38D1027B9DF}"/>
          </ac:spMkLst>
        </pc:spChg>
        <pc:spChg chg="del mod">
          <ac:chgData name="Guberska, Aleksandra" userId="5eb46753-fcb9-40b8-b853-27caf0515e8b" providerId="ADAL" clId="{ECF9049F-59D9-40DE-B5E2-EDE3F0B49B9E}" dt="2026-01-27T11:27:34.545" v="2092" actId="478"/>
          <ac:spMkLst>
            <pc:docMk/>
            <pc:sldMk cId="481371196" sldId="2147483610"/>
            <ac:spMk id="17" creationId="{BC1B5AB7-C966-07ED-304D-861789E7E895}"/>
          </ac:spMkLst>
        </pc:spChg>
        <pc:spChg chg="del mod">
          <ac:chgData name="Guberska, Aleksandra" userId="5eb46753-fcb9-40b8-b853-27caf0515e8b" providerId="ADAL" clId="{ECF9049F-59D9-40DE-B5E2-EDE3F0B49B9E}" dt="2026-01-27T11:27:35.454" v="2093" actId="478"/>
          <ac:spMkLst>
            <pc:docMk/>
            <pc:sldMk cId="481371196" sldId="2147483610"/>
            <ac:spMk id="18" creationId="{E2019D0B-4534-0D0B-2A16-063DA77E82CE}"/>
          </ac:spMkLst>
        </pc:spChg>
        <pc:picChg chg="add mod">
          <ac:chgData name="Guberska, Aleksandra" userId="5eb46753-fcb9-40b8-b853-27caf0515e8b" providerId="ADAL" clId="{ECF9049F-59D9-40DE-B5E2-EDE3F0B49B9E}" dt="2026-01-28T14:28:34.762" v="2901"/>
          <ac:picMkLst>
            <pc:docMk/>
            <pc:sldMk cId="481371196" sldId="2147483610"/>
            <ac:picMk id="5" creationId="{3BE11A82-A6E3-1F3E-B099-75202B0731BB}"/>
          </ac:picMkLst>
        </pc:picChg>
        <pc:cxnChg chg="add mod">
          <ac:chgData name="Guberska, Aleksandra" userId="5eb46753-fcb9-40b8-b853-27caf0515e8b" providerId="ADAL" clId="{ECF9049F-59D9-40DE-B5E2-EDE3F0B49B9E}" dt="2026-01-27T11:27:42.200" v="2094"/>
          <ac:cxnSpMkLst>
            <pc:docMk/>
            <pc:sldMk cId="481371196" sldId="2147483610"/>
            <ac:cxnSpMk id="3" creationId="{EB7099EB-4D7C-7870-CEB2-D3AEE66DC8D9}"/>
          </ac:cxnSpMkLst>
        </pc:cxnChg>
      </pc:sldChg>
      <pc:sldChg chg="addSp delSp modSp add mod">
        <pc:chgData name="Guberska, Aleksandra" userId="5eb46753-fcb9-40b8-b853-27caf0515e8b" providerId="ADAL" clId="{ECF9049F-59D9-40DE-B5E2-EDE3F0B49B9E}" dt="2026-01-28T14:27:29.488" v="2868" actId="403"/>
        <pc:sldMkLst>
          <pc:docMk/>
          <pc:sldMk cId="2344209281" sldId="2147483611"/>
        </pc:sldMkLst>
        <pc:spChg chg="add mod">
          <ac:chgData name="Guberska, Aleksandra" userId="5eb46753-fcb9-40b8-b853-27caf0515e8b" providerId="ADAL" clId="{ECF9049F-59D9-40DE-B5E2-EDE3F0B49B9E}" dt="2026-01-28T14:27:29.488" v="2868" actId="403"/>
          <ac:spMkLst>
            <pc:docMk/>
            <pc:sldMk cId="2344209281" sldId="2147483611"/>
            <ac:spMk id="2" creationId="{C268B62C-0E0A-3231-D455-E5B89B1219C0}"/>
          </ac:spMkLst>
        </pc:spChg>
        <pc:spChg chg="add mod">
          <ac:chgData name="Guberska, Aleksandra" userId="5eb46753-fcb9-40b8-b853-27caf0515e8b" providerId="ADAL" clId="{ECF9049F-59D9-40DE-B5E2-EDE3F0B49B9E}" dt="2026-01-28T14:23:41.132" v="2823" actId="12"/>
          <ac:spMkLst>
            <pc:docMk/>
            <pc:sldMk cId="2344209281" sldId="2147483611"/>
            <ac:spMk id="4" creationId="{67BEA0E0-D171-A870-1F36-B5781400BB6B}"/>
          </ac:spMkLst>
        </pc:spChg>
        <pc:spChg chg="del mod">
          <ac:chgData name="Guberska, Aleksandra" userId="5eb46753-fcb9-40b8-b853-27caf0515e8b" providerId="ADAL" clId="{ECF9049F-59D9-40DE-B5E2-EDE3F0B49B9E}" dt="2026-01-27T11:22:40.287" v="2016" actId="478"/>
          <ac:spMkLst>
            <pc:docMk/>
            <pc:sldMk cId="2344209281" sldId="2147483611"/>
            <ac:spMk id="6" creationId="{145078EB-EA90-6BB7-4EE7-86481EF3414E}"/>
          </ac:spMkLst>
        </pc:spChg>
        <pc:spChg chg="mod">
          <ac:chgData name="Guberska, Aleksandra" userId="5eb46753-fcb9-40b8-b853-27caf0515e8b" providerId="ADAL" clId="{ECF9049F-59D9-40DE-B5E2-EDE3F0B49B9E}" dt="2026-01-27T11:24:22.710" v="2051" actId="20577"/>
          <ac:spMkLst>
            <pc:docMk/>
            <pc:sldMk cId="2344209281" sldId="2147483611"/>
            <ac:spMk id="11" creationId="{46EE9E84-E012-BD0C-4B0C-7B7A7DC08E6F}"/>
          </ac:spMkLst>
        </pc:spChg>
        <pc:spChg chg="del mod">
          <ac:chgData name="Guberska, Aleksandra" userId="5eb46753-fcb9-40b8-b853-27caf0515e8b" providerId="ADAL" clId="{ECF9049F-59D9-40DE-B5E2-EDE3F0B49B9E}" dt="2026-01-27T11:22:40.287" v="2016" actId="478"/>
          <ac:spMkLst>
            <pc:docMk/>
            <pc:sldMk cId="2344209281" sldId="2147483611"/>
            <ac:spMk id="12" creationId="{3E413DAE-6B4D-818D-82E5-23FF5F014D52}"/>
          </ac:spMkLst>
        </pc:spChg>
        <pc:spChg chg="del mod">
          <ac:chgData name="Guberska, Aleksandra" userId="5eb46753-fcb9-40b8-b853-27caf0515e8b" providerId="ADAL" clId="{ECF9049F-59D9-40DE-B5E2-EDE3F0B49B9E}" dt="2026-01-27T11:22:40.287" v="2016" actId="478"/>
          <ac:spMkLst>
            <pc:docMk/>
            <pc:sldMk cId="2344209281" sldId="2147483611"/>
            <ac:spMk id="15" creationId="{7F29EB0A-1CEA-49CF-A507-9EA57ABF3907}"/>
          </ac:spMkLst>
        </pc:spChg>
        <pc:spChg chg="del mod">
          <ac:chgData name="Guberska, Aleksandra" userId="5eb46753-fcb9-40b8-b853-27caf0515e8b" providerId="ADAL" clId="{ECF9049F-59D9-40DE-B5E2-EDE3F0B49B9E}" dt="2026-01-27T11:22:40.287" v="2016" actId="478"/>
          <ac:spMkLst>
            <pc:docMk/>
            <pc:sldMk cId="2344209281" sldId="2147483611"/>
            <ac:spMk id="16" creationId="{3931B8D0-CD71-31DE-89D1-5BEFD87399C8}"/>
          </ac:spMkLst>
        </pc:spChg>
        <pc:spChg chg="del mod">
          <ac:chgData name="Guberska, Aleksandra" userId="5eb46753-fcb9-40b8-b853-27caf0515e8b" providerId="ADAL" clId="{ECF9049F-59D9-40DE-B5E2-EDE3F0B49B9E}" dt="2026-01-27T11:22:40.287" v="2016" actId="478"/>
          <ac:spMkLst>
            <pc:docMk/>
            <pc:sldMk cId="2344209281" sldId="2147483611"/>
            <ac:spMk id="17" creationId="{21CB54F3-9E53-3C04-7781-F08CB8CFA514}"/>
          </ac:spMkLst>
        </pc:spChg>
        <pc:spChg chg="del mod">
          <ac:chgData name="Guberska, Aleksandra" userId="5eb46753-fcb9-40b8-b853-27caf0515e8b" providerId="ADAL" clId="{ECF9049F-59D9-40DE-B5E2-EDE3F0B49B9E}" dt="2026-01-27T11:22:40.287" v="2016" actId="478"/>
          <ac:spMkLst>
            <pc:docMk/>
            <pc:sldMk cId="2344209281" sldId="2147483611"/>
            <ac:spMk id="18" creationId="{8B6316A5-0E92-E173-3672-31E0162B2544}"/>
          </ac:spMkLst>
        </pc:spChg>
        <pc:picChg chg="add mod">
          <ac:chgData name="Guberska, Aleksandra" userId="5eb46753-fcb9-40b8-b853-27caf0515e8b" providerId="ADAL" clId="{ECF9049F-59D9-40DE-B5E2-EDE3F0B49B9E}" dt="2026-01-28T14:26:42.760" v="2859"/>
          <ac:picMkLst>
            <pc:docMk/>
            <pc:sldMk cId="2344209281" sldId="2147483611"/>
            <ac:picMk id="5" creationId="{8D46C774-4252-2F4C-8FF0-D291347B448B}"/>
          </ac:picMkLst>
        </pc:picChg>
        <pc:cxnChg chg="add mod">
          <ac:chgData name="Guberska, Aleksandra" userId="5eb46753-fcb9-40b8-b853-27caf0515e8b" providerId="ADAL" clId="{ECF9049F-59D9-40DE-B5E2-EDE3F0B49B9E}" dt="2026-01-27T11:22:50.410" v="2017"/>
          <ac:cxnSpMkLst>
            <pc:docMk/>
            <pc:sldMk cId="2344209281" sldId="2147483611"/>
            <ac:cxnSpMk id="3" creationId="{E4403E75-AFDF-54DE-5B74-0EFBBB4184F5}"/>
          </ac:cxnSpMkLst>
        </pc:cxnChg>
      </pc:sldChg>
      <pc:sldChg chg="addSp delSp modSp mod">
        <pc:chgData name="Guberska, Aleksandra" userId="5eb46753-fcb9-40b8-b853-27caf0515e8b" providerId="ADAL" clId="{ECF9049F-59D9-40DE-B5E2-EDE3F0B49B9E}" dt="2026-01-23T15:41:46.610" v="1428" actId="478"/>
        <pc:sldMkLst>
          <pc:docMk/>
          <pc:sldMk cId="1057692831" sldId="2147483612"/>
        </pc:sldMkLst>
        <pc:spChg chg="add mod ord topLvl">
          <ac:chgData name="Guberska, Aleksandra" userId="5eb46753-fcb9-40b8-b853-27caf0515e8b" providerId="ADAL" clId="{ECF9049F-59D9-40DE-B5E2-EDE3F0B49B9E}" dt="2026-01-23T15:41:36.774" v="1409" actId="14100"/>
          <ac:spMkLst>
            <pc:docMk/>
            <pc:sldMk cId="1057692831" sldId="2147483612"/>
            <ac:spMk id="2" creationId="{B9EFEA4C-1574-4B03-E042-E62436D0CFFF}"/>
          </ac:spMkLst>
        </pc:spChg>
        <pc:picChg chg="mod">
          <ac:chgData name="Guberska, Aleksandra" userId="5eb46753-fcb9-40b8-b853-27caf0515e8b" providerId="ADAL" clId="{ECF9049F-59D9-40DE-B5E2-EDE3F0B49B9E}" dt="2026-01-23T15:41:45.226" v="1427" actId="1037"/>
          <ac:picMkLst>
            <pc:docMk/>
            <pc:sldMk cId="1057692831" sldId="2147483612"/>
            <ac:picMk id="10" creationId="{03E80869-84BF-90CB-3B5A-A2DB78E24FEF}"/>
          </ac:picMkLst>
        </pc:picChg>
        <pc:picChg chg="mod">
          <ac:chgData name="Guberska, Aleksandra" userId="5eb46753-fcb9-40b8-b853-27caf0515e8b" providerId="ADAL" clId="{ECF9049F-59D9-40DE-B5E2-EDE3F0B49B9E}" dt="2026-01-23T15:41:19.132" v="1401" actId="14100"/>
          <ac:picMkLst>
            <pc:docMk/>
            <pc:sldMk cId="1057692831" sldId="2147483612"/>
            <ac:picMk id="13" creationId="{BFFA369C-4578-178C-1ED7-0FF81B83A550}"/>
          </ac:picMkLst>
        </pc:picChg>
        <pc:picChg chg="mod">
          <ac:chgData name="Guberska, Aleksandra" userId="5eb46753-fcb9-40b8-b853-27caf0515e8b" providerId="ADAL" clId="{ECF9049F-59D9-40DE-B5E2-EDE3F0B49B9E}" dt="2026-01-23T15:41:21.377" v="1402" actId="1076"/>
          <ac:picMkLst>
            <pc:docMk/>
            <pc:sldMk cId="1057692831" sldId="2147483612"/>
            <ac:picMk id="15" creationId="{A1CB1DFA-CBEC-A098-02C5-A1AE57960A7E}"/>
          </ac:picMkLst>
        </pc:picChg>
        <pc:picChg chg="mod topLvl">
          <ac:chgData name="Guberska, Aleksandra" userId="5eb46753-fcb9-40b8-b853-27caf0515e8b" providerId="ADAL" clId="{ECF9049F-59D9-40DE-B5E2-EDE3F0B49B9E}" dt="2026-01-23T15:41:32.856" v="1407" actId="14100"/>
          <ac:picMkLst>
            <pc:docMk/>
            <pc:sldMk cId="1057692831" sldId="2147483612"/>
            <ac:picMk id="18" creationId="{E3A9E45D-83BD-D9C0-E8E4-7316A9CBA620}"/>
          </ac:picMkLst>
        </pc:picChg>
      </pc:sldChg>
      <pc:sldChg chg="addSp delSp modSp add mod">
        <pc:chgData name="Guberska, Aleksandra" userId="5eb46753-fcb9-40b8-b853-27caf0515e8b" providerId="ADAL" clId="{ECF9049F-59D9-40DE-B5E2-EDE3F0B49B9E}" dt="2026-01-28T14:28:33.097" v="2900"/>
        <pc:sldMkLst>
          <pc:docMk/>
          <pc:sldMk cId="3033974711" sldId="2147483613"/>
        </pc:sldMkLst>
        <pc:spChg chg="add mod">
          <ac:chgData name="Guberska, Aleksandra" userId="5eb46753-fcb9-40b8-b853-27caf0515e8b" providerId="ADAL" clId="{ECF9049F-59D9-40DE-B5E2-EDE3F0B49B9E}" dt="2026-01-28T14:27:47.162" v="2882" actId="20577"/>
          <ac:spMkLst>
            <pc:docMk/>
            <pc:sldMk cId="3033974711" sldId="2147483613"/>
            <ac:spMk id="2" creationId="{2E742473-62ED-D1C4-43B9-99A52EB6281B}"/>
          </ac:spMkLst>
        </pc:spChg>
        <pc:spChg chg="add mod">
          <ac:chgData name="Guberska, Aleksandra" userId="5eb46753-fcb9-40b8-b853-27caf0515e8b" providerId="ADAL" clId="{ECF9049F-59D9-40DE-B5E2-EDE3F0B49B9E}" dt="2026-01-28T14:23:47.951" v="2827" actId="12"/>
          <ac:spMkLst>
            <pc:docMk/>
            <pc:sldMk cId="3033974711" sldId="2147483613"/>
            <ac:spMk id="4" creationId="{0F532583-CC94-0BD8-85A6-DF8AD654CF82}"/>
          </ac:spMkLst>
        </pc:spChg>
        <pc:spChg chg="del mod">
          <ac:chgData name="Guberska, Aleksandra" userId="5eb46753-fcb9-40b8-b853-27caf0515e8b" providerId="ADAL" clId="{ECF9049F-59D9-40DE-B5E2-EDE3F0B49B9E}" dt="2026-01-27T11:30:26.395" v="2125" actId="478"/>
          <ac:spMkLst>
            <pc:docMk/>
            <pc:sldMk cId="3033974711" sldId="2147483613"/>
            <ac:spMk id="6" creationId="{5E07D5E3-CF9C-9458-6C6B-69499C744105}"/>
          </ac:spMkLst>
        </pc:spChg>
        <pc:spChg chg="mod">
          <ac:chgData name="Guberska, Aleksandra" userId="5eb46753-fcb9-40b8-b853-27caf0515e8b" providerId="ADAL" clId="{ECF9049F-59D9-40DE-B5E2-EDE3F0B49B9E}" dt="2026-01-27T11:30:48.029" v="2130" actId="255"/>
          <ac:spMkLst>
            <pc:docMk/>
            <pc:sldMk cId="3033974711" sldId="2147483613"/>
            <ac:spMk id="11" creationId="{78F2DE92-D4D8-BE44-28A7-7B144FC5074D}"/>
          </ac:spMkLst>
        </pc:spChg>
        <pc:spChg chg="del mod">
          <ac:chgData name="Guberska, Aleksandra" userId="5eb46753-fcb9-40b8-b853-27caf0515e8b" providerId="ADAL" clId="{ECF9049F-59D9-40DE-B5E2-EDE3F0B49B9E}" dt="2026-01-27T11:30:26.395" v="2125" actId="478"/>
          <ac:spMkLst>
            <pc:docMk/>
            <pc:sldMk cId="3033974711" sldId="2147483613"/>
            <ac:spMk id="12" creationId="{3C737812-06AD-D322-CB52-8D5947C427AA}"/>
          </ac:spMkLst>
        </pc:spChg>
        <pc:spChg chg="del mod">
          <ac:chgData name="Guberska, Aleksandra" userId="5eb46753-fcb9-40b8-b853-27caf0515e8b" providerId="ADAL" clId="{ECF9049F-59D9-40DE-B5E2-EDE3F0B49B9E}" dt="2026-01-27T11:30:26.395" v="2125" actId="478"/>
          <ac:spMkLst>
            <pc:docMk/>
            <pc:sldMk cId="3033974711" sldId="2147483613"/>
            <ac:spMk id="15" creationId="{97D95A35-01F6-451D-C896-A8AEB9C7BD23}"/>
          </ac:spMkLst>
        </pc:spChg>
        <pc:spChg chg="del mod">
          <ac:chgData name="Guberska, Aleksandra" userId="5eb46753-fcb9-40b8-b853-27caf0515e8b" providerId="ADAL" clId="{ECF9049F-59D9-40DE-B5E2-EDE3F0B49B9E}" dt="2026-01-27T11:30:26.395" v="2125" actId="478"/>
          <ac:spMkLst>
            <pc:docMk/>
            <pc:sldMk cId="3033974711" sldId="2147483613"/>
            <ac:spMk id="16" creationId="{90AA11C2-B2DA-2EEE-8B17-B8B33C71BAD3}"/>
          </ac:spMkLst>
        </pc:spChg>
        <pc:spChg chg="del mod">
          <ac:chgData name="Guberska, Aleksandra" userId="5eb46753-fcb9-40b8-b853-27caf0515e8b" providerId="ADAL" clId="{ECF9049F-59D9-40DE-B5E2-EDE3F0B49B9E}" dt="2026-01-27T11:30:26.395" v="2125" actId="478"/>
          <ac:spMkLst>
            <pc:docMk/>
            <pc:sldMk cId="3033974711" sldId="2147483613"/>
            <ac:spMk id="18" creationId="{5806928F-11DE-3326-2FFC-6F47AE305D83}"/>
          </ac:spMkLst>
        </pc:spChg>
        <pc:picChg chg="add mod">
          <ac:chgData name="Guberska, Aleksandra" userId="5eb46753-fcb9-40b8-b853-27caf0515e8b" providerId="ADAL" clId="{ECF9049F-59D9-40DE-B5E2-EDE3F0B49B9E}" dt="2026-01-28T14:28:33.097" v="2900"/>
          <ac:picMkLst>
            <pc:docMk/>
            <pc:sldMk cId="3033974711" sldId="2147483613"/>
            <ac:picMk id="5" creationId="{84E59E47-8DA1-E461-E016-D8C850722770}"/>
          </ac:picMkLst>
        </pc:picChg>
        <pc:cxnChg chg="add mod">
          <ac:chgData name="Guberska, Aleksandra" userId="5eb46753-fcb9-40b8-b853-27caf0515e8b" providerId="ADAL" clId="{ECF9049F-59D9-40DE-B5E2-EDE3F0B49B9E}" dt="2026-01-27T11:30:55.941" v="2131"/>
          <ac:cxnSpMkLst>
            <pc:docMk/>
            <pc:sldMk cId="3033974711" sldId="2147483613"/>
            <ac:cxnSpMk id="3" creationId="{AA6617CA-1DAD-6117-B809-2D8862408F94}"/>
          </ac:cxnSpMkLst>
        </pc:cxnChg>
      </pc:sldChg>
      <pc:sldChg chg="addSp delSp modSp mod">
        <pc:chgData name="Guberska, Aleksandra" userId="5eb46753-fcb9-40b8-b853-27caf0515e8b" providerId="ADAL" clId="{ECF9049F-59D9-40DE-B5E2-EDE3F0B49B9E}" dt="2026-01-28T14:28:35.909" v="2902"/>
        <pc:sldMkLst>
          <pc:docMk/>
          <pc:sldMk cId="355669180" sldId="2147483614"/>
        </pc:sldMkLst>
        <pc:spChg chg="del">
          <ac:chgData name="Guberska, Aleksandra" userId="5eb46753-fcb9-40b8-b853-27caf0515e8b" providerId="ADAL" clId="{ECF9049F-59D9-40DE-B5E2-EDE3F0B49B9E}" dt="2026-01-27T11:17:46.077" v="1948" actId="478"/>
          <ac:spMkLst>
            <pc:docMk/>
            <pc:sldMk cId="355669180" sldId="2147483614"/>
            <ac:spMk id="2" creationId="{867FCEAF-30F8-E6C1-D268-8CFD1B4E3F91}"/>
          </ac:spMkLst>
        </pc:spChg>
        <pc:spChg chg="add mod">
          <ac:chgData name="Guberska, Aleksandra" userId="5eb46753-fcb9-40b8-b853-27caf0515e8b" providerId="ADAL" clId="{ECF9049F-59D9-40DE-B5E2-EDE3F0B49B9E}" dt="2026-01-28T14:24:31.440" v="2833" actId="14100"/>
          <ac:spMkLst>
            <pc:docMk/>
            <pc:sldMk cId="355669180" sldId="2147483614"/>
            <ac:spMk id="3" creationId="{11DCAC7E-F731-8630-396F-7DBB2B31BB23}"/>
          </ac:spMkLst>
        </pc:spChg>
        <pc:spChg chg="del">
          <ac:chgData name="Guberska, Aleksandra" userId="5eb46753-fcb9-40b8-b853-27caf0515e8b" providerId="ADAL" clId="{ECF9049F-59D9-40DE-B5E2-EDE3F0B49B9E}" dt="2026-01-27T11:17:46.077" v="1948" actId="478"/>
          <ac:spMkLst>
            <pc:docMk/>
            <pc:sldMk cId="355669180" sldId="2147483614"/>
            <ac:spMk id="3" creationId="{A4CD45E7-781C-B857-47CA-D12E4E86C000}"/>
          </ac:spMkLst>
        </pc:spChg>
        <pc:spChg chg="add del mod">
          <ac:chgData name="Guberska, Aleksandra" userId="5eb46753-fcb9-40b8-b853-27caf0515e8b" providerId="ADAL" clId="{ECF9049F-59D9-40DE-B5E2-EDE3F0B49B9E}" dt="2026-01-28T14:07:15.770" v="2577" actId="478"/>
          <ac:spMkLst>
            <pc:docMk/>
            <pc:sldMk cId="355669180" sldId="2147483614"/>
            <ac:spMk id="4" creationId="{D18D08E5-B0F2-239C-FC40-B33EF88AF0D7}"/>
          </ac:spMkLst>
        </pc:spChg>
        <pc:spChg chg="del">
          <ac:chgData name="Guberska, Aleksandra" userId="5eb46753-fcb9-40b8-b853-27caf0515e8b" providerId="ADAL" clId="{ECF9049F-59D9-40DE-B5E2-EDE3F0B49B9E}" dt="2026-01-27T11:17:42.736" v="1947" actId="478"/>
          <ac:spMkLst>
            <pc:docMk/>
            <pc:sldMk cId="355669180" sldId="2147483614"/>
            <ac:spMk id="6" creationId="{9196D90A-6C0E-62F2-B942-E017ECCB92DA}"/>
          </ac:spMkLst>
        </pc:spChg>
        <pc:spChg chg="add mod">
          <ac:chgData name="Guberska, Aleksandra" userId="5eb46753-fcb9-40b8-b853-27caf0515e8b" providerId="ADAL" clId="{ECF9049F-59D9-40DE-B5E2-EDE3F0B49B9E}" dt="2026-01-27T11:18:31.040" v="1957" actId="5793"/>
          <ac:spMkLst>
            <pc:docMk/>
            <pc:sldMk cId="355669180" sldId="2147483614"/>
            <ac:spMk id="7" creationId="{B3B6F102-E568-A1D2-7D47-9F69B4BBDCD7}"/>
          </ac:spMkLst>
        </pc:spChg>
        <pc:spChg chg="mod">
          <ac:chgData name="Guberska, Aleksandra" userId="5eb46753-fcb9-40b8-b853-27caf0515e8b" providerId="ADAL" clId="{ECF9049F-59D9-40DE-B5E2-EDE3F0B49B9E}" dt="2026-01-28T14:06:39.269" v="2565" actId="20577"/>
          <ac:spMkLst>
            <pc:docMk/>
            <pc:sldMk cId="355669180" sldId="2147483614"/>
            <ac:spMk id="11" creationId="{63FD9B73-1DCC-EDC6-0533-7E553E78F345}"/>
          </ac:spMkLst>
        </pc:spChg>
        <pc:spChg chg="del">
          <ac:chgData name="Guberska, Aleksandra" userId="5eb46753-fcb9-40b8-b853-27caf0515e8b" providerId="ADAL" clId="{ECF9049F-59D9-40DE-B5E2-EDE3F0B49B9E}" dt="2026-01-27T11:17:46.077" v="1948" actId="478"/>
          <ac:spMkLst>
            <pc:docMk/>
            <pc:sldMk cId="355669180" sldId="2147483614"/>
            <ac:spMk id="12" creationId="{A94AB6E5-71DC-13F3-3865-E3A596BF13B0}"/>
          </ac:spMkLst>
        </pc:spChg>
        <pc:spChg chg="del">
          <ac:chgData name="Guberska, Aleksandra" userId="5eb46753-fcb9-40b8-b853-27caf0515e8b" providerId="ADAL" clId="{ECF9049F-59D9-40DE-B5E2-EDE3F0B49B9E}" dt="2026-01-27T11:17:46.077" v="1948" actId="478"/>
          <ac:spMkLst>
            <pc:docMk/>
            <pc:sldMk cId="355669180" sldId="2147483614"/>
            <ac:spMk id="15" creationId="{53C7BB6B-6716-BB8A-1D0F-B30E00E7BDFF}"/>
          </ac:spMkLst>
        </pc:spChg>
        <pc:spChg chg="del">
          <ac:chgData name="Guberska, Aleksandra" userId="5eb46753-fcb9-40b8-b853-27caf0515e8b" providerId="ADAL" clId="{ECF9049F-59D9-40DE-B5E2-EDE3F0B49B9E}" dt="2026-01-27T11:17:46.077" v="1948" actId="478"/>
          <ac:spMkLst>
            <pc:docMk/>
            <pc:sldMk cId="355669180" sldId="2147483614"/>
            <ac:spMk id="16" creationId="{BB42074B-053B-6B12-87FD-5FA4F1F823CF}"/>
          </ac:spMkLst>
        </pc:spChg>
        <pc:spChg chg="del">
          <ac:chgData name="Guberska, Aleksandra" userId="5eb46753-fcb9-40b8-b853-27caf0515e8b" providerId="ADAL" clId="{ECF9049F-59D9-40DE-B5E2-EDE3F0B49B9E}" dt="2026-01-27T11:17:46.077" v="1948" actId="478"/>
          <ac:spMkLst>
            <pc:docMk/>
            <pc:sldMk cId="355669180" sldId="2147483614"/>
            <ac:spMk id="17" creationId="{42919452-9EB3-1A2D-3B2D-BD18477E875D}"/>
          </ac:spMkLst>
        </pc:spChg>
        <pc:spChg chg="del">
          <ac:chgData name="Guberska, Aleksandra" userId="5eb46753-fcb9-40b8-b853-27caf0515e8b" providerId="ADAL" clId="{ECF9049F-59D9-40DE-B5E2-EDE3F0B49B9E}" dt="2026-01-27T11:17:46.077" v="1948" actId="478"/>
          <ac:spMkLst>
            <pc:docMk/>
            <pc:sldMk cId="355669180" sldId="2147483614"/>
            <ac:spMk id="18" creationId="{38AA2B29-DD6D-2145-FBB5-A420282680D9}"/>
          </ac:spMkLst>
        </pc:spChg>
        <pc:picChg chg="add mod">
          <ac:chgData name="Guberska, Aleksandra" userId="5eb46753-fcb9-40b8-b853-27caf0515e8b" providerId="ADAL" clId="{ECF9049F-59D9-40DE-B5E2-EDE3F0B49B9E}" dt="2026-01-28T14:28:35.909" v="2902"/>
          <ac:picMkLst>
            <pc:docMk/>
            <pc:sldMk cId="355669180" sldId="2147483614"/>
            <ac:picMk id="6" creationId="{CB780158-70F5-E74E-F4F6-319228F6BE27}"/>
          </ac:picMkLst>
        </pc:picChg>
        <pc:cxnChg chg="add del mod">
          <ac:chgData name="Guberska, Aleksandra" userId="5eb46753-fcb9-40b8-b853-27caf0515e8b" providerId="ADAL" clId="{ECF9049F-59D9-40DE-B5E2-EDE3F0B49B9E}" dt="2026-01-28T14:24:29.215" v="2832" actId="478"/>
          <ac:cxnSpMkLst>
            <pc:docMk/>
            <pc:sldMk cId="355669180" sldId="2147483614"/>
            <ac:cxnSpMk id="5" creationId="{440A6C35-94DA-6589-1C17-CC32EF47F133}"/>
          </ac:cxnSpMkLst>
        </pc:cxnChg>
      </pc:sldChg>
      <pc:sldChg chg="addSp delSp modSp mod">
        <pc:chgData name="Guberska, Aleksandra" userId="5eb46753-fcb9-40b8-b853-27caf0515e8b" providerId="ADAL" clId="{ECF9049F-59D9-40DE-B5E2-EDE3F0B49B9E}" dt="2026-01-28T12:55:55.706" v="2541" actId="3064"/>
        <pc:sldMkLst>
          <pc:docMk/>
          <pc:sldMk cId="467404138" sldId="2147483615"/>
        </pc:sldMkLst>
        <pc:spChg chg="mod">
          <ac:chgData name="Guberska, Aleksandra" userId="5eb46753-fcb9-40b8-b853-27caf0515e8b" providerId="ADAL" clId="{ECF9049F-59D9-40DE-B5E2-EDE3F0B49B9E}" dt="2026-01-28T12:46:28.272" v="2358"/>
          <ac:spMkLst>
            <pc:docMk/>
            <pc:sldMk cId="467404138" sldId="2147483615"/>
            <ac:spMk id="2" creationId="{9901EE71-273B-E96E-8B64-C67BE827951C}"/>
          </ac:spMkLst>
        </pc:spChg>
        <pc:spChg chg="del">
          <ac:chgData name="Guberska, Aleksandra" userId="5eb46753-fcb9-40b8-b853-27caf0515e8b" providerId="ADAL" clId="{ECF9049F-59D9-40DE-B5E2-EDE3F0B49B9E}" dt="2026-01-28T12:32:34.718" v="2246" actId="478"/>
          <ac:spMkLst>
            <pc:docMk/>
            <pc:sldMk cId="467404138" sldId="2147483615"/>
            <ac:spMk id="3" creationId="{1721EBCA-C045-9216-B2E5-E90F993C683C}"/>
          </ac:spMkLst>
        </pc:spChg>
        <pc:spChg chg="add mod">
          <ac:chgData name="Guberska, Aleksandra" userId="5eb46753-fcb9-40b8-b853-27caf0515e8b" providerId="ADAL" clId="{ECF9049F-59D9-40DE-B5E2-EDE3F0B49B9E}" dt="2026-01-27T11:32:00.298" v="2158"/>
          <ac:spMkLst>
            <pc:docMk/>
            <pc:sldMk cId="467404138" sldId="2147483615"/>
            <ac:spMk id="4" creationId="{68E1D4B9-BFDC-720E-2B33-E581CDAAAF4C}"/>
          </ac:spMkLst>
        </pc:spChg>
        <pc:spChg chg="add mod">
          <ac:chgData name="Guberska, Aleksandra" userId="5eb46753-fcb9-40b8-b853-27caf0515e8b" providerId="ADAL" clId="{ECF9049F-59D9-40DE-B5E2-EDE3F0B49B9E}" dt="2026-01-27T11:32:07.864" v="2160"/>
          <ac:spMkLst>
            <pc:docMk/>
            <pc:sldMk cId="467404138" sldId="2147483615"/>
            <ac:spMk id="5" creationId="{BFFC5693-F78B-2C9C-C133-A4785E2BCA25}"/>
          </ac:spMkLst>
        </pc:spChg>
        <pc:spChg chg="add del mod">
          <ac:chgData name="Guberska, Aleksandra" userId="5eb46753-fcb9-40b8-b853-27caf0515e8b" providerId="ADAL" clId="{ECF9049F-59D9-40DE-B5E2-EDE3F0B49B9E}" dt="2026-01-28T12:54:31.589" v="2533" actId="478"/>
          <ac:spMkLst>
            <pc:docMk/>
            <pc:sldMk cId="467404138" sldId="2147483615"/>
            <ac:spMk id="6" creationId="{74CCAC66-C0CE-2120-0097-C87B1DB933A0}"/>
          </ac:spMkLst>
        </pc:spChg>
        <pc:spChg chg="add mod">
          <ac:chgData name="Guberska, Aleksandra" userId="5eb46753-fcb9-40b8-b853-27caf0515e8b" providerId="ADAL" clId="{ECF9049F-59D9-40DE-B5E2-EDE3F0B49B9E}" dt="2026-01-28T12:53:26.569" v="2470"/>
          <ac:spMkLst>
            <pc:docMk/>
            <pc:sldMk cId="467404138" sldId="2147483615"/>
            <ac:spMk id="8" creationId="{3608AFF4-1C7B-AF33-A86D-7B999F201CA1}"/>
          </ac:spMkLst>
        </pc:spChg>
        <pc:graphicFrameChg chg="add del mod modGraphic">
          <ac:chgData name="Guberska, Aleksandra" userId="5eb46753-fcb9-40b8-b853-27caf0515e8b" providerId="ADAL" clId="{ECF9049F-59D9-40DE-B5E2-EDE3F0B49B9E}" dt="2026-01-28T12:54:19.618" v="2475" actId="478"/>
          <ac:graphicFrameMkLst>
            <pc:docMk/>
            <pc:sldMk cId="467404138" sldId="2147483615"/>
            <ac:graphicFrameMk id="4" creationId="{3010875B-A447-3A31-2AD4-17EAA7502B52}"/>
          </ac:graphicFrameMkLst>
        </pc:graphicFrameChg>
        <pc:graphicFrameChg chg="add mod modGraphic">
          <ac:chgData name="Guberska, Aleksandra" userId="5eb46753-fcb9-40b8-b853-27caf0515e8b" providerId="ADAL" clId="{ECF9049F-59D9-40DE-B5E2-EDE3F0B49B9E}" dt="2026-01-28T12:55:55.706" v="2541" actId="3064"/>
          <ac:graphicFrameMkLst>
            <pc:docMk/>
            <pc:sldMk cId="467404138" sldId="2147483615"/>
            <ac:graphicFrameMk id="7" creationId="{AB0795A4-0B25-43E3-7D32-7323206391F3}"/>
          </ac:graphicFrameMkLst>
        </pc:graphicFrameChg>
      </pc:sldChg>
      <pc:sldChg chg="modSp mod">
        <pc:chgData name="Guberska, Aleksandra" userId="5eb46753-fcb9-40b8-b853-27caf0515e8b" providerId="ADAL" clId="{ECF9049F-59D9-40DE-B5E2-EDE3F0B49B9E}" dt="2026-01-28T14:14:12.772" v="2748" actId="1036"/>
        <pc:sldMkLst>
          <pc:docMk/>
          <pc:sldMk cId="1173462074" sldId="2147483616"/>
        </pc:sldMkLst>
        <pc:spChg chg="mod">
          <ac:chgData name="Guberska, Aleksandra" userId="5eb46753-fcb9-40b8-b853-27caf0515e8b" providerId="ADAL" clId="{ECF9049F-59D9-40DE-B5E2-EDE3F0B49B9E}" dt="2026-01-28T14:13:56.488" v="2742" actId="1076"/>
          <ac:spMkLst>
            <pc:docMk/>
            <pc:sldMk cId="1173462074" sldId="2147483616"/>
            <ac:spMk id="11" creationId="{1BC1E8E6-1B00-DF20-9442-62C84E2E7D10}"/>
          </ac:spMkLst>
        </pc:spChg>
        <pc:picChg chg="mod modCrop">
          <ac:chgData name="Guberska, Aleksandra" userId="5eb46753-fcb9-40b8-b853-27caf0515e8b" providerId="ADAL" clId="{ECF9049F-59D9-40DE-B5E2-EDE3F0B49B9E}" dt="2026-01-28T14:14:06.456" v="2746" actId="1076"/>
          <ac:picMkLst>
            <pc:docMk/>
            <pc:sldMk cId="1173462074" sldId="2147483616"/>
            <ac:picMk id="3" creationId="{7DF04C60-B164-3555-4B35-113D5B818CA9}"/>
          </ac:picMkLst>
        </pc:picChg>
        <pc:picChg chg="mod modCrop">
          <ac:chgData name="Guberska, Aleksandra" userId="5eb46753-fcb9-40b8-b853-27caf0515e8b" providerId="ADAL" clId="{ECF9049F-59D9-40DE-B5E2-EDE3F0B49B9E}" dt="2026-01-28T14:13:41.835" v="2717" actId="1036"/>
          <ac:picMkLst>
            <pc:docMk/>
            <pc:sldMk cId="1173462074" sldId="2147483616"/>
            <ac:picMk id="7" creationId="{7272E40D-31F1-D0A6-B515-593D0D907CDC}"/>
          </ac:picMkLst>
        </pc:picChg>
        <pc:picChg chg="mod">
          <ac:chgData name="Guberska, Aleksandra" userId="5eb46753-fcb9-40b8-b853-27caf0515e8b" providerId="ADAL" clId="{ECF9049F-59D9-40DE-B5E2-EDE3F0B49B9E}" dt="2026-01-28T14:13:43.796" v="2725" actId="1036"/>
          <ac:picMkLst>
            <pc:docMk/>
            <pc:sldMk cId="1173462074" sldId="2147483616"/>
            <ac:picMk id="9" creationId="{A85A4470-0B27-9CE6-BE8A-B5B2363EC010}"/>
          </ac:picMkLst>
        </pc:picChg>
        <pc:picChg chg="mod modCrop">
          <ac:chgData name="Guberska, Aleksandra" userId="5eb46753-fcb9-40b8-b853-27caf0515e8b" providerId="ADAL" clId="{ECF9049F-59D9-40DE-B5E2-EDE3F0B49B9E}" dt="2026-01-28T14:13:45.727" v="2733" actId="1035"/>
          <ac:picMkLst>
            <pc:docMk/>
            <pc:sldMk cId="1173462074" sldId="2147483616"/>
            <ac:picMk id="13" creationId="{C6CC2E16-0955-7FAC-883B-AAEF14EEE96C}"/>
          </ac:picMkLst>
        </pc:picChg>
        <pc:picChg chg="mod">
          <ac:chgData name="Guberska, Aleksandra" userId="5eb46753-fcb9-40b8-b853-27caf0515e8b" providerId="ADAL" clId="{ECF9049F-59D9-40DE-B5E2-EDE3F0B49B9E}" dt="2026-01-28T14:14:12.772" v="2748" actId="1036"/>
          <ac:picMkLst>
            <pc:docMk/>
            <pc:sldMk cId="1173462074" sldId="2147483616"/>
            <ac:picMk id="15" creationId="{490788A8-7F12-E38E-041E-29586D4FFC19}"/>
          </ac:picMkLst>
        </pc:picChg>
      </pc:sldChg>
      <pc:sldChg chg="addSp delSp modSp mod">
        <pc:chgData name="Guberska, Aleksandra" userId="5eb46753-fcb9-40b8-b853-27caf0515e8b" providerId="ADAL" clId="{ECF9049F-59D9-40DE-B5E2-EDE3F0B49B9E}" dt="2026-01-28T14:25:17.707" v="2838" actId="14100"/>
        <pc:sldMkLst>
          <pc:docMk/>
          <pc:sldMk cId="2779288487" sldId="2147483617"/>
        </pc:sldMkLst>
        <pc:spChg chg="mod">
          <ac:chgData name="Guberska, Aleksandra" userId="5eb46753-fcb9-40b8-b853-27caf0515e8b" providerId="ADAL" clId="{ECF9049F-59D9-40DE-B5E2-EDE3F0B49B9E}" dt="2026-01-27T11:16:10.241" v="1938" actId="14100"/>
          <ac:spMkLst>
            <pc:docMk/>
            <pc:sldMk cId="2779288487" sldId="2147483617"/>
            <ac:spMk id="6" creationId="{10888C6B-2216-DF11-18D8-1EFD85B889B7}"/>
          </ac:spMkLst>
        </pc:spChg>
        <pc:spChg chg="mod">
          <ac:chgData name="Guberska, Aleksandra" userId="5eb46753-fcb9-40b8-b853-27caf0515e8b" providerId="ADAL" clId="{ECF9049F-59D9-40DE-B5E2-EDE3F0B49B9E}" dt="2026-01-27T10:48:41.369" v="1776" actId="255"/>
          <ac:spMkLst>
            <pc:docMk/>
            <pc:sldMk cId="2779288487" sldId="2147483617"/>
            <ac:spMk id="11" creationId="{F1DA9C85-313D-A5D7-C97C-AC3241F75B59}"/>
          </ac:spMkLst>
        </pc:spChg>
        <pc:spChg chg="del">
          <ac:chgData name="Guberska, Aleksandra" userId="5eb46753-fcb9-40b8-b853-27caf0515e8b" providerId="ADAL" clId="{ECF9049F-59D9-40DE-B5E2-EDE3F0B49B9E}" dt="2026-01-27T10:22:40.099" v="1595" actId="478"/>
          <ac:spMkLst>
            <pc:docMk/>
            <pc:sldMk cId="2779288487" sldId="2147483617"/>
            <ac:spMk id="12" creationId="{C14A401F-D6F4-B9CC-7012-3538B6939BC5}"/>
          </ac:spMkLst>
        </pc:spChg>
        <pc:spChg chg="del">
          <ac:chgData name="Guberska, Aleksandra" userId="5eb46753-fcb9-40b8-b853-27caf0515e8b" providerId="ADAL" clId="{ECF9049F-59D9-40DE-B5E2-EDE3F0B49B9E}" dt="2026-01-27T10:22:58.174" v="1605" actId="478"/>
          <ac:spMkLst>
            <pc:docMk/>
            <pc:sldMk cId="2779288487" sldId="2147483617"/>
            <ac:spMk id="15" creationId="{6B88776A-392F-27D5-6124-8B47B4E58D00}"/>
          </ac:spMkLst>
        </pc:spChg>
        <pc:spChg chg="del">
          <ac:chgData name="Guberska, Aleksandra" userId="5eb46753-fcb9-40b8-b853-27caf0515e8b" providerId="ADAL" clId="{ECF9049F-59D9-40DE-B5E2-EDE3F0B49B9E}" dt="2026-01-27T10:22:41.400" v="1596" actId="478"/>
          <ac:spMkLst>
            <pc:docMk/>
            <pc:sldMk cId="2779288487" sldId="2147483617"/>
            <ac:spMk id="16" creationId="{F16286BA-2901-988A-BE80-9E6501A03876}"/>
          </ac:spMkLst>
        </pc:spChg>
        <pc:spChg chg="del">
          <ac:chgData name="Guberska, Aleksandra" userId="5eb46753-fcb9-40b8-b853-27caf0515e8b" providerId="ADAL" clId="{ECF9049F-59D9-40DE-B5E2-EDE3F0B49B9E}" dt="2026-01-27T10:22:57.444" v="1604" actId="478"/>
          <ac:spMkLst>
            <pc:docMk/>
            <pc:sldMk cId="2779288487" sldId="2147483617"/>
            <ac:spMk id="17" creationId="{742EBC3F-8D19-E63C-4254-648374AFB9B4}"/>
          </ac:spMkLst>
        </pc:spChg>
        <pc:spChg chg="mod">
          <ac:chgData name="Guberska, Aleksandra" userId="5eb46753-fcb9-40b8-b853-27caf0515e8b" providerId="ADAL" clId="{ECF9049F-59D9-40DE-B5E2-EDE3F0B49B9E}" dt="2026-01-27T10:47:38.165" v="1768" actId="255"/>
          <ac:spMkLst>
            <pc:docMk/>
            <pc:sldMk cId="2779288487" sldId="2147483617"/>
            <ac:spMk id="18" creationId="{9A480780-13C7-291A-B69E-0CAF3E277959}"/>
          </ac:spMkLst>
        </pc:spChg>
        <pc:picChg chg="add mod">
          <ac:chgData name="Guberska, Aleksandra" userId="5eb46753-fcb9-40b8-b853-27caf0515e8b" providerId="ADAL" clId="{ECF9049F-59D9-40DE-B5E2-EDE3F0B49B9E}" dt="2026-01-28T14:25:17.707" v="2838" actId="14100"/>
          <ac:picMkLst>
            <pc:docMk/>
            <pc:sldMk cId="2779288487" sldId="2147483617"/>
            <ac:picMk id="2050" creationId="{004B8BF5-1FDA-4376-70C8-35B4ACCAA3CF}"/>
          </ac:picMkLst>
        </pc:picChg>
        <pc:cxnChg chg="add mod">
          <ac:chgData name="Guberska, Aleksandra" userId="5eb46753-fcb9-40b8-b853-27caf0515e8b" providerId="ADAL" clId="{ECF9049F-59D9-40DE-B5E2-EDE3F0B49B9E}" dt="2026-01-27T10:32:53.406" v="1664" actId="14100"/>
          <ac:cxnSpMkLst>
            <pc:docMk/>
            <pc:sldMk cId="2779288487" sldId="2147483617"/>
            <ac:cxnSpMk id="2" creationId="{02957A9A-4A4A-849D-907A-9175C22B50BC}"/>
          </ac:cxnSpMkLst>
        </pc:cxnChg>
      </pc:sldChg>
      <pc:sldChg chg="addSp delSp modSp add mod">
        <pc:chgData name="Guberska, Aleksandra" userId="5eb46753-fcb9-40b8-b853-27caf0515e8b" providerId="ADAL" clId="{ECF9049F-59D9-40DE-B5E2-EDE3F0B49B9E}" dt="2026-01-28T14:25:57.928" v="2850" actId="12"/>
        <pc:sldMkLst>
          <pc:docMk/>
          <pc:sldMk cId="2975464945" sldId="2147483618"/>
        </pc:sldMkLst>
        <pc:spChg chg="add mod">
          <ac:chgData name="Guberska, Aleksandra" userId="5eb46753-fcb9-40b8-b853-27caf0515e8b" providerId="ADAL" clId="{ECF9049F-59D9-40DE-B5E2-EDE3F0B49B9E}" dt="2026-01-28T14:25:54.264" v="2848" actId="14100"/>
          <ac:spMkLst>
            <pc:docMk/>
            <pc:sldMk cId="2975464945" sldId="2147483618"/>
            <ac:spMk id="2" creationId="{4B0B0135-AD95-707A-9B81-985037AF421E}"/>
          </ac:spMkLst>
        </pc:spChg>
        <pc:spChg chg="add mod">
          <ac:chgData name="Guberska, Aleksandra" userId="5eb46753-fcb9-40b8-b853-27caf0515e8b" providerId="ADAL" clId="{ECF9049F-59D9-40DE-B5E2-EDE3F0B49B9E}" dt="2026-01-28T14:25:57.928" v="2850" actId="12"/>
          <ac:spMkLst>
            <pc:docMk/>
            <pc:sldMk cId="2975464945" sldId="2147483618"/>
            <ac:spMk id="4" creationId="{410BCC4A-D6FC-B019-CDD5-A6298C5F5D23}"/>
          </ac:spMkLst>
        </pc:spChg>
        <pc:spChg chg="mod">
          <ac:chgData name="Guberska, Aleksandra" userId="5eb46753-fcb9-40b8-b853-27caf0515e8b" providerId="ADAL" clId="{ECF9049F-59D9-40DE-B5E2-EDE3F0B49B9E}" dt="2026-01-28T12:31:17.246" v="2237" actId="20577"/>
          <ac:spMkLst>
            <pc:docMk/>
            <pc:sldMk cId="2975464945" sldId="2147483618"/>
            <ac:spMk id="5" creationId="{185616D8-2D21-898F-DE01-B83F94E0CC92}"/>
          </ac:spMkLst>
        </pc:spChg>
        <pc:spChg chg="del mod">
          <ac:chgData name="Guberska, Aleksandra" userId="5eb46753-fcb9-40b8-b853-27caf0515e8b" providerId="ADAL" clId="{ECF9049F-59D9-40DE-B5E2-EDE3F0B49B9E}" dt="2026-01-27T10:41:09.698" v="1677" actId="478"/>
          <ac:spMkLst>
            <pc:docMk/>
            <pc:sldMk cId="2975464945" sldId="2147483618"/>
            <ac:spMk id="6" creationId="{C50CCCAC-E459-DC24-202F-D23FF7DE7224}"/>
          </ac:spMkLst>
        </pc:spChg>
        <pc:spChg chg="mod">
          <ac:chgData name="Guberska, Aleksandra" userId="5eb46753-fcb9-40b8-b853-27caf0515e8b" providerId="ADAL" clId="{ECF9049F-59D9-40DE-B5E2-EDE3F0B49B9E}" dt="2026-01-27T10:48:34.729" v="1775" actId="255"/>
          <ac:spMkLst>
            <pc:docMk/>
            <pc:sldMk cId="2975464945" sldId="2147483618"/>
            <ac:spMk id="11" creationId="{E320411C-1D4C-2122-7405-A4C8648CB9BC}"/>
          </ac:spMkLst>
        </pc:spChg>
        <pc:spChg chg="del">
          <ac:chgData name="Guberska, Aleksandra" userId="5eb46753-fcb9-40b8-b853-27caf0515e8b" providerId="ADAL" clId="{ECF9049F-59D9-40DE-B5E2-EDE3F0B49B9E}" dt="2026-01-27T10:40:21.397" v="1667" actId="478"/>
          <ac:spMkLst>
            <pc:docMk/>
            <pc:sldMk cId="2975464945" sldId="2147483618"/>
            <ac:spMk id="12" creationId="{8E694F23-9183-4250-E90D-AE81261DFC87}"/>
          </ac:spMkLst>
        </pc:spChg>
        <pc:spChg chg="del">
          <ac:chgData name="Guberska, Aleksandra" userId="5eb46753-fcb9-40b8-b853-27caf0515e8b" providerId="ADAL" clId="{ECF9049F-59D9-40DE-B5E2-EDE3F0B49B9E}" dt="2026-01-27T10:41:55.041" v="1685" actId="478"/>
          <ac:spMkLst>
            <pc:docMk/>
            <pc:sldMk cId="2975464945" sldId="2147483618"/>
            <ac:spMk id="15" creationId="{FF70ECC6-57A8-89CC-512B-8E984C14E130}"/>
          </ac:spMkLst>
        </pc:spChg>
        <pc:spChg chg="del">
          <ac:chgData name="Guberska, Aleksandra" userId="5eb46753-fcb9-40b8-b853-27caf0515e8b" providerId="ADAL" clId="{ECF9049F-59D9-40DE-B5E2-EDE3F0B49B9E}" dt="2026-01-27T10:40:22.540" v="1668" actId="478"/>
          <ac:spMkLst>
            <pc:docMk/>
            <pc:sldMk cId="2975464945" sldId="2147483618"/>
            <ac:spMk id="16" creationId="{31A86B11-F47F-E214-88CB-744AD19A8BD6}"/>
          </ac:spMkLst>
        </pc:spChg>
        <pc:spChg chg="del">
          <ac:chgData name="Guberska, Aleksandra" userId="5eb46753-fcb9-40b8-b853-27caf0515e8b" providerId="ADAL" clId="{ECF9049F-59D9-40DE-B5E2-EDE3F0B49B9E}" dt="2026-01-27T10:41:55.792" v="1686" actId="478"/>
          <ac:spMkLst>
            <pc:docMk/>
            <pc:sldMk cId="2975464945" sldId="2147483618"/>
            <ac:spMk id="17" creationId="{2C2B1FD7-7B6B-9CD4-F0FC-B3D07DBBFC66}"/>
          </ac:spMkLst>
        </pc:spChg>
        <pc:spChg chg="del">
          <ac:chgData name="Guberska, Aleksandra" userId="5eb46753-fcb9-40b8-b853-27caf0515e8b" providerId="ADAL" clId="{ECF9049F-59D9-40DE-B5E2-EDE3F0B49B9E}" dt="2026-01-27T10:42:25.675" v="1693" actId="478"/>
          <ac:spMkLst>
            <pc:docMk/>
            <pc:sldMk cId="2975464945" sldId="2147483618"/>
            <ac:spMk id="18" creationId="{A8460356-4754-8F1B-130D-A73CB205DAB8}"/>
          </ac:spMkLst>
        </pc:spChg>
        <pc:cxnChg chg="add mod">
          <ac:chgData name="Guberska, Aleksandra" userId="5eb46753-fcb9-40b8-b853-27caf0515e8b" providerId="ADAL" clId="{ECF9049F-59D9-40DE-B5E2-EDE3F0B49B9E}" dt="2026-01-27T10:41:23.041" v="1678"/>
          <ac:cxnSpMkLst>
            <pc:docMk/>
            <pc:sldMk cId="2975464945" sldId="2147483618"/>
            <ac:cxnSpMk id="3" creationId="{8F0D9F11-7110-73E6-8C07-365CA762D9DD}"/>
          </ac:cxnSpMkLst>
        </pc:cxnChg>
      </pc:sldChg>
      <pc:sldChg chg="add del">
        <pc:chgData name="Guberska, Aleksandra" userId="5eb46753-fcb9-40b8-b853-27caf0515e8b" providerId="ADAL" clId="{ECF9049F-59D9-40DE-B5E2-EDE3F0B49B9E}" dt="2026-01-27T10:49:10.661" v="1778" actId="47"/>
        <pc:sldMkLst>
          <pc:docMk/>
          <pc:sldMk cId="200220198" sldId="2147483619"/>
        </pc:sldMkLst>
      </pc:sldChg>
      <pc:sldChg chg="addSp delSp modSp add mod">
        <pc:chgData name="Guberska, Aleksandra" userId="5eb46753-fcb9-40b8-b853-27caf0515e8b" providerId="ADAL" clId="{ECF9049F-59D9-40DE-B5E2-EDE3F0B49B9E}" dt="2026-01-28T14:23:27.773" v="2817" actId="12"/>
        <pc:sldMkLst>
          <pc:docMk/>
          <pc:sldMk cId="1205920759" sldId="2147483619"/>
        </pc:sldMkLst>
        <pc:spChg chg="del">
          <ac:chgData name="Guberska, Aleksandra" userId="5eb46753-fcb9-40b8-b853-27caf0515e8b" providerId="ADAL" clId="{ECF9049F-59D9-40DE-B5E2-EDE3F0B49B9E}" dt="2026-01-27T10:50:22.441" v="1801" actId="478"/>
          <ac:spMkLst>
            <pc:docMk/>
            <pc:sldMk cId="1205920759" sldId="2147483619"/>
            <ac:spMk id="2" creationId="{79C074AD-A8F5-6745-A338-72D432C4E670}"/>
          </ac:spMkLst>
        </pc:spChg>
        <pc:spChg chg="add mod">
          <ac:chgData name="Guberska, Aleksandra" userId="5eb46753-fcb9-40b8-b853-27caf0515e8b" providerId="ADAL" clId="{ECF9049F-59D9-40DE-B5E2-EDE3F0B49B9E}" dt="2026-01-27T11:16:42.969" v="1941" actId="14100"/>
          <ac:spMkLst>
            <pc:docMk/>
            <pc:sldMk cId="1205920759" sldId="2147483619"/>
            <ac:spMk id="3" creationId="{F2E6EEE1-7BEF-F83D-B092-7BF5FA3DE8F7}"/>
          </ac:spMkLst>
        </pc:spChg>
        <pc:spChg chg="add mod">
          <ac:chgData name="Guberska, Aleksandra" userId="5eb46753-fcb9-40b8-b853-27caf0515e8b" providerId="ADAL" clId="{ECF9049F-59D9-40DE-B5E2-EDE3F0B49B9E}" dt="2026-01-28T14:23:27.773" v="2817" actId="12"/>
          <ac:spMkLst>
            <pc:docMk/>
            <pc:sldMk cId="1205920759" sldId="2147483619"/>
            <ac:spMk id="5" creationId="{5B31913E-5A13-B4EF-3A5F-B2C58A7D8AC3}"/>
          </ac:spMkLst>
        </pc:spChg>
        <pc:spChg chg="add del">
          <ac:chgData name="Guberska, Aleksandra" userId="5eb46753-fcb9-40b8-b853-27caf0515e8b" providerId="ADAL" clId="{ECF9049F-59D9-40DE-B5E2-EDE3F0B49B9E}" dt="2026-01-27T10:50:00.807" v="1795" actId="478"/>
          <ac:spMkLst>
            <pc:docMk/>
            <pc:sldMk cId="1205920759" sldId="2147483619"/>
            <ac:spMk id="6" creationId="{70BEE87E-B5FC-3183-04AC-961175E8AEF9}"/>
          </ac:spMkLst>
        </pc:spChg>
        <pc:spChg chg="mod">
          <ac:chgData name="Guberska, Aleksandra" userId="5eb46753-fcb9-40b8-b853-27caf0515e8b" providerId="ADAL" clId="{ECF9049F-59D9-40DE-B5E2-EDE3F0B49B9E}" dt="2026-01-27T10:50:05.709" v="1796" actId="255"/>
          <ac:spMkLst>
            <pc:docMk/>
            <pc:sldMk cId="1205920759" sldId="2147483619"/>
            <ac:spMk id="11" creationId="{E7BFB1B9-4789-7613-CEA4-E44880E01DE8}"/>
          </ac:spMkLst>
        </pc:spChg>
        <pc:spChg chg="del">
          <ac:chgData name="Guberska, Aleksandra" userId="5eb46753-fcb9-40b8-b853-27caf0515e8b" providerId="ADAL" clId="{ECF9049F-59D9-40DE-B5E2-EDE3F0B49B9E}" dt="2026-01-27T10:50:16.626" v="1797" actId="478"/>
          <ac:spMkLst>
            <pc:docMk/>
            <pc:sldMk cId="1205920759" sldId="2147483619"/>
            <ac:spMk id="12" creationId="{014DE61F-8A52-DC65-6E20-4C0BD514182A}"/>
          </ac:spMkLst>
        </pc:spChg>
        <pc:spChg chg="del">
          <ac:chgData name="Guberska, Aleksandra" userId="5eb46753-fcb9-40b8-b853-27caf0515e8b" providerId="ADAL" clId="{ECF9049F-59D9-40DE-B5E2-EDE3F0B49B9E}" dt="2026-01-27T10:50:19.179" v="1799" actId="478"/>
          <ac:spMkLst>
            <pc:docMk/>
            <pc:sldMk cId="1205920759" sldId="2147483619"/>
            <ac:spMk id="15" creationId="{B875CE90-15F5-FE1E-8AAE-2F0CC4D961F4}"/>
          </ac:spMkLst>
        </pc:spChg>
        <pc:spChg chg="del">
          <ac:chgData name="Guberska, Aleksandra" userId="5eb46753-fcb9-40b8-b853-27caf0515e8b" providerId="ADAL" clId="{ECF9049F-59D9-40DE-B5E2-EDE3F0B49B9E}" dt="2026-01-27T10:50:17.748" v="1798" actId="478"/>
          <ac:spMkLst>
            <pc:docMk/>
            <pc:sldMk cId="1205920759" sldId="2147483619"/>
            <ac:spMk id="16" creationId="{4CE73EB4-5A78-908A-9746-2930BE449091}"/>
          </ac:spMkLst>
        </pc:spChg>
        <pc:spChg chg="del">
          <ac:chgData name="Guberska, Aleksandra" userId="5eb46753-fcb9-40b8-b853-27caf0515e8b" providerId="ADAL" clId="{ECF9049F-59D9-40DE-B5E2-EDE3F0B49B9E}" dt="2026-01-27T10:50:20.851" v="1800" actId="478"/>
          <ac:spMkLst>
            <pc:docMk/>
            <pc:sldMk cId="1205920759" sldId="2147483619"/>
            <ac:spMk id="17" creationId="{D84E3159-BE7E-0E08-A290-9C988602A150}"/>
          </ac:spMkLst>
        </pc:spChg>
        <pc:spChg chg="del">
          <ac:chgData name="Guberska, Aleksandra" userId="5eb46753-fcb9-40b8-b853-27caf0515e8b" providerId="ADAL" clId="{ECF9049F-59D9-40DE-B5E2-EDE3F0B49B9E}" dt="2026-01-27T10:50:23.322" v="1802" actId="478"/>
          <ac:spMkLst>
            <pc:docMk/>
            <pc:sldMk cId="1205920759" sldId="2147483619"/>
            <ac:spMk id="18" creationId="{E94E5EF5-F0B2-13F4-BF84-7AF5CEC49E46}"/>
          </ac:spMkLst>
        </pc:spChg>
        <pc:cxnChg chg="add mod">
          <ac:chgData name="Guberska, Aleksandra" userId="5eb46753-fcb9-40b8-b853-27caf0515e8b" providerId="ADAL" clId="{ECF9049F-59D9-40DE-B5E2-EDE3F0B49B9E}" dt="2026-01-27T10:50:31.202" v="1803"/>
          <ac:cxnSpMkLst>
            <pc:docMk/>
            <pc:sldMk cId="1205920759" sldId="2147483619"/>
            <ac:cxnSpMk id="4" creationId="{D852FEE2-203A-E611-964E-7A212BA0112C}"/>
          </ac:cxnSpMkLst>
        </pc:cxnChg>
      </pc:sldChg>
      <pc:sldChg chg="add del">
        <pc:chgData name="Guberska, Aleksandra" userId="5eb46753-fcb9-40b8-b853-27caf0515e8b" providerId="ADAL" clId="{ECF9049F-59D9-40DE-B5E2-EDE3F0B49B9E}" dt="2026-01-27T11:24:59.734" v="2055" actId="47"/>
        <pc:sldMkLst>
          <pc:docMk/>
          <pc:sldMk cId="111436237" sldId="2147483620"/>
        </pc:sldMkLst>
      </pc:sldChg>
      <pc:sldChg chg="add del">
        <pc:chgData name="Guberska, Aleksandra" userId="5eb46753-fcb9-40b8-b853-27caf0515e8b" providerId="ADAL" clId="{ECF9049F-59D9-40DE-B5E2-EDE3F0B49B9E}" dt="2026-01-27T11:15:29.375" v="1935" actId="47"/>
        <pc:sldMkLst>
          <pc:docMk/>
          <pc:sldMk cId="467597783" sldId="2147483620"/>
        </pc:sldMkLst>
      </pc:sldChg>
      <pc:sldChg chg="add del">
        <pc:chgData name="Guberska, Aleksandra" userId="5eb46753-fcb9-40b8-b853-27caf0515e8b" providerId="ADAL" clId="{ECF9049F-59D9-40DE-B5E2-EDE3F0B49B9E}" dt="2026-01-27T11:29:47.047" v="2118" actId="47"/>
        <pc:sldMkLst>
          <pc:docMk/>
          <pc:sldMk cId="564331419" sldId="2147483620"/>
        </pc:sldMkLst>
      </pc:sldChg>
      <pc:sldChg chg="add del">
        <pc:chgData name="Guberska, Aleksandra" userId="5eb46753-fcb9-40b8-b853-27caf0515e8b" providerId="ADAL" clId="{ECF9049F-59D9-40DE-B5E2-EDE3F0B49B9E}" dt="2026-01-27T11:19:07.286" v="1966" actId="47"/>
        <pc:sldMkLst>
          <pc:docMk/>
          <pc:sldMk cId="754284999" sldId="2147483620"/>
        </pc:sldMkLst>
      </pc:sldChg>
      <pc:sldChg chg="add del">
        <pc:chgData name="Guberska, Aleksandra" userId="5eb46753-fcb9-40b8-b853-27caf0515e8b" providerId="ADAL" clId="{ECF9049F-59D9-40DE-B5E2-EDE3F0B49B9E}" dt="2026-01-27T11:21:50.757" v="2003" actId="47"/>
        <pc:sldMkLst>
          <pc:docMk/>
          <pc:sldMk cId="794309255" sldId="2147483620"/>
        </pc:sldMkLst>
      </pc:sldChg>
      <pc:sldChg chg="add del">
        <pc:chgData name="Guberska, Aleksandra" userId="5eb46753-fcb9-40b8-b853-27caf0515e8b" providerId="ADAL" clId="{ECF9049F-59D9-40DE-B5E2-EDE3F0B49B9E}" dt="2026-01-27T11:10:19.581" v="1879" actId="47"/>
        <pc:sldMkLst>
          <pc:docMk/>
          <pc:sldMk cId="1417121150" sldId="2147483620"/>
        </pc:sldMkLst>
      </pc:sldChg>
      <pc:sldChg chg="add del">
        <pc:chgData name="Guberska, Aleksandra" userId="5eb46753-fcb9-40b8-b853-27caf0515e8b" providerId="ADAL" clId="{ECF9049F-59D9-40DE-B5E2-EDE3F0B49B9E}" dt="2026-01-27T11:31:47.999" v="2155" actId="47"/>
        <pc:sldMkLst>
          <pc:docMk/>
          <pc:sldMk cId="1747615747" sldId="2147483620"/>
        </pc:sldMkLst>
      </pc:sldChg>
      <pc:sldChg chg="add del">
        <pc:chgData name="Guberska, Aleksandra" userId="5eb46753-fcb9-40b8-b853-27caf0515e8b" providerId="ADAL" clId="{ECF9049F-59D9-40DE-B5E2-EDE3F0B49B9E}" dt="2026-01-27T11:27:13.139" v="2087" actId="47"/>
        <pc:sldMkLst>
          <pc:docMk/>
          <pc:sldMk cId="1855836312" sldId="2147483620"/>
        </pc:sldMkLst>
      </pc:sldChg>
      <pc:sldChg chg="addSp modSp mod">
        <pc:chgData name="Guberska, Aleksandra" userId="5eb46753-fcb9-40b8-b853-27caf0515e8b" providerId="ADAL" clId="{ECF9049F-59D9-40DE-B5E2-EDE3F0B49B9E}" dt="2026-01-28T12:56:19.935" v="2548" actId="1035"/>
        <pc:sldMkLst>
          <pc:docMk/>
          <pc:sldMk cId="3293085314" sldId="2147483620"/>
        </pc:sldMkLst>
        <pc:spChg chg="mod">
          <ac:chgData name="Guberska, Aleksandra" userId="5eb46753-fcb9-40b8-b853-27caf0515e8b" providerId="ADAL" clId="{ECF9049F-59D9-40DE-B5E2-EDE3F0B49B9E}" dt="2026-01-28T12:32:26.565" v="2245" actId="20577"/>
          <ac:spMkLst>
            <pc:docMk/>
            <pc:sldMk cId="3293085314" sldId="2147483620"/>
            <ac:spMk id="3" creationId="{6C63B091-7FF9-AEE1-6DD2-0A0752C2F1C5}"/>
          </ac:spMkLst>
        </pc:spChg>
        <pc:spChg chg="add mod">
          <ac:chgData name="Guberska, Aleksandra" userId="5eb46753-fcb9-40b8-b853-27caf0515e8b" providerId="ADAL" clId="{ECF9049F-59D9-40DE-B5E2-EDE3F0B49B9E}" dt="2026-01-28T12:53:20.970" v="2469" actId="1076"/>
          <ac:spMkLst>
            <pc:docMk/>
            <pc:sldMk cId="3293085314" sldId="2147483620"/>
            <ac:spMk id="5" creationId="{ACCDE0A5-A192-1461-A2E0-030FDE687B4C}"/>
          </ac:spMkLst>
        </pc:spChg>
        <pc:graphicFrameChg chg="add mod modGraphic">
          <ac:chgData name="Guberska, Aleksandra" userId="5eb46753-fcb9-40b8-b853-27caf0515e8b" providerId="ADAL" clId="{ECF9049F-59D9-40DE-B5E2-EDE3F0B49B9E}" dt="2026-01-28T12:56:19.935" v="2548" actId="1035"/>
          <ac:graphicFrameMkLst>
            <pc:docMk/>
            <pc:sldMk cId="3293085314" sldId="2147483620"/>
            <ac:graphicFrameMk id="4" creationId="{F0EF7FDA-269B-3DDB-4A53-23A4C441C404}"/>
          </ac:graphicFrameMkLst>
        </pc:graphicFrameChg>
      </pc:sldChg>
      <pc:sldChg chg="addSp delSp modSp mod">
        <pc:chgData name="Guberska, Aleksandra" userId="5eb46753-fcb9-40b8-b853-27caf0515e8b" providerId="ADAL" clId="{ECF9049F-59D9-40DE-B5E2-EDE3F0B49B9E}" dt="2026-01-28T14:28:37.412" v="2903"/>
        <pc:sldMkLst>
          <pc:docMk/>
          <pc:sldMk cId="800911348" sldId="2147483621"/>
        </pc:sldMkLst>
        <pc:spChg chg="add mod">
          <ac:chgData name="Guberska, Aleksandra" userId="5eb46753-fcb9-40b8-b853-27caf0515e8b" providerId="ADAL" clId="{ECF9049F-59D9-40DE-B5E2-EDE3F0B49B9E}" dt="2026-01-28T14:15:33.901" v="2792" actId="1035"/>
          <ac:spMkLst>
            <pc:docMk/>
            <pc:sldMk cId="800911348" sldId="2147483621"/>
            <ac:spMk id="2" creationId="{1908894D-4E00-38F6-7C7B-1A26654CD84B}"/>
          </ac:spMkLst>
        </pc:spChg>
        <pc:spChg chg="del mod">
          <ac:chgData name="Guberska, Aleksandra" userId="5eb46753-fcb9-40b8-b853-27caf0515e8b" providerId="ADAL" clId="{ECF9049F-59D9-40DE-B5E2-EDE3F0B49B9E}" dt="2026-01-28T14:08:06.330" v="2618" actId="478"/>
          <ac:spMkLst>
            <pc:docMk/>
            <pc:sldMk cId="800911348" sldId="2147483621"/>
            <ac:spMk id="3" creationId="{394738E9-A4B3-A8EC-A90F-C78CDD31CAC2}"/>
          </ac:spMkLst>
        </pc:spChg>
        <pc:spChg chg="mod">
          <ac:chgData name="Guberska, Aleksandra" userId="5eb46753-fcb9-40b8-b853-27caf0515e8b" providerId="ADAL" clId="{ECF9049F-59D9-40DE-B5E2-EDE3F0B49B9E}" dt="2026-01-28T14:23:56.646" v="2831" actId="12"/>
          <ac:spMkLst>
            <pc:docMk/>
            <pc:sldMk cId="800911348" sldId="2147483621"/>
            <ac:spMk id="7" creationId="{AA25490E-CFAC-6E3B-0569-4C42CDF72FAC}"/>
          </ac:spMkLst>
        </pc:spChg>
        <pc:spChg chg="add del mod">
          <ac:chgData name="Guberska, Aleksandra" userId="5eb46753-fcb9-40b8-b853-27caf0515e8b" providerId="ADAL" clId="{ECF9049F-59D9-40DE-B5E2-EDE3F0B49B9E}" dt="2026-01-28T14:08:17.973" v="2621" actId="478"/>
          <ac:spMkLst>
            <pc:docMk/>
            <pc:sldMk cId="800911348" sldId="2147483621"/>
            <ac:spMk id="8" creationId="{E23021BC-EB33-B794-9134-CDA5C19BCE99}"/>
          </ac:spMkLst>
        </pc:spChg>
        <pc:spChg chg="add mod">
          <ac:chgData name="Guberska, Aleksandra" userId="5eb46753-fcb9-40b8-b853-27caf0515e8b" providerId="ADAL" clId="{ECF9049F-59D9-40DE-B5E2-EDE3F0B49B9E}" dt="2026-01-28T14:08:21.308" v="2624" actId="20577"/>
          <ac:spMkLst>
            <pc:docMk/>
            <pc:sldMk cId="800911348" sldId="2147483621"/>
            <ac:spMk id="9" creationId="{87A8E989-30F2-684F-3593-BF625B892121}"/>
          </ac:spMkLst>
        </pc:spChg>
        <pc:spChg chg="del mod">
          <ac:chgData name="Guberska, Aleksandra" userId="5eb46753-fcb9-40b8-b853-27caf0515e8b" providerId="ADAL" clId="{ECF9049F-59D9-40DE-B5E2-EDE3F0B49B9E}" dt="2026-01-28T14:08:16.945" v="2620" actId="478"/>
          <ac:spMkLst>
            <pc:docMk/>
            <pc:sldMk cId="800911348" sldId="2147483621"/>
            <ac:spMk id="11" creationId="{9081E73C-51F3-9D13-8611-88C67ABC1D8D}"/>
          </ac:spMkLst>
        </pc:spChg>
        <pc:picChg chg="add mod">
          <ac:chgData name="Guberska, Aleksandra" userId="5eb46753-fcb9-40b8-b853-27caf0515e8b" providerId="ADAL" clId="{ECF9049F-59D9-40DE-B5E2-EDE3F0B49B9E}" dt="2026-01-28T14:28:37.412" v="2903"/>
          <ac:picMkLst>
            <pc:docMk/>
            <pc:sldMk cId="800911348" sldId="2147483621"/>
            <ac:picMk id="10" creationId="{77076340-886B-E3D0-B0DB-51BC279831FD}"/>
          </ac:picMkLst>
        </pc:picChg>
      </pc:sldChg>
      <pc:sldChg chg="addSp delSp modSp mod">
        <pc:chgData name="Guberska, Aleksandra" userId="5eb46753-fcb9-40b8-b853-27caf0515e8b" providerId="ADAL" clId="{ECF9049F-59D9-40DE-B5E2-EDE3F0B49B9E}" dt="2026-01-28T14:28:38.881" v="2904"/>
        <pc:sldMkLst>
          <pc:docMk/>
          <pc:sldMk cId="2668889640" sldId="2147483622"/>
        </pc:sldMkLst>
        <pc:spChg chg="mod">
          <ac:chgData name="Guberska, Aleksandra" userId="5eb46753-fcb9-40b8-b853-27caf0515e8b" providerId="ADAL" clId="{ECF9049F-59D9-40DE-B5E2-EDE3F0B49B9E}" dt="2026-01-28T14:28:23.993" v="2898" actId="403"/>
          <ac:spMkLst>
            <pc:docMk/>
            <pc:sldMk cId="2668889640" sldId="2147483622"/>
            <ac:spMk id="4" creationId="{8A87F046-8A0A-010A-5501-047EE1F6BE31}"/>
          </ac:spMkLst>
        </pc:spChg>
        <pc:picChg chg="add mod">
          <ac:chgData name="Guberska, Aleksandra" userId="5eb46753-fcb9-40b8-b853-27caf0515e8b" providerId="ADAL" clId="{ECF9049F-59D9-40DE-B5E2-EDE3F0B49B9E}" dt="2026-01-28T14:28:38.881" v="2904"/>
          <ac:picMkLst>
            <pc:docMk/>
            <pc:sldMk cId="2668889640" sldId="2147483622"/>
            <ac:picMk id="2" creationId="{A51A975E-D297-A9EF-EEFC-F6D7417F666F}"/>
          </ac:picMkLst>
        </pc:picChg>
        <pc:cxnChg chg="del">
          <ac:chgData name="Guberska, Aleksandra" userId="5eb46753-fcb9-40b8-b853-27caf0515e8b" providerId="ADAL" clId="{ECF9049F-59D9-40DE-B5E2-EDE3F0B49B9E}" dt="2026-01-28T14:24:34.533" v="2834" actId="478"/>
          <ac:cxnSpMkLst>
            <pc:docMk/>
            <pc:sldMk cId="2668889640" sldId="2147483622"/>
            <ac:cxnSpMk id="5" creationId="{D4CC30A1-B2F2-D353-3675-4ECFD51EF04C}"/>
          </ac:cxnSpMkLst>
        </pc:cxnChg>
      </pc:sldChg>
    </pc:docChg>
  </pc:docChgLst>
  <pc:docChgLst>
    <pc:chgData name="Guberska, Aleksandra" userId="S::aleksandra.guberska@skslegal.pl::5eb46753-fcb9-40b8-b853-27caf0515e8b" providerId="AD" clId="Web-{D3148F34-26AA-4409-373F-B4CFA9F522F4}"/>
    <pc:docChg chg="addSld delSld modSld modSection">
      <pc:chgData name="Guberska, Aleksandra" userId="S::aleksandra.guberska@skslegal.pl::5eb46753-fcb9-40b8-b853-27caf0515e8b" providerId="AD" clId="Web-{D3148F34-26AA-4409-373F-B4CFA9F522F4}" dt="2026-01-27T10:22:09.947" v="9" actId="20577"/>
      <pc:docMkLst>
        <pc:docMk/>
      </pc:docMkLst>
      <pc:sldChg chg="del">
        <pc:chgData name="Guberska, Aleksandra" userId="S::aleksandra.guberska@skslegal.pl::5eb46753-fcb9-40b8-b853-27caf0515e8b" providerId="AD" clId="Web-{D3148F34-26AA-4409-373F-B4CFA9F522F4}" dt="2026-01-27T10:21:40.415" v="0"/>
        <pc:sldMkLst>
          <pc:docMk/>
          <pc:sldMk cId="11587776" sldId="2147483617"/>
        </pc:sldMkLst>
      </pc:sldChg>
      <pc:sldChg chg="modSp add replId">
        <pc:chgData name="Guberska, Aleksandra" userId="S::aleksandra.guberska@skslegal.pl::5eb46753-fcb9-40b8-b853-27caf0515e8b" providerId="AD" clId="Web-{D3148F34-26AA-4409-373F-B4CFA9F522F4}" dt="2026-01-27T10:22:09.947" v="9" actId="20577"/>
        <pc:sldMkLst>
          <pc:docMk/>
          <pc:sldMk cId="2779288487" sldId="2147483617"/>
        </pc:sldMkLst>
        <pc:spChg chg="mod">
          <ac:chgData name="Guberska, Aleksandra" userId="S::aleksandra.guberska@skslegal.pl::5eb46753-fcb9-40b8-b853-27caf0515e8b" providerId="AD" clId="Web-{D3148F34-26AA-4409-373F-B4CFA9F522F4}" dt="2026-01-27T10:22:09.947" v="9" actId="20577"/>
          <ac:spMkLst>
            <pc:docMk/>
            <pc:sldMk cId="2779288487" sldId="2147483617"/>
            <ac:spMk id="6" creationId="{10888C6B-2216-DF11-18D8-1EFD85B889B7}"/>
          </ac:spMkLst>
        </pc:spChg>
        <pc:spChg chg="mod">
          <ac:chgData name="Guberska, Aleksandra" userId="S::aleksandra.guberska@skslegal.pl::5eb46753-fcb9-40b8-b853-27caf0515e8b" providerId="AD" clId="Web-{D3148F34-26AA-4409-373F-B4CFA9F522F4}" dt="2026-01-27T10:21:58.743" v="5" actId="20577"/>
          <ac:spMkLst>
            <pc:docMk/>
            <pc:sldMk cId="2779288487" sldId="2147483617"/>
            <ac:spMk id="11" creationId="{F1DA9C85-313D-A5D7-C97C-AC3241F75B59}"/>
          </ac:spMkLst>
        </pc:spChg>
      </pc:sldChg>
    </pc:docChg>
  </pc:docChgLst>
  <pc:docChgLst>
    <pc:chgData name="Szeliga, Agata" userId="07ff411a-66f7-465a-b510-6e151720042c" providerId="ADAL" clId="{A9FAACB8-2723-4153-B464-AC1B26F86173}"/>
    <pc:docChg chg="undo custSel addSld delSld modSld sldOrd modSection">
      <pc:chgData name="Szeliga, Agata" userId="07ff411a-66f7-465a-b510-6e151720042c" providerId="ADAL" clId="{A9FAACB8-2723-4153-B464-AC1B26F86173}" dt="2026-01-28T15:52:39.458" v="7312" actId="255"/>
      <pc:docMkLst>
        <pc:docMk/>
      </pc:docMkLst>
      <pc:sldChg chg="modSp mod">
        <pc:chgData name="Szeliga, Agata" userId="07ff411a-66f7-465a-b510-6e151720042c" providerId="ADAL" clId="{A9FAACB8-2723-4153-B464-AC1B26F86173}" dt="2026-01-28T15:52:39.458" v="7312" actId="255"/>
        <pc:sldMkLst>
          <pc:docMk/>
          <pc:sldMk cId="4078313271" sldId="2147481240"/>
        </pc:sldMkLst>
        <pc:spChg chg="mod">
          <ac:chgData name="Szeliga, Agata" userId="07ff411a-66f7-465a-b510-6e151720042c" providerId="ADAL" clId="{A9FAACB8-2723-4153-B464-AC1B26F86173}" dt="2026-01-28T15:51:46.462" v="7309" actId="20577"/>
          <ac:spMkLst>
            <pc:docMk/>
            <pc:sldMk cId="4078313271" sldId="2147481240"/>
            <ac:spMk id="39" creationId="{207BF4B2-150D-86D1-8D09-A0084AFA3BC1}"/>
          </ac:spMkLst>
        </pc:spChg>
        <pc:spChg chg="mod">
          <ac:chgData name="Szeliga, Agata" userId="07ff411a-66f7-465a-b510-6e151720042c" providerId="ADAL" clId="{A9FAACB8-2723-4153-B464-AC1B26F86173}" dt="2026-01-28T15:52:39.458" v="7312" actId="255"/>
          <ac:spMkLst>
            <pc:docMk/>
            <pc:sldMk cId="4078313271" sldId="2147481240"/>
            <ac:spMk id="40" creationId="{B744839E-994D-1A26-7025-31E547F273CE}"/>
          </ac:spMkLst>
        </pc:spChg>
      </pc:sldChg>
      <pc:sldChg chg="modCm">
        <pc:chgData name="Szeliga, Agata" userId="07ff411a-66f7-465a-b510-6e151720042c" providerId="ADAL" clId="{A9FAACB8-2723-4153-B464-AC1B26F86173}" dt="2026-01-26T12:44:12.472" v="5248"/>
        <pc:sldMkLst>
          <pc:docMk/>
          <pc:sldMk cId="3601777203" sldId="2147481348"/>
        </pc:sldMkLst>
      </pc:sldChg>
      <pc:sldChg chg="modSp mod">
        <pc:chgData name="Szeliga, Agata" userId="07ff411a-66f7-465a-b510-6e151720042c" providerId="ADAL" clId="{A9FAACB8-2723-4153-B464-AC1B26F86173}" dt="2026-01-26T09:42:40.854" v="0" actId="1076"/>
        <pc:sldMkLst>
          <pc:docMk/>
          <pc:sldMk cId="3965704202" sldId="2147481381"/>
        </pc:sldMkLst>
        <pc:spChg chg="mod">
          <ac:chgData name="Szeliga, Agata" userId="07ff411a-66f7-465a-b510-6e151720042c" providerId="ADAL" clId="{A9FAACB8-2723-4153-B464-AC1B26F86173}" dt="2026-01-26T09:42:40.854" v="0" actId="1076"/>
          <ac:spMkLst>
            <pc:docMk/>
            <pc:sldMk cId="3965704202" sldId="2147481381"/>
            <ac:spMk id="4" creationId="{CF343890-32B2-49CF-3B19-D3FAD8495E9C}"/>
          </ac:spMkLst>
        </pc:spChg>
      </pc:sldChg>
      <pc:sldChg chg="modSp mod modCm">
        <pc:chgData name="Szeliga, Agata" userId="07ff411a-66f7-465a-b510-6e151720042c" providerId="ADAL" clId="{A9FAACB8-2723-4153-B464-AC1B26F86173}" dt="2026-01-26T12:42:52.515" v="5246"/>
        <pc:sldMkLst>
          <pc:docMk/>
          <pc:sldMk cId="3797350100" sldId="2147481405"/>
        </pc:sldMkLst>
        <pc:spChg chg="mod">
          <ac:chgData name="Szeliga, Agata" userId="07ff411a-66f7-465a-b510-6e151720042c" providerId="ADAL" clId="{A9FAACB8-2723-4153-B464-AC1B26F86173}" dt="2026-01-26T09:49:14.169" v="104" actId="20577"/>
          <ac:spMkLst>
            <pc:docMk/>
            <pc:sldMk cId="3797350100" sldId="2147481405"/>
            <ac:spMk id="3" creationId="{4D76B869-E75F-5DA1-8F65-EF5A758D82EC}"/>
          </ac:spMkLst>
        </pc:spChg>
      </pc:sldChg>
      <pc:sldChg chg="modSp mod modCm">
        <pc:chgData name="Szeliga, Agata" userId="07ff411a-66f7-465a-b510-6e151720042c" providerId="ADAL" clId="{A9FAACB8-2723-4153-B464-AC1B26F86173}" dt="2026-01-26T12:07:05.481" v="3248"/>
        <pc:sldMkLst>
          <pc:docMk/>
          <pc:sldMk cId="1620629926" sldId="2147483575"/>
        </pc:sldMkLst>
        <pc:spChg chg="mod">
          <ac:chgData name="Szeliga, Agata" userId="07ff411a-66f7-465a-b510-6e151720042c" providerId="ADAL" clId="{A9FAACB8-2723-4153-B464-AC1B26F86173}" dt="2026-01-26T09:46:48.070" v="74" actId="20577"/>
          <ac:spMkLst>
            <pc:docMk/>
            <pc:sldMk cId="1620629926" sldId="2147483575"/>
            <ac:spMk id="7" creationId="{FDCBEA41-E8A7-61D9-1A62-4E28A62BB7EA}"/>
          </ac:spMkLst>
        </pc:spChg>
        <pc:spChg chg="mod">
          <ac:chgData name="Szeliga, Agata" userId="07ff411a-66f7-465a-b510-6e151720042c" providerId="ADAL" clId="{A9FAACB8-2723-4153-B464-AC1B26F86173}" dt="2026-01-26T09:53:33.675" v="113" actId="20577"/>
          <ac:spMkLst>
            <pc:docMk/>
            <pc:sldMk cId="1620629926" sldId="2147483575"/>
            <ac:spMk id="10" creationId="{E718E958-A2CD-83AC-91CF-9CBE747D4D63}"/>
          </ac:spMkLst>
        </pc:spChg>
        <pc:spChg chg="mod">
          <ac:chgData name="Szeliga, Agata" userId="07ff411a-66f7-465a-b510-6e151720042c" providerId="ADAL" clId="{A9FAACB8-2723-4153-B464-AC1B26F86173}" dt="2026-01-26T09:46:34.336" v="65" actId="20577"/>
          <ac:spMkLst>
            <pc:docMk/>
            <pc:sldMk cId="1620629926" sldId="2147483575"/>
            <ac:spMk id="16" creationId="{C49724EB-2392-09A2-ED5B-B38C275F639C}"/>
          </ac:spMkLst>
        </pc:spChg>
      </pc:sldChg>
      <pc:sldChg chg="modSp mod ord modNotesTx">
        <pc:chgData name="Szeliga, Agata" userId="07ff411a-66f7-465a-b510-6e151720042c" providerId="ADAL" clId="{A9FAACB8-2723-4153-B464-AC1B26F86173}" dt="2026-01-28T15:13:25.712" v="5426" actId="20577"/>
        <pc:sldMkLst>
          <pc:docMk/>
          <pc:sldMk cId="1391488032" sldId="2147483604"/>
        </pc:sldMkLst>
        <pc:spChg chg="mod">
          <ac:chgData name="Szeliga, Agata" userId="07ff411a-66f7-465a-b510-6e151720042c" providerId="ADAL" clId="{A9FAACB8-2723-4153-B464-AC1B26F86173}" dt="2026-01-28T15:13:25.712" v="5426" actId="20577"/>
          <ac:spMkLst>
            <pc:docMk/>
            <pc:sldMk cId="1391488032" sldId="2147483604"/>
            <ac:spMk id="2" creationId="{20347300-75F9-2396-8796-0F0DBF023A66}"/>
          </ac:spMkLst>
        </pc:spChg>
        <pc:spChg chg="mod">
          <ac:chgData name="Szeliga, Agata" userId="07ff411a-66f7-465a-b510-6e151720042c" providerId="ADAL" clId="{A9FAACB8-2723-4153-B464-AC1B26F86173}" dt="2026-01-28T15:13:08.095" v="5423" actId="20577"/>
          <ac:spMkLst>
            <pc:docMk/>
            <pc:sldMk cId="1391488032" sldId="2147483604"/>
            <ac:spMk id="11" creationId="{B83B0DAB-B99D-DDCB-269B-CB3C7319167A}"/>
          </ac:spMkLst>
        </pc:spChg>
      </pc:sldChg>
      <pc:sldChg chg="modSp mod">
        <pc:chgData name="Szeliga, Agata" userId="07ff411a-66f7-465a-b510-6e151720042c" providerId="ADAL" clId="{A9FAACB8-2723-4153-B464-AC1B26F86173}" dt="2026-01-28T15:22:47.239" v="5936" actId="20577"/>
        <pc:sldMkLst>
          <pc:docMk/>
          <pc:sldMk cId="2090730323" sldId="2147483605"/>
        </pc:sldMkLst>
        <pc:spChg chg="mod">
          <ac:chgData name="Szeliga, Agata" userId="07ff411a-66f7-465a-b510-6e151720042c" providerId="ADAL" clId="{A9FAACB8-2723-4153-B464-AC1B26F86173}" dt="2026-01-28T15:22:47.239" v="5936" actId="20577"/>
          <ac:spMkLst>
            <pc:docMk/>
            <pc:sldMk cId="2090730323" sldId="2147483605"/>
            <ac:spMk id="4" creationId="{9E566BEE-D332-3E02-F377-06E4A0D506EC}"/>
          </ac:spMkLst>
        </pc:spChg>
        <pc:spChg chg="mod">
          <ac:chgData name="Szeliga, Agata" userId="07ff411a-66f7-465a-b510-6e151720042c" providerId="ADAL" clId="{A9FAACB8-2723-4153-B464-AC1B26F86173}" dt="2026-01-28T15:20:46.918" v="5820" actId="20577"/>
          <ac:spMkLst>
            <pc:docMk/>
            <pc:sldMk cId="2090730323" sldId="2147483605"/>
            <ac:spMk id="7" creationId="{06B04AF1-160A-B839-969B-58FFF166D7C8}"/>
          </ac:spMkLst>
        </pc:spChg>
        <pc:spChg chg="mod">
          <ac:chgData name="Szeliga, Agata" userId="07ff411a-66f7-465a-b510-6e151720042c" providerId="ADAL" clId="{A9FAACB8-2723-4153-B464-AC1B26F86173}" dt="2026-01-28T15:19:51.357" v="5752" actId="20577"/>
          <ac:spMkLst>
            <pc:docMk/>
            <pc:sldMk cId="2090730323" sldId="2147483605"/>
            <ac:spMk id="11" creationId="{2E64D6D9-0E95-043F-FA01-07C57618DD4C}"/>
          </ac:spMkLst>
        </pc:spChg>
      </pc:sldChg>
      <pc:sldChg chg="modSp mod ord">
        <pc:chgData name="Szeliga, Agata" userId="07ff411a-66f7-465a-b510-6e151720042c" providerId="ADAL" clId="{A9FAACB8-2723-4153-B464-AC1B26F86173}" dt="2026-01-28T15:19:05.332" v="5740" actId="14100"/>
        <pc:sldMkLst>
          <pc:docMk/>
          <pc:sldMk cId="1990683167" sldId="2147483606"/>
        </pc:sldMkLst>
        <pc:spChg chg="mod">
          <ac:chgData name="Szeliga, Agata" userId="07ff411a-66f7-465a-b510-6e151720042c" providerId="ADAL" clId="{A9FAACB8-2723-4153-B464-AC1B26F86173}" dt="2026-01-28T15:19:05.332" v="5740" actId="14100"/>
          <ac:spMkLst>
            <pc:docMk/>
            <pc:sldMk cId="1990683167" sldId="2147483606"/>
            <ac:spMk id="4" creationId="{70EB58DF-1059-527C-8F52-C5058A417532}"/>
          </ac:spMkLst>
        </pc:spChg>
      </pc:sldChg>
      <pc:sldChg chg="delSp modSp mod modCm">
        <pc:chgData name="Szeliga, Agata" userId="07ff411a-66f7-465a-b510-6e151720042c" providerId="ADAL" clId="{A9FAACB8-2723-4153-B464-AC1B26F86173}" dt="2026-01-28T15:30:29.101" v="5997" actId="20577"/>
        <pc:sldMkLst>
          <pc:docMk/>
          <pc:sldMk cId="2347134502" sldId="2147483607"/>
        </pc:sldMkLst>
        <pc:spChg chg="mod">
          <ac:chgData name="Szeliga, Agata" userId="07ff411a-66f7-465a-b510-6e151720042c" providerId="ADAL" clId="{A9FAACB8-2723-4153-B464-AC1B26F86173}" dt="2026-01-28T15:30:15.085" v="5959" actId="20577"/>
          <ac:spMkLst>
            <pc:docMk/>
            <pc:sldMk cId="2347134502" sldId="2147483607"/>
            <ac:spMk id="2" creationId="{3652953F-1074-31F9-1338-8C66AA0E93CF}"/>
          </ac:spMkLst>
        </pc:spChg>
        <pc:spChg chg="mod">
          <ac:chgData name="Szeliga, Agata" userId="07ff411a-66f7-465a-b510-6e151720042c" providerId="ADAL" clId="{A9FAACB8-2723-4153-B464-AC1B26F86173}" dt="2026-01-28T15:30:29.101" v="5997" actId="20577"/>
          <ac:spMkLst>
            <pc:docMk/>
            <pc:sldMk cId="2347134502" sldId="2147483607"/>
            <ac:spMk id="3" creationId="{4F000D00-EBBE-C086-5B19-A3E038FDF80D}"/>
          </ac:spMkLst>
        </pc:spChg>
        <pc:spChg chg="mod">
          <ac:chgData name="Szeliga, Agata" userId="07ff411a-66f7-465a-b510-6e151720042c" providerId="ADAL" clId="{A9FAACB8-2723-4153-B464-AC1B26F86173}" dt="2026-01-28T15:28:54.405" v="5957" actId="20577"/>
          <ac:spMkLst>
            <pc:docMk/>
            <pc:sldMk cId="2347134502" sldId="2147483607"/>
            <ac:spMk id="11" creationId="{C03431B0-E6C8-7935-76C6-85DDD511B9A1}"/>
          </ac:spMkLst>
        </pc:spChg>
        <pc:picChg chg="del">
          <ac:chgData name="Szeliga, Agata" userId="07ff411a-66f7-465a-b510-6e151720042c" providerId="ADAL" clId="{A9FAACB8-2723-4153-B464-AC1B26F86173}" dt="2026-01-28T15:23:09.663" v="5937" actId="478"/>
          <ac:picMkLst>
            <pc:docMk/>
            <pc:sldMk cId="2347134502" sldId="2147483607"/>
            <ac:picMk id="6" creationId="{94C96ACF-33F1-8EFF-4C8D-47F7B018BA4E}"/>
          </ac:picMkLst>
        </pc:picChg>
      </pc:sldChg>
      <pc:sldChg chg="modCm">
        <pc:chgData name="Szeliga, Agata" userId="07ff411a-66f7-465a-b510-6e151720042c" providerId="ADAL" clId="{A9FAACB8-2723-4153-B464-AC1B26F86173}" dt="2026-01-26T12:44:49.522" v="5249"/>
        <pc:sldMkLst>
          <pc:docMk/>
          <pc:sldMk cId="1510809051" sldId="2147483608"/>
        </pc:sldMkLst>
      </pc:sldChg>
      <pc:sldChg chg="modSp mod modCm">
        <pc:chgData name="Szeliga, Agata" userId="07ff411a-66f7-465a-b510-6e151720042c" providerId="ADAL" clId="{A9FAACB8-2723-4153-B464-AC1B26F86173}" dt="2026-01-28T15:33:18.519" v="6216" actId="20577"/>
        <pc:sldMkLst>
          <pc:docMk/>
          <pc:sldMk cId="364236247" sldId="2147483609"/>
        </pc:sldMkLst>
        <pc:spChg chg="mod">
          <ac:chgData name="Szeliga, Agata" userId="07ff411a-66f7-465a-b510-6e151720042c" providerId="ADAL" clId="{A9FAACB8-2723-4153-B464-AC1B26F86173}" dt="2026-01-28T15:33:18.519" v="6216" actId="20577"/>
          <ac:spMkLst>
            <pc:docMk/>
            <pc:sldMk cId="364236247" sldId="2147483609"/>
            <ac:spMk id="2" creationId="{5C668CD0-04B6-5C30-27A2-F94E12900C57}"/>
          </ac:spMkLst>
        </pc:spChg>
        <pc:spChg chg="mod">
          <ac:chgData name="Szeliga, Agata" userId="07ff411a-66f7-465a-b510-6e151720042c" providerId="ADAL" clId="{A9FAACB8-2723-4153-B464-AC1B26F86173}" dt="2026-01-28T15:32:47.753" v="6159" actId="5793"/>
          <ac:spMkLst>
            <pc:docMk/>
            <pc:sldMk cId="364236247" sldId="2147483609"/>
            <ac:spMk id="4" creationId="{D0FA5132-9281-1C44-1976-29F1E059451B}"/>
          </ac:spMkLst>
        </pc:spChg>
      </pc:sldChg>
      <pc:sldChg chg="modSp mod modCm">
        <pc:chgData name="Szeliga, Agata" userId="07ff411a-66f7-465a-b510-6e151720042c" providerId="ADAL" clId="{A9FAACB8-2723-4153-B464-AC1B26F86173}" dt="2026-01-28T15:40:31.455" v="6647" actId="20577"/>
        <pc:sldMkLst>
          <pc:docMk/>
          <pc:sldMk cId="481371196" sldId="2147483610"/>
        </pc:sldMkLst>
        <pc:spChg chg="mod">
          <ac:chgData name="Szeliga, Agata" userId="07ff411a-66f7-465a-b510-6e151720042c" providerId="ADAL" clId="{A9FAACB8-2723-4153-B464-AC1B26F86173}" dt="2026-01-28T15:40:31.455" v="6647" actId="20577"/>
          <ac:spMkLst>
            <pc:docMk/>
            <pc:sldMk cId="481371196" sldId="2147483610"/>
            <ac:spMk id="2" creationId="{B6022CFB-5D19-BBB6-7A00-50FFD74EDCE6}"/>
          </ac:spMkLst>
        </pc:spChg>
        <pc:spChg chg="mod">
          <ac:chgData name="Szeliga, Agata" userId="07ff411a-66f7-465a-b510-6e151720042c" providerId="ADAL" clId="{A9FAACB8-2723-4153-B464-AC1B26F86173}" dt="2026-01-28T15:38:27.203" v="6565" actId="20577"/>
          <ac:spMkLst>
            <pc:docMk/>
            <pc:sldMk cId="481371196" sldId="2147483610"/>
            <ac:spMk id="11" creationId="{DD64BAAD-489F-AE4A-88DB-54719A524F17}"/>
          </ac:spMkLst>
        </pc:spChg>
      </pc:sldChg>
      <pc:sldChg chg="modSp mod ord">
        <pc:chgData name="Szeliga, Agata" userId="07ff411a-66f7-465a-b510-6e151720042c" providerId="ADAL" clId="{A9FAACB8-2723-4153-B464-AC1B26F86173}" dt="2026-01-28T15:31:57.126" v="6142" actId="20577"/>
        <pc:sldMkLst>
          <pc:docMk/>
          <pc:sldMk cId="2344209281" sldId="2147483611"/>
        </pc:sldMkLst>
        <pc:spChg chg="mod">
          <ac:chgData name="Szeliga, Agata" userId="07ff411a-66f7-465a-b510-6e151720042c" providerId="ADAL" clId="{A9FAACB8-2723-4153-B464-AC1B26F86173}" dt="2026-01-28T15:31:57.126" v="6142" actId="20577"/>
          <ac:spMkLst>
            <pc:docMk/>
            <pc:sldMk cId="2344209281" sldId="2147483611"/>
            <ac:spMk id="2" creationId="{C268B62C-0E0A-3231-D455-E5B89B1219C0}"/>
          </ac:spMkLst>
        </pc:spChg>
        <pc:spChg chg="mod">
          <ac:chgData name="Szeliga, Agata" userId="07ff411a-66f7-465a-b510-6e151720042c" providerId="ADAL" clId="{A9FAACB8-2723-4153-B464-AC1B26F86173}" dt="2026-01-28T15:31:18.062" v="6075" actId="20577"/>
          <ac:spMkLst>
            <pc:docMk/>
            <pc:sldMk cId="2344209281" sldId="2147483611"/>
            <ac:spMk id="4" creationId="{67BEA0E0-D171-A870-1F36-B5781400BB6B}"/>
          </ac:spMkLst>
        </pc:spChg>
        <pc:spChg chg="mod">
          <ac:chgData name="Szeliga, Agata" userId="07ff411a-66f7-465a-b510-6e151720042c" providerId="ADAL" clId="{A9FAACB8-2723-4153-B464-AC1B26F86173}" dt="2026-01-28T15:30:51.487" v="6023" actId="20577"/>
          <ac:spMkLst>
            <pc:docMk/>
            <pc:sldMk cId="2344209281" sldId="2147483611"/>
            <ac:spMk id="11" creationId="{46EE9E84-E012-BD0C-4B0C-7B7A7DC08E6F}"/>
          </ac:spMkLst>
        </pc:spChg>
      </pc:sldChg>
      <pc:sldChg chg="modSp mod modCm">
        <pc:chgData name="Szeliga, Agata" userId="07ff411a-66f7-465a-b510-6e151720042c" providerId="ADAL" clId="{A9FAACB8-2723-4153-B464-AC1B26F86173}" dt="2026-01-28T15:37:19.947" v="6434" actId="20577"/>
        <pc:sldMkLst>
          <pc:docMk/>
          <pc:sldMk cId="3033974711" sldId="2147483613"/>
        </pc:sldMkLst>
        <pc:spChg chg="mod">
          <ac:chgData name="Szeliga, Agata" userId="07ff411a-66f7-465a-b510-6e151720042c" providerId="ADAL" clId="{A9FAACB8-2723-4153-B464-AC1B26F86173}" dt="2026-01-28T15:37:02.683" v="6404" actId="20577"/>
          <ac:spMkLst>
            <pc:docMk/>
            <pc:sldMk cId="3033974711" sldId="2147483613"/>
            <ac:spMk id="2" creationId="{2E742473-62ED-D1C4-43B9-99A52EB6281B}"/>
          </ac:spMkLst>
        </pc:spChg>
        <pc:spChg chg="mod">
          <ac:chgData name="Szeliga, Agata" userId="07ff411a-66f7-465a-b510-6e151720042c" providerId="ADAL" clId="{A9FAACB8-2723-4153-B464-AC1B26F86173}" dt="2026-01-28T15:37:19.947" v="6434" actId="20577"/>
          <ac:spMkLst>
            <pc:docMk/>
            <pc:sldMk cId="3033974711" sldId="2147483613"/>
            <ac:spMk id="4" creationId="{0F532583-CC94-0BD8-85A6-DF8AD654CF82}"/>
          </ac:spMkLst>
        </pc:spChg>
      </pc:sldChg>
      <pc:sldChg chg="modSp add mod modCm">
        <pc:chgData name="Szeliga, Agata" userId="07ff411a-66f7-465a-b510-6e151720042c" providerId="ADAL" clId="{A9FAACB8-2723-4153-B464-AC1B26F86173}" dt="2026-01-28T15:44:33.058" v="7167"/>
        <pc:sldMkLst>
          <pc:docMk/>
          <pc:sldMk cId="355669180" sldId="2147483614"/>
        </pc:sldMkLst>
        <pc:spChg chg="mod">
          <ac:chgData name="Szeliga, Agata" userId="07ff411a-66f7-465a-b510-6e151720042c" providerId="ADAL" clId="{A9FAACB8-2723-4153-B464-AC1B26F86173}" dt="2026-01-28T15:44:33.058" v="7167"/>
          <ac:spMkLst>
            <pc:docMk/>
            <pc:sldMk cId="355669180" sldId="2147483614"/>
            <ac:spMk id="3" creationId="{11DCAC7E-F731-8630-396F-7DBB2B31BB23}"/>
          </ac:spMkLst>
        </pc:spChg>
        <pc:spChg chg="mod">
          <ac:chgData name="Szeliga, Agata" userId="07ff411a-66f7-465a-b510-6e151720042c" providerId="ADAL" clId="{A9FAACB8-2723-4153-B464-AC1B26F86173}" dt="2026-01-28T15:40:56.624" v="6648" actId="20577"/>
          <ac:spMkLst>
            <pc:docMk/>
            <pc:sldMk cId="355669180" sldId="2147483614"/>
            <ac:spMk id="11" creationId="{63FD9B73-1DCC-EDC6-0533-7E553E78F345}"/>
          </ac:spMkLst>
        </pc:spChg>
      </pc:sldChg>
      <pc:sldChg chg="modSp new mod modCm">
        <pc:chgData name="Szeliga, Agata" userId="07ff411a-66f7-465a-b510-6e151720042c" providerId="ADAL" clId="{A9FAACB8-2723-4153-B464-AC1B26F86173}" dt="2026-01-28T15:48:03.356" v="7289" actId="20577"/>
        <pc:sldMkLst>
          <pc:docMk/>
          <pc:sldMk cId="467404138" sldId="2147483615"/>
        </pc:sldMkLst>
        <pc:spChg chg="mod">
          <ac:chgData name="Szeliga, Agata" userId="07ff411a-66f7-465a-b510-6e151720042c" providerId="ADAL" clId="{A9FAACB8-2723-4153-B464-AC1B26F86173}" dt="2026-01-26T12:47:35.250" v="5268" actId="20577"/>
          <ac:spMkLst>
            <pc:docMk/>
            <pc:sldMk cId="467404138" sldId="2147483615"/>
            <ac:spMk id="2" creationId="{9901EE71-273B-E96E-8B64-C67BE827951C}"/>
          </ac:spMkLst>
        </pc:spChg>
        <pc:graphicFrameChg chg="modGraphic">
          <ac:chgData name="Szeliga, Agata" userId="07ff411a-66f7-465a-b510-6e151720042c" providerId="ADAL" clId="{A9FAACB8-2723-4153-B464-AC1B26F86173}" dt="2026-01-28T15:48:03.356" v="7289" actId="20577"/>
          <ac:graphicFrameMkLst>
            <pc:docMk/>
            <pc:sldMk cId="467404138" sldId="2147483615"/>
            <ac:graphicFrameMk id="7" creationId="{AB0795A4-0B25-43E3-7D32-7323206391F3}"/>
          </ac:graphicFrameMkLst>
        </pc:graphicFrameChg>
      </pc:sldChg>
      <pc:sldChg chg="modSp mod">
        <pc:chgData name="Szeliga, Agata" userId="07ff411a-66f7-465a-b510-6e151720042c" providerId="ADAL" clId="{A9FAACB8-2723-4153-B464-AC1B26F86173}" dt="2026-01-28T15:08:50.836" v="5333" actId="20577"/>
        <pc:sldMkLst>
          <pc:docMk/>
          <pc:sldMk cId="2779288487" sldId="2147483617"/>
        </pc:sldMkLst>
        <pc:spChg chg="mod">
          <ac:chgData name="Szeliga, Agata" userId="07ff411a-66f7-465a-b510-6e151720042c" providerId="ADAL" clId="{A9FAACB8-2723-4153-B464-AC1B26F86173}" dt="2026-01-28T15:08:50.836" v="5333" actId="20577"/>
          <ac:spMkLst>
            <pc:docMk/>
            <pc:sldMk cId="2779288487" sldId="2147483617"/>
            <ac:spMk id="6" creationId="{10888C6B-2216-DF11-18D8-1EFD85B889B7}"/>
          </ac:spMkLst>
        </pc:spChg>
      </pc:sldChg>
      <pc:sldChg chg="addSp modSp mod">
        <pc:chgData name="Szeliga, Agata" userId="07ff411a-66f7-465a-b510-6e151720042c" providerId="ADAL" clId="{A9FAACB8-2723-4153-B464-AC1B26F86173}" dt="2026-01-28T15:12:47.231" v="5409" actId="14100"/>
        <pc:sldMkLst>
          <pc:docMk/>
          <pc:sldMk cId="2975464945" sldId="2147483618"/>
        </pc:sldMkLst>
        <pc:spChg chg="mod">
          <ac:chgData name="Szeliga, Agata" userId="07ff411a-66f7-465a-b510-6e151720042c" providerId="ADAL" clId="{A9FAACB8-2723-4153-B464-AC1B26F86173}" dt="2026-01-28T15:11:22.294" v="5373" actId="20577"/>
          <ac:spMkLst>
            <pc:docMk/>
            <pc:sldMk cId="2975464945" sldId="2147483618"/>
            <ac:spMk id="2" creationId="{4B0B0135-AD95-707A-9B81-985037AF421E}"/>
          </ac:spMkLst>
        </pc:spChg>
        <pc:spChg chg="mod">
          <ac:chgData name="Szeliga, Agata" userId="07ff411a-66f7-465a-b510-6e151720042c" providerId="ADAL" clId="{A9FAACB8-2723-4153-B464-AC1B26F86173}" dt="2026-01-28T15:10:24.704" v="5336" actId="20577"/>
          <ac:spMkLst>
            <pc:docMk/>
            <pc:sldMk cId="2975464945" sldId="2147483618"/>
            <ac:spMk id="4" creationId="{410BCC4A-D6FC-B019-CDD5-A6298C5F5D23}"/>
          </ac:spMkLst>
        </pc:spChg>
        <pc:spChg chg="add mod">
          <ac:chgData name="Szeliga, Agata" userId="07ff411a-66f7-465a-b510-6e151720042c" providerId="ADAL" clId="{A9FAACB8-2723-4153-B464-AC1B26F86173}" dt="2026-01-28T15:11:55.705" v="5406" actId="1076"/>
          <ac:spMkLst>
            <pc:docMk/>
            <pc:sldMk cId="2975464945" sldId="2147483618"/>
            <ac:spMk id="6" creationId="{57803F6B-42AD-687A-524D-A79594C2E472}"/>
          </ac:spMkLst>
        </pc:spChg>
        <pc:spChg chg="add mod">
          <ac:chgData name="Szeliga, Agata" userId="07ff411a-66f7-465a-b510-6e151720042c" providerId="ADAL" clId="{A9FAACB8-2723-4153-B464-AC1B26F86173}" dt="2026-01-28T15:12:47.231" v="5409" actId="14100"/>
          <ac:spMkLst>
            <pc:docMk/>
            <pc:sldMk cId="2975464945" sldId="2147483618"/>
            <ac:spMk id="7" creationId="{2E2E26F2-CDEC-959C-7FF8-2CBF1A466346}"/>
          </ac:spMkLst>
        </pc:spChg>
        <pc:spChg chg="mod">
          <ac:chgData name="Szeliga, Agata" userId="07ff411a-66f7-465a-b510-6e151720042c" providerId="ADAL" clId="{A9FAACB8-2723-4153-B464-AC1B26F86173}" dt="2026-01-28T15:09:46.991" v="5335" actId="20577"/>
          <ac:spMkLst>
            <pc:docMk/>
            <pc:sldMk cId="2975464945" sldId="2147483618"/>
            <ac:spMk id="11" creationId="{E320411C-1D4C-2122-7405-A4C8648CB9BC}"/>
          </ac:spMkLst>
        </pc:spChg>
      </pc:sldChg>
      <pc:sldChg chg="modSp mod modNotesTx">
        <pc:chgData name="Szeliga, Agata" userId="07ff411a-66f7-465a-b510-6e151720042c" providerId="ADAL" clId="{A9FAACB8-2723-4153-B464-AC1B26F86173}" dt="2026-01-28T15:17:53.234" v="5640" actId="20577"/>
        <pc:sldMkLst>
          <pc:docMk/>
          <pc:sldMk cId="1205920759" sldId="2147483619"/>
        </pc:sldMkLst>
        <pc:spChg chg="mod">
          <ac:chgData name="Szeliga, Agata" userId="07ff411a-66f7-465a-b510-6e151720042c" providerId="ADAL" clId="{A9FAACB8-2723-4153-B464-AC1B26F86173}" dt="2026-01-28T15:17:53.234" v="5640" actId="20577"/>
          <ac:spMkLst>
            <pc:docMk/>
            <pc:sldMk cId="1205920759" sldId="2147483619"/>
            <ac:spMk id="3" creationId="{F2E6EEE1-7BEF-F83D-B092-7BF5FA3DE8F7}"/>
          </ac:spMkLst>
        </pc:spChg>
        <pc:spChg chg="mod">
          <ac:chgData name="Szeliga, Agata" userId="07ff411a-66f7-465a-b510-6e151720042c" providerId="ADAL" clId="{A9FAACB8-2723-4153-B464-AC1B26F86173}" dt="2026-01-28T15:14:01.196" v="5427" actId="1076"/>
          <ac:spMkLst>
            <pc:docMk/>
            <pc:sldMk cId="1205920759" sldId="2147483619"/>
            <ac:spMk id="5" creationId="{5B31913E-5A13-B4EF-3A5F-B2C58A7D8AC3}"/>
          </ac:spMkLst>
        </pc:spChg>
      </pc:sldChg>
      <pc:sldChg chg="modSp mod">
        <pc:chgData name="Szeliga, Agata" userId="07ff411a-66f7-465a-b510-6e151720042c" providerId="ADAL" clId="{A9FAACB8-2723-4153-B464-AC1B26F86173}" dt="2026-01-28T15:46:06.057" v="7222" actId="20577"/>
        <pc:sldMkLst>
          <pc:docMk/>
          <pc:sldMk cId="3293085314" sldId="2147483620"/>
        </pc:sldMkLst>
        <pc:spChg chg="mod">
          <ac:chgData name="Szeliga, Agata" userId="07ff411a-66f7-465a-b510-6e151720042c" providerId="ADAL" clId="{A9FAACB8-2723-4153-B464-AC1B26F86173}" dt="2026-01-28T15:46:06.057" v="7222" actId="20577"/>
          <ac:spMkLst>
            <pc:docMk/>
            <pc:sldMk cId="3293085314" sldId="2147483620"/>
            <ac:spMk id="2" creationId="{7231599F-2D06-9B8E-BDF4-857922D1F2D0}"/>
          </ac:spMkLst>
        </pc:spChg>
      </pc:sldChg>
      <pc:sldChg chg="modSp del mod">
        <pc:chgData name="Szeliga, Agata" userId="07ff411a-66f7-465a-b510-6e151720042c" providerId="ADAL" clId="{A9FAACB8-2723-4153-B464-AC1B26F86173}" dt="2026-01-28T15:44:48.582" v="7168" actId="2696"/>
        <pc:sldMkLst>
          <pc:docMk/>
          <pc:sldMk cId="800911348" sldId="2147483621"/>
        </pc:sldMkLst>
        <pc:spChg chg="mod">
          <ac:chgData name="Szeliga, Agata" userId="07ff411a-66f7-465a-b510-6e151720042c" providerId="ADAL" clId="{A9FAACB8-2723-4153-B464-AC1B26F86173}" dt="2026-01-28T15:44:24.832" v="7164" actId="20577"/>
          <ac:spMkLst>
            <pc:docMk/>
            <pc:sldMk cId="800911348" sldId="2147483621"/>
            <ac:spMk id="2" creationId="{1908894D-4E00-38F6-7C7B-1A26654CD84B}"/>
          </ac:spMkLst>
        </pc:spChg>
      </pc:sldChg>
      <pc:sldChg chg="modSp mod">
        <pc:chgData name="Szeliga, Agata" userId="07ff411a-66f7-465a-b510-6e151720042c" providerId="ADAL" clId="{A9FAACB8-2723-4153-B464-AC1B26F86173}" dt="2026-01-28T15:45:26.945" v="7204" actId="20577"/>
        <pc:sldMkLst>
          <pc:docMk/>
          <pc:sldMk cId="2668889640" sldId="2147483622"/>
        </pc:sldMkLst>
        <pc:spChg chg="mod">
          <ac:chgData name="Szeliga, Agata" userId="07ff411a-66f7-465a-b510-6e151720042c" providerId="ADAL" clId="{A9FAACB8-2723-4153-B464-AC1B26F86173}" dt="2026-01-28T15:45:26.945" v="7204" actId="20577"/>
          <ac:spMkLst>
            <pc:docMk/>
            <pc:sldMk cId="2668889640" sldId="2147483622"/>
            <ac:spMk id="11" creationId="{0AFA83C2-C477-09FA-2F56-D942792C6059}"/>
          </ac:spMkLst>
        </pc:spChg>
      </pc:sldChg>
    </pc:docChg>
  </pc:docChgLst>
  <pc:docChgLst>
    <pc:chgData name="Szeliga, Agata" userId="S::agata.szeliga@skslegal.pl::07ff411a-66f7-465a-b510-6e151720042c" providerId="AD" clId="Web-{6F914680-EA25-DFAA-609C-50E3DC70A710}"/>
    <pc:docChg chg="modSld">
      <pc:chgData name="Szeliga, Agata" userId="S::agata.szeliga@skslegal.pl::07ff411a-66f7-465a-b510-6e151720042c" providerId="AD" clId="Web-{6F914680-EA25-DFAA-609C-50E3DC70A710}" dt="2026-01-26T11:57:56.287" v="297" actId="20577"/>
      <pc:docMkLst>
        <pc:docMk/>
      </pc:docMkLst>
      <pc:sldChg chg="modSp">
        <pc:chgData name="Szeliga, Agata" userId="S::agata.szeliga@skslegal.pl::07ff411a-66f7-465a-b510-6e151720042c" providerId="AD" clId="Web-{6F914680-EA25-DFAA-609C-50E3DC70A710}" dt="2026-01-26T11:57:56.287" v="297" actId="20577"/>
        <pc:sldMkLst>
          <pc:docMk/>
          <pc:sldMk cId="2090730323" sldId="2147483605"/>
        </pc:sldMkLst>
      </pc:sldChg>
      <pc:sldChg chg="modSp">
        <pc:chgData name="Szeliga, Agata" userId="S::agata.szeliga@skslegal.pl::07ff411a-66f7-465a-b510-6e151720042c" providerId="AD" clId="Web-{6F914680-EA25-DFAA-609C-50E3DC70A710}" dt="2026-01-26T11:56:03.256" v="187" actId="20577"/>
        <pc:sldMkLst>
          <pc:docMk/>
          <pc:sldMk cId="1990683167" sldId="2147483606"/>
        </pc:sldMkLst>
      </pc:sldChg>
    </pc:docChg>
  </pc:docChgLst>
  <pc:docChgLst>
    <pc:chgData name="Tujakowska, Anna" userId="S::anna.tujakowska@skslegal.pl::f0a17e37-ade2-48ae-a24e-905dd39bc9ea" providerId="AD" clId="Web-{1A858F12-4A4D-8990-A505-54325AB9B5A4}"/>
    <pc:docChg chg="modSld">
      <pc:chgData name="Tujakowska, Anna" userId="S::anna.tujakowska@skslegal.pl::f0a17e37-ade2-48ae-a24e-905dd39bc9ea" providerId="AD" clId="Web-{1A858F12-4A4D-8990-A505-54325AB9B5A4}" dt="2026-01-26T13:57:51.123" v="19" actId="20577"/>
      <pc:docMkLst>
        <pc:docMk/>
      </pc:docMkLst>
      <pc:sldChg chg="addSp modSp">
        <pc:chgData name="Tujakowska, Anna" userId="S::anna.tujakowska@skslegal.pl::f0a17e37-ade2-48ae-a24e-905dd39bc9ea" providerId="AD" clId="Web-{1A858F12-4A4D-8990-A505-54325AB9B5A4}" dt="2026-01-26T13:57:51.123" v="19" actId="20577"/>
        <pc:sldMkLst>
          <pc:docMk/>
          <pc:sldMk cId="3601777203" sldId="2147481348"/>
        </pc:sldMkLst>
        <pc:spChg chg="mod">
          <ac:chgData name="Tujakowska, Anna" userId="S::anna.tujakowska@skslegal.pl::f0a17e37-ade2-48ae-a24e-905dd39bc9ea" providerId="AD" clId="Web-{1A858F12-4A4D-8990-A505-54325AB9B5A4}" dt="2026-01-26T13:57:51.123" v="19" actId="20577"/>
          <ac:spMkLst>
            <pc:docMk/>
            <pc:sldMk cId="3601777203" sldId="2147481348"/>
            <ac:spMk id="2" creationId="{D76F216D-E5C0-5730-3223-81AE4DEFE49F}"/>
          </ac:spMkLst>
        </pc:spChg>
        <pc:spChg chg="add mod">
          <ac:chgData name="Tujakowska, Anna" userId="S::anna.tujakowska@skslegal.pl::f0a17e37-ade2-48ae-a24e-905dd39bc9ea" providerId="AD" clId="Web-{1A858F12-4A4D-8990-A505-54325AB9B5A4}" dt="2026-01-26T13:57:26.936" v="5" actId="1076"/>
          <ac:spMkLst>
            <pc:docMk/>
            <pc:sldMk cId="3601777203" sldId="2147481348"/>
            <ac:spMk id="3" creationId="{2556A3C3-3558-915B-20A5-DA66BD688474}"/>
          </ac:spMkLst>
        </pc:spChg>
        <pc:picChg chg="add mod">
          <ac:chgData name="Tujakowska, Anna" userId="S::anna.tujakowska@skslegal.pl::f0a17e37-ade2-48ae-a24e-905dd39bc9ea" providerId="AD" clId="Web-{1A858F12-4A4D-8990-A505-54325AB9B5A4}" dt="2026-01-26T13:57:46.545" v="17" actId="1076"/>
          <ac:picMkLst>
            <pc:docMk/>
            <pc:sldMk cId="3601777203" sldId="2147481348"/>
            <ac:picMk id="4" creationId="{306084F8-CEBE-7BFA-0744-AD6802323B68}"/>
          </ac:picMkLst>
        </pc:picChg>
      </pc:sldChg>
      <pc:sldChg chg="addSp modSp">
        <pc:chgData name="Tujakowska, Anna" userId="S::anna.tujakowska@skslegal.pl::f0a17e37-ade2-48ae-a24e-905dd39bc9ea" providerId="AD" clId="Web-{1A858F12-4A4D-8990-A505-54325AB9B5A4}" dt="2026-01-26T13:52:20.030" v="2" actId="1076"/>
        <pc:sldMkLst>
          <pc:docMk/>
          <pc:sldMk cId="1510809051" sldId="2147483608"/>
        </pc:sldMkLst>
        <pc:spChg chg="add mod">
          <ac:chgData name="Tujakowska, Anna" userId="S::anna.tujakowska@skslegal.pl::f0a17e37-ade2-48ae-a24e-905dd39bc9ea" providerId="AD" clId="Web-{1A858F12-4A4D-8990-A505-54325AB9B5A4}" dt="2026-01-26T13:52:20.030" v="2" actId="1076"/>
          <ac:spMkLst>
            <pc:docMk/>
            <pc:sldMk cId="1510809051" sldId="2147483608"/>
            <ac:spMk id="3" creationId="{159F958D-BC0D-F59D-C741-4BA9AB5FE2E3}"/>
          </ac:spMkLst>
        </pc:spChg>
      </pc:sldChg>
    </pc:docChg>
  </pc:docChgLst>
  <pc:docChgLst>
    <pc:chgData name="Tujakowska, Anna" userId="S::anna.tujakowska@skslegal.pl::f0a17e37-ade2-48ae-a24e-905dd39bc9ea" providerId="AD" clId="Web-{06FE5872-9D00-A661-0CB1-BF16214F0FF1}"/>
    <pc:docChg chg="modSld">
      <pc:chgData name="Tujakowska, Anna" userId="S::anna.tujakowska@skslegal.pl::f0a17e37-ade2-48ae-a24e-905dd39bc9ea" providerId="AD" clId="Web-{06FE5872-9D00-A661-0CB1-BF16214F0FF1}" dt="2026-01-26T11:46:04.781" v="131"/>
      <pc:docMkLst>
        <pc:docMk/>
      </pc:docMkLst>
      <pc:sldChg chg="modSp modNotes">
        <pc:chgData name="Tujakowska, Anna" userId="S::anna.tujakowska@skslegal.pl::f0a17e37-ade2-48ae-a24e-905dd39bc9ea" providerId="AD" clId="Web-{06FE5872-9D00-A661-0CB1-BF16214F0FF1}" dt="2026-01-26T11:45:24.983" v="37"/>
        <pc:sldMkLst>
          <pc:docMk/>
          <pc:sldMk cId="1391488032" sldId="2147483604"/>
        </pc:sldMkLst>
      </pc:sldChg>
    </pc:docChg>
  </pc:docChgLst>
  <pc:docChgLst>
    <pc:chgData name="Guberska, Aleksandra" userId="S::aleksandra.guberska@skslegal.pl::5eb46753-fcb9-40b8-b853-27caf0515e8b" providerId="AD" clId="Web-{9D6CCBB6-D828-B25F-DEFE-6636100A3003}"/>
    <pc:docChg chg="modSld">
      <pc:chgData name="Guberska, Aleksandra" userId="S::aleksandra.guberska@skslegal.pl::5eb46753-fcb9-40b8-b853-27caf0515e8b" providerId="AD" clId="Web-{9D6CCBB6-D828-B25F-DEFE-6636100A3003}" dt="2026-01-28T12:26:21.480" v="43" actId="20577"/>
      <pc:docMkLst>
        <pc:docMk/>
      </pc:docMkLst>
      <pc:sldChg chg="modSp">
        <pc:chgData name="Guberska, Aleksandra" userId="S::aleksandra.guberska@skslegal.pl::5eb46753-fcb9-40b8-b853-27caf0515e8b" providerId="AD" clId="Web-{9D6CCBB6-D828-B25F-DEFE-6636100A3003}" dt="2026-01-28T12:26:21.480" v="43" actId="20577"/>
        <pc:sldMkLst>
          <pc:docMk/>
          <pc:sldMk cId="467404138" sldId="2147483615"/>
        </pc:sldMkLst>
        <pc:spChg chg="mod">
          <ac:chgData name="Guberska, Aleksandra" userId="S::aleksandra.guberska@skslegal.pl::5eb46753-fcb9-40b8-b853-27caf0515e8b" providerId="AD" clId="Web-{9D6CCBB6-D828-B25F-DEFE-6636100A3003}" dt="2026-01-28T12:26:21.480" v="43" actId="20577"/>
          <ac:spMkLst>
            <pc:docMk/>
            <pc:sldMk cId="467404138" sldId="2147483615"/>
            <ac:spMk id="2" creationId="{9901EE71-273B-E96E-8B64-C67BE827951C}"/>
          </ac:spMkLst>
        </pc:spChg>
      </pc:sldChg>
      <pc:sldChg chg="modSp">
        <pc:chgData name="Guberska, Aleksandra" userId="S::aleksandra.guberska@skslegal.pl::5eb46753-fcb9-40b8-b853-27caf0515e8b" providerId="AD" clId="Web-{9D6CCBB6-D828-B25F-DEFE-6636100A3003}" dt="2026-01-28T12:23:05.198" v="38" actId="20577"/>
        <pc:sldMkLst>
          <pc:docMk/>
          <pc:sldMk cId="3293085314" sldId="2147483620"/>
        </pc:sldMkLst>
        <pc:spChg chg="mod">
          <ac:chgData name="Guberska, Aleksandra" userId="S::aleksandra.guberska@skslegal.pl::5eb46753-fcb9-40b8-b853-27caf0515e8b" providerId="AD" clId="Web-{9D6CCBB6-D828-B25F-DEFE-6636100A3003}" dt="2026-01-28T12:23:05.198" v="38" actId="20577"/>
          <ac:spMkLst>
            <pc:docMk/>
            <pc:sldMk cId="3293085314" sldId="2147483620"/>
            <ac:spMk id="2" creationId="{7231599F-2D06-9B8E-BDF4-857922D1F2D0}"/>
          </ac:spMkLst>
        </pc:spChg>
      </pc:sldChg>
    </pc:docChg>
  </pc:docChgLst>
  <pc:docChgLst>
    <pc:chgData name="Tujakowska, Anna" userId="S::anna.tujakowska@skslegal.pl::f0a17e37-ade2-48ae-a24e-905dd39bc9ea" providerId="AD" clId="Web-{21EF532A-D544-72D3-8BDA-54C884B0CB83}"/>
    <pc:docChg chg="modSld sldOrd">
      <pc:chgData name="Tujakowska, Anna" userId="S::anna.tujakowska@skslegal.pl::f0a17e37-ade2-48ae-a24e-905dd39bc9ea" providerId="AD" clId="Web-{21EF532A-D544-72D3-8BDA-54C884B0CB83}" dt="2026-01-28T14:31:01.382" v="4" actId="20577"/>
      <pc:docMkLst>
        <pc:docMk/>
      </pc:docMkLst>
      <pc:sldChg chg="modSp">
        <pc:chgData name="Tujakowska, Anna" userId="S::anna.tujakowska@skslegal.pl::f0a17e37-ade2-48ae-a24e-905dd39bc9ea" providerId="AD" clId="Web-{21EF532A-D544-72D3-8BDA-54C884B0CB83}" dt="2026-01-28T14:31:01.382" v="4" actId="20577"/>
        <pc:sldMkLst>
          <pc:docMk/>
          <pc:sldMk cId="2347134502" sldId="2147483607"/>
        </pc:sldMkLst>
        <pc:spChg chg="mod">
          <ac:chgData name="Tujakowska, Anna" userId="S::anna.tujakowska@skslegal.pl::f0a17e37-ade2-48ae-a24e-905dd39bc9ea" providerId="AD" clId="Web-{21EF532A-D544-72D3-8BDA-54C884B0CB83}" dt="2026-01-28T14:31:01.382" v="4" actId="20577"/>
          <ac:spMkLst>
            <pc:docMk/>
            <pc:sldMk cId="2347134502" sldId="2147483607"/>
            <ac:spMk id="2" creationId="{3652953F-1074-31F9-1338-8C66AA0E93CF}"/>
          </ac:spMkLst>
        </pc:spChg>
      </pc:sldChg>
      <pc:sldChg chg="modSp">
        <pc:chgData name="Tujakowska, Anna" userId="S::anna.tujakowska@skslegal.pl::f0a17e37-ade2-48ae-a24e-905dd39bc9ea" providerId="AD" clId="Web-{21EF532A-D544-72D3-8BDA-54C884B0CB83}" dt="2026-01-28T14:30:21.726" v="0"/>
        <pc:sldMkLst>
          <pc:docMk/>
          <pc:sldMk cId="2779288487" sldId="2147483617"/>
        </pc:sldMkLst>
        <pc:spChg chg="mod">
          <ac:chgData name="Tujakowska, Anna" userId="S::anna.tujakowska@skslegal.pl::f0a17e37-ade2-48ae-a24e-905dd39bc9ea" providerId="AD" clId="Web-{21EF532A-D544-72D3-8BDA-54C884B0CB83}" dt="2026-01-28T14:30:21.726" v="0"/>
          <ac:spMkLst>
            <pc:docMk/>
            <pc:sldMk cId="2779288487" sldId="2147483617"/>
            <ac:spMk id="11" creationId="{F1DA9C85-313D-A5D7-C97C-AC3241F75B59}"/>
          </ac:spMkLst>
        </pc:spChg>
      </pc:sldChg>
      <pc:sldChg chg="ord">
        <pc:chgData name="Tujakowska, Anna" userId="S::anna.tujakowska@skslegal.pl::f0a17e37-ade2-48ae-a24e-905dd39bc9ea" providerId="AD" clId="Web-{21EF532A-D544-72D3-8BDA-54C884B0CB83}" dt="2026-01-28T14:30:26.944" v="1"/>
        <pc:sldMkLst>
          <pc:docMk/>
          <pc:sldMk cId="1205920759" sldId="2147483619"/>
        </pc:sldMkLst>
      </pc:sldChg>
    </pc:docChg>
  </pc:docChgLst>
  <pc:docChgLst>
    <pc:chgData name="Tujakowska, Anna" userId="f0a17e37-ade2-48ae-a24e-905dd39bc9ea" providerId="ADAL" clId="{913A4165-3F63-4390-BCF1-364E1305BF0F}"/>
    <pc:docChg chg="undo custSel addSld delSld modSld sldOrd modSection">
      <pc:chgData name="Tujakowska, Anna" userId="f0a17e37-ade2-48ae-a24e-905dd39bc9ea" providerId="ADAL" clId="{913A4165-3F63-4390-BCF1-364E1305BF0F}" dt="2026-01-28T13:12:13.506" v="2083" actId="1076"/>
      <pc:docMkLst>
        <pc:docMk/>
      </pc:docMkLst>
      <pc:sldChg chg="add">
        <pc:chgData name="Tujakowska, Anna" userId="f0a17e37-ade2-48ae-a24e-905dd39bc9ea" providerId="ADAL" clId="{913A4165-3F63-4390-BCF1-364E1305BF0F}" dt="2026-01-23T15:20:40.376" v="153"/>
        <pc:sldMkLst>
          <pc:docMk/>
          <pc:sldMk cId="4078313271" sldId="2147481240"/>
        </pc:sldMkLst>
      </pc:sldChg>
      <pc:sldChg chg="addSp modSp add mod modNotesTx">
        <pc:chgData name="Tujakowska, Anna" userId="f0a17e37-ade2-48ae-a24e-905dd39bc9ea" providerId="ADAL" clId="{913A4165-3F63-4390-BCF1-364E1305BF0F}" dt="2026-01-28T10:58:42.383" v="966" actId="1076"/>
        <pc:sldMkLst>
          <pc:docMk/>
          <pc:sldMk cId="3601777203" sldId="2147481348"/>
        </pc:sldMkLst>
        <pc:spChg chg="add mod">
          <ac:chgData name="Tujakowska, Anna" userId="f0a17e37-ade2-48ae-a24e-905dd39bc9ea" providerId="ADAL" clId="{913A4165-3F63-4390-BCF1-364E1305BF0F}" dt="2026-01-28T10:58:42.383" v="966" actId="1076"/>
          <ac:spMkLst>
            <pc:docMk/>
            <pc:sldMk cId="3601777203" sldId="2147481348"/>
            <ac:spMk id="6" creationId="{83E2886D-88E8-7CC0-7585-8B02B72460E4}"/>
          </ac:spMkLst>
        </pc:spChg>
        <pc:spChg chg="add mod">
          <ac:chgData name="Tujakowska, Anna" userId="f0a17e37-ade2-48ae-a24e-905dd39bc9ea" providerId="ADAL" clId="{913A4165-3F63-4390-BCF1-364E1305BF0F}" dt="2026-01-28T10:58:39.701" v="965" actId="1076"/>
          <ac:spMkLst>
            <pc:docMk/>
            <pc:sldMk cId="3601777203" sldId="2147481348"/>
            <ac:spMk id="8" creationId="{76BD63C5-0C45-408B-F9E0-BA5847E9F475}"/>
          </ac:spMkLst>
        </pc:spChg>
      </pc:sldChg>
      <pc:sldChg chg="add">
        <pc:chgData name="Tujakowska, Anna" userId="f0a17e37-ade2-48ae-a24e-905dd39bc9ea" providerId="ADAL" clId="{913A4165-3F63-4390-BCF1-364E1305BF0F}" dt="2026-01-23T15:21:10.260" v="154"/>
        <pc:sldMkLst>
          <pc:docMk/>
          <pc:sldMk cId="2737262917" sldId="2147481362"/>
        </pc:sldMkLst>
      </pc:sldChg>
      <pc:sldChg chg="add">
        <pc:chgData name="Tujakowska, Anna" userId="f0a17e37-ade2-48ae-a24e-905dd39bc9ea" providerId="ADAL" clId="{913A4165-3F63-4390-BCF1-364E1305BF0F}" dt="2026-01-23T15:20:40.376" v="153"/>
        <pc:sldMkLst>
          <pc:docMk/>
          <pc:sldMk cId="525894786" sldId="2147481370"/>
        </pc:sldMkLst>
      </pc:sldChg>
      <pc:sldChg chg="modSp mod ord">
        <pc:chgData name="Tujakowska, Anna" userId="f0a17e37-ade2-48ae-a24e-905dd39bc9ea" providerId="ADAL" clId="{913A4165-3F63-4390-BCF1-364E1305BF0F}" dt="2026-01-28T09:51:55.972" v="610" actId="20577"/>
        <pc:sldMkLst>
          <pc:docMk/>
          <pc:sldMk cId="3797350100" sldId="2147481405"/>
        </pc:sldMkLst>
        <pc:spChg chg="mod">
          <ac:chgData name="Tujakowska, Anna" userId="f0a17e37-ade2-48ae-a24e-905dd39bc9ea" providerId="ADAL" clId="{913A4165-3F63-4390-BCF1-364E1305BF0F}" dt="2026-01-28T09:51:55.972" v="610" actId="20577"/>
          <ac:spMkLst>
            <pc:docMk/>
            <pc:sldMk cId="3797350100" sldId="2147481405"/>
            <ac:spMk id="3" creationId="{4D76B869-E75F-5DA1-8F65-EF5A758D82EC}"/>
          </ac:spMkLst>
        </pc:spChg>
      </pc:sldChg>
      <pc:sldChg chg="addSp modSp mod">
        <pc:chgData name="Tujakowska, Anna" userId="f0a17e37-ade2-48ae-a24e-905dd39bc9ea" providerId="ADAL" clId="{913A4165-3F63-4390-BCF1-364E1305BF0F}" dt="2026-01-23T15:20:07.533" v="150"/>
        <pc:sldMkLst>
          <pc:docMk/>
          <pc:sldMk cId="1116990617" sldId="2147481408"/>
        </pc:sldMkLst>
        <pc:spChg chg="mod">
          <ac:chgData name="Tujakowska, Anna" userId="f0a17e37-ade2-48ae-a24e-905dd39bc9ea" providerId="ADAL" clId="{913A4165-3F63-4390-BCF1-364E1305BF0F}" dt="2026-01-23T15:19:52.064" v="148" actId="20577"/>
          <ac:spMkLst>
            <pc:docMk/>
            <pc:sldMk cId="1116990617" sldId="2147481408"/>
            <ac:spMk id="3" creationId="{CF25B34F-BEC5-C4C1-02A4-B2DB1A9FEE9B}"/>
          </ac:spMkLst>
        </pc:spChg>
        <pc:spChg chg="add">
          <ac:chgData name="Tujakowska, Anna" userId="f0a17e37-ade2-48ae-a24e-905dd39bc9ea" providerId="ADAL" clId="{913A4165-3F63-4390-BCF1-364E1305BF0F}" dt="2026-01-23T15:20:07.533" v="150"/>
          <ac:spMkLst>
            <pc:docMk/>
            <pc:sldMk cId="1116990617" sldId="2147481408"/>
            <ac:spMk id="4" creationId="{1C12BE56-60E3-30BA-A779-D8021463CB6F}"/>
          </ac:spMkLst>
        </pc:spChg>
      </pc:sldChg>
      <pc:sldChg chg="addSp delSp modSp mod">
        <pc:chgData name="Tujakowska, Anna" userId="f0a17e37-ade2-48ae-a24e-905dd39bc9ea" providerId="ADAL" clId="{913A4165-3F63-4390-BCF1-364E1305BF0F}" dt="2026-01-23T15:33:39.003" v="238" actId="22"/>
        <pc:sldMkLst>
          <pc:docMk/>
          <pc:sldMk cId="4050409368" sldId="2147483529"/>
        </pc:sldMkLst>
      </pc:sldChg>
      <pc:sldChg chg="modSp mod">
        <pc:chgData name="Tujakowska, Anna" userId="f0a17e37-ade2-48ae-a24e-905dd39bc9ea" providerId="ADAL" clId="{913A4165-3F63-4390-BCF1-364E1305BF0F}" dt="2026-01-23T15:25:10.069" v="172" actId="20577"/>
        <pc:sldMkLst>
          <pc:docMk/>
          <pc:sldMk cId="3069436836" sldId="2147483536"/>
        </pc:sldMkLst>
        <pc:spChg chg="mod">
          <ac:chgData name="Tujakowska, Anna" userId="f0a17e37-ade2-48ae-a24e-905dd39bc9ea" providerId="ADAL" clId="{913A4165-3F63-4390-BCF1-364E1305BF0F}" dt="2026-01-23T15:25:10.069" v="172" actId="20577"/>
          <ac:spMkLst>
            <pc:docMk/>
            <pc:sldMk cId="3069436836" sldId="2147483536"/>
            <ac:spMk id="3" creationId="{0362703C-5B55-EFED-E584-BA8BBC061855}"/>
          </ac:spMkLst>
        </pc:spChg>
      </pc:sldChg>
      <pc:sldChg chg="addSp delSp modSp mod ord modNotesTx">
        <pc:chgData name="Tujakowska, Anna" userId="f0a17e37-ade2-48ae-a24e-905dd39bc9ea" providerId="ADAL" clId="{913A4165-3F63-4390-BCF1-364E1305BF0F}" dt="2026-01-26T15:11:37.244" v="382" actId="113"/>
        <pc:sldMkLst>
          <pc:docMk/>
          <pc:sldMk cId="1620629926" sldId="2147483575"/>
        </pc:sldMkLst>
        <pc:spChg chg="mod">
          <ac:chgData name="Tujakowska, Anna" userId="f0a17e37-ade2-48ae-a24e-905dd39bc9ea" providerId="ADAL" clId="{913A4165-3F63-4390-BCF1-364E1305BF0F}" dt="2026-01-23T14:16:23.159" v="27" actId="20577"/>
          <ac:spMkLst>
            <pc:docMk/>
            <pc:sldMk cId="1620629926" sldId="2147483575"/>
            <ac:spMk id="7" creationId="{FDCBEA41-E8A7-61D9-1A62-4E28A62BB7EA}"/>
          </ac:spMkLst>
        </pc:spChg>
      </pc:sldChg>
      <pc:sldChg chg="modSp mod modCm">
        <pc:chgData name="Tujakowska, Anna" userId="f0a17e37-ade2-48ae-a24e-905dd39bc9ea" providerId="ADAL" clId="{913A4165-3F63-4390-BCF1-364E1305BF0F}" dt="2026-01-28T10:52:54.846" v="951"/>
        <pc:sldMkLst>
          <pc:docMk/>
          <pc:sldMk cId="1391488032" sldId="2147483604"/>
        </pc:sldMkLst>
        <pc:spChg chg="mod">
          <ac:chgData name="Tujakowska, Anna" userId="f0a17e37-ade2-48ae-a24e-905dd39bc9ea" providerId="ADAL" clId="{913A4165-3F63-4390-BCF1-364E1305BF0F}" dt="2026-01-28T10:46:50.938" v="882" actId="20577"/>
          <ac:spMkLst>
            <pc:docMk/>
            <pc:sldMk cId="1391488032" sldId="2147483604"/>
            <ac:spMk id="2" creationId="{20347300-75F9-2396-8796-0F0DBF023A66}"/>
          </ac:spMkLst>
        </pc:spChg>
        <pc:spChg chg="mod">
          <ac:chgData name="Tujakowska, Anna" userId="f0a17e37-ade2-48ae-a24e-905dd39bc9ea" providerId="ADAL" clId="{913A4165-3F63-4390-BCF1-364E1305BF0F}" dt="2026-01-28T10:46:08.058" v="874" actId="20577"/>
          <ac:spMkLst>
            <pc:docMk/>
            <pc:sldMk cId="1391488032" sldId="2147483604"/>
            <ac:spMk id="5" creationId="{91DD79D8-ED92-3AE0-DC3B-297AE9E9B1EE}"/>
          </ac:spMkLst>
        </pc:spChg>
      </pc:sldChg>
      <pc:sldChg chg="addSp modSp mod ord">
        <pc:chgData name="Tujakowska, Anna" userId="f0a17e37-ade2-48ae-a24e-905dd39bc9ea" providerId="ADAL" clId="{913A4165-3F63-4390-BCF1-364E1305BF0F}" dt="2026-01-28T12:11:33.565" v="2024" actId="1076"/>
        <pc:sldMkLst>
          <pc:docMk/>
          <pc:sldMk cId="2347134502" sldId="2147483607"/>
        </pc:sldMkLst>
        <pc:spChg chg="mod">
          <ac:chgData name="Tujakowska, Anna" userId="f0a17e37-ade2-48ae-a24e-905dd39bc9ea" providerId="ADAL" clId="{913A4165-3F63-4390-BCF1-364E1305BF0F}" dt="2026-01-28T12:09:58.361" v="1993" actId="27636"/>
          <ac:spMkLst>
            <pc:docMk/>
            <pc:sldMk cId="2347134502" sldId="2147483607"/>
            <ac:spMk id="2" creationId="{3652953F-1074-31F9-1338-8C66AA0E93CF}"/>
          </ac:spMkLst>
        </pc:spChg>
        <pc:spChg chg="mod">
          <ac:chgData name="Tujakowska, Anna" userId="f0a17e37-ade2-48ae-a24e-905dd39bc9ea" providerId="ADAL" clId="{913A4165-3F63-4390-BCF1-364E1305BF0F}" dt="2026-01-28T12:11:26.083" v="2019" actId="14100"/>
          <ac:spMkLst>
            <pc:docMk/>
            <pc:sldMk cId="2347134502" sldId="2147483607"/>
            <ac:spMk id="3" creationId="{4F000D00-EBBE-C086-5B19-A3E038FDF80D}"/>
          </ac:spMkLst>
        </pc:spChg>
        <pc:spChg chg="mod">
          <ac:chgData name="Tujakowska, Anna" userId="f0a17e37-ade2-48ae-a24e-905dd39bc9ea" providerId="ADAL" clId="{913A4165-3F63-4390-BCF1-364E1305BF0F}" dt="2026-01-28T12:08:36.023" v="1987" actId="20577"/>
          <ac:spMkLst>
            <pc:docMk/>
            <pc:sldMk cId="2347134502" sldId="2147483607"/>
            <ac:spMk id="11" creationId="{C03431B0-E6C8-7935-76C6-85DDD511B9A1}"/>
          </ac:spMkLst>
        </pc:spChg>
        <pc:picChg chg="add mod">
          <ac:chgData name="Tujakowska, Anna" userId="f0a17e37-ade2-48ae-a24e-905dd39bc9ea" providerId="ADAL" clId="{913A4165-3F63-4390-BCF1-364E1305BF0F}" dt="2026-01-28T12:11:33.565" v="2024" actId="1076"/>
          <ac:picMkLst>
            <pc:docMk/>
            <pc:sldMk cId="2347134502" sldId="2147483607"/>
            <ac:picMk id="6" creationId="{94C96ACF-33F1-8EFF-4C8D-47F7B018BA4E}"/>
          </ac:picMkLst>
        </pc:picChg>
      </pc:sldChg>
      <pc:sldChg chg="addSp delSp modSp add mod">
        <pc:chgData name="Tujakowska, Anna" userId="f0a17e37-ade2-48ae-a24e-905dd39bc9ea" providerId="ADAL" clId="{913A4165-3F63-4390-BCF1-364E1305BF0F}" dt="2026-01-23T15:31:48.966" v="234" actId="20577"/>
        <pc:sldMkLst>
          <pc:docMk/>
          <pc:sldMk cId="1510809051" sldId="2147483608"/>
        </pc:sldMkLst>
        <pc:picChg chg="add mod">
          <ac:chgData name="Tujakowska, Anna" userId="f0a17e37-ade2-48ae-a24e-905dd39bc9ea" providerId="ADAL" clId="{913A4165-3F63-4390-BCF1-364E1305BF0F}" dt="2026-01-23T15:30:44.315" v="204" actId="1076"/>
          <ac:picMkLst>
            <pc:docMk/>
            <pc:sldMk cId="1510809051" sldId="2147483608"/>
            <ac:picMk id="7" creationId="{CC2B835D-E56B-AD31-9B46-D59E13460496}"/>
          </ac:picMkLst>
        </pc:picChg>
        <pc:picChg chg="add mod">
          <ac:chgData name="Tujakowska, Anna" userId="f0a17e37-ade2-48ae-a24e-905dd39bc9ea" providerId="ADAL" clId="{913A4165-3F63-4390-BCF1-364E1305BF0F}" dt="2026-01-23T15:30:46.142" v="205" actId="1076"/>
          <ac:picMkLst>
            <pc:docMk/>
            <pc:sldMk cId="1510809051" sldId="2147483608"/>
            <ac:picMk id="9" creationId="{4620F019-39CB-B7A8-0F15-FC3593BFD0A6}"/>
          </ac:picMkLst>
        </pc:picChg>
        <pc:picChg chg="add mod">
          <ac:chgData name="Tujakowska, Anna" userId="f0a17e37-ade2-48ae-a24e-905dd39bc9ea" providerId="ADAL" clId="{913A4165-3F63-4390-BCF1-364E1305BF0F}" dt="2026-01-23T15:31:07.442" v="210" actId="1076"/>
          <ac:picMkLst>
            <pc:docMk/>
            <pc:sldMk cId="1510809051" sldId="2147483608"/>
            <ac:picMk id="12" creationId="{7938767C-6921-2DA7-F0F7-041D22005439}"/>
          </ac:picMkLst>
        </pc:picChg>
        <pc:picChg chg="add mod">
          <ac:chgData name="Tujakowska, Anna" userId="f0a17e37-ade2-48ae-a24e-905dd39bc9ea" providerId="ADAL" clId="{913A4165-3F63-4390-BCF1-364E1305BF0F}" dt="2026-01-23T15:31:42.667" v="223" actId="1076"/>
          <ac:picMkLst>
            <pc:docMk/>
            <pc:sldMk cId="1510809051" sldId="2147483608"/>
            <ac:picMk id="16" creationId="{4735F2C7-6718-F844-BD86-4EF1CFC51142}"/>
          </ac:picMkLst>
        </pc:picChg>
      </pc:sldChg>
      <pc:sldChg chg="modSp mod ord modCm">
        <pc:chgData name="Tujakowska, Anna" userId="f0a17e37-ade2-48ae-a24e-905dd39bc9ea" providerId="ADAL" clId="{913A4165-3F63-4390-BCF1-364E1305BF0F}" dt="2026-01-28T12:05:53.631" v="1983"/>
        <pc:sldMkLst>
          <pc:docMk/>
          <pc:sldMk cId="364236247" sldId="2147483609"/>
        </pc:sldMkLst>
        <pc:spChg chg="mod">
          <ac:chgData name="Tujakowska, Anna" userId="f0a17e37-ade2-48ae-a24e-905dd39bc9ea" providerId="ADAL" clId="{913A4165-3F63-4390-BCF1-364E1305BF0F}" dt="2026-01-28T12:04:54.886" v="1980" actId="20577"/>
          <ac:spMkLst>
            <pc:docMk/>
            <pc:sldMk cId="364236247" sldId="2147483609"/>
            <ac:spMk id="2" creationId="{5C668CD0-04B6-5C30-27A2-F94E12900C57}"/>
          </ac:spMkLst>
        </pc:spChg>
        <pc:spChg chg="mod">
          <ac:chgData name="Tujakowska, Anna" userId="f0a17e37-ade2-48ae-a24e-905dd39bc9ea" providerId="ADAL" clId="{913A4165-3F63-4390-BCF1-364E1305BF0F}" dt="2026-01-28T12:03:02.892" v="1948" actId="20577"/>
          <ac:spMkLst>
            <pc:docMk/>
            <pc:sldMk cId="364236247" sldId="2147483609"/>
            <ac:spMk id="4" creationId="{D0FA5132-9281-1C44-1976-29F1E059451B}"/>
          </ac:spMkLst>
        </pc:spChg>
      </pc:sldChg>
      <pc:sldChg chg="modSp mod ord">
        <pc:chgData name="Tujakowska, Anna" userId="f0a17e37-ade2-48ae-a24e-905dd39bc9ea" providerId="ADAL" clId="{913A4165-3F63-4390-BCF1-364E1305BF0F}" dt="2026-01-28T11:58:35.635" v="1770" actId="20577"/>
        <pc:sldMkLst>
          <pc:docMk/>
          <pc:sldMk cId="481371196" sldId="2147483610"/>
        </pc:sldMkLst>
        <pc:spChg chg="mod">
          <ac:chgData name="Tujakowska, Anna" userId="f0a17e37-ade2-48ae-a24e-905dd39bc9ea" providerId="ADAL" clId="{913A4165-3F63-4390-BCF1-364E1305BF0F}" dt="2026-01-28T11:57:52.565" v="1759" actId="6549"/>
          <ac:spMkLst>
            <pc:docMk/>
            <pc:sldMk cId="481371196" sldId="2147483610"/>
            <ac:spMk id="2" creationId="{B6022CFB-5D19-BBB6-7A00-50FFD74EDCE6}"/>
          </ac:spMkLst>
        </pc:spChg>
        <pc:spChg chg="mod">
          <ac:chgData name="Tujakowska, Anna" userId="f0a17e37-ade2-48ae-a24e-905dd39bc9ea" providerId="ADAL" clId="{913A4165-3F63-4390-BCF1-364E1305BF0F}" dt="2026-01-28T11:58:35.635" v="1770" actId="20577"/>
          <ac:spMkLst>
            <pc:docMk/>
            <pc:sldMk cId="481371196" sldId="2147483610"/>
            <ac:spMk id="4" creationId="{8CAAA5E5-1A7C-16BA-0136-D8A799F5CE1B}"/>
          </ac:spMkLst>
        </pc:spChg>
      </pc:sldChg>
      <pc:sldChg chg="ord">
        <pc:chgData name="Tujakowska, Anna" userId="f0a17e37-ade2-48ae-a24e-905dd39bc9ea" providerId="ADAL" clId="{913A4165-3F63-4390-BCF1-364E1305BF0F}" dt="2026-01-28T11:50:03.464" v="1649"/>
        <pc:sldMkLst>
          <pc:docMk/>
          <pc:sldMk cId="2344209281" sldId="2147483611"/>
        </pc:sldMkLst>
      </pc:sldChg>
      <pc:sldChg chg="addSp delSp modSp add mod">
        <pc:chgData name="Tujakowska, Anna" userId="f0a17e37-ade2-48ae-a24e-905dd39bc9ea" providerId="ADAL" clId="{913A4165-3F63-4390-BCF1-364E1305BF0F}" dt="2026-01-28T12:18:46.127" v="2030" actId="1076"/>
        <pc:sldMkLst>
          <pc:docMk/>
          <pc:sldMk cId="1057692831" sldId="2147483612"/>
        </pc:sldMkLst>
        <pc:spChg chg="add mod">
          <ac:chgData name="Tujakowska, Anna" userId="f0a17e37-ade2-48ae-a24e-905dd39bc9ea" providerId="ADAL" clId="{913A4165-3F63-4390-BCF1-364E1305BF0F}" dt="2026-01-28T12:18:46.127" v="2030" actId="1076"/>
          <ac:spMkLst>
            <pc:docMk/>
            <pc:sldMk cId="1057692831" sldId="2147483612"/>
            <ac:spMk id="4" creationId="{00E14E39-776D-D889-2A87-910560BDB6DE}"/>
          </ac:spMkLst>
        </pc:spChg>
        <pc:picChg chg="add mod">
          <ac:chgData name="Tujakowska, Anna" userId="f0a17e37-ade2-48ae-a24e-905dd39bc9ea" providerId="ADAL" clId="{913A4165-3F63-4390-BCF1-364E1305BF0F}" dt="2026-01-23T15:35:47.434" v="286" actId="1076"/>
          <ac:picMkLst>
            <pc:docMk/>
            <pc:sldMk cId="1057692831" sldId="2147483612"/>
            <ac:picMk id="10" creationId="{03E80869-84BF-90CB-3B5A-A2DB78E24FEF}"/>
          </ac:picMkLst>
        </pc:picChg>
        <pc:picChg chg="add mod">
          <ac:chgData name="Tujakowska, Anna" userId="f0a17e37-ade2-48ae-a24e-905dd39bc9ea" providerId="ADAL" clId="{913A4165-3F63-4390-BCF1-364E1305BF0F}" dt="2026-01-23T15:39:00.276" v="314" actId="1076"/>
          <ac:picMkLst>
            <pc:docMk/>
            <pc:sldMk cId="1057692831" sldId="2147483612"/>
            <ac:picMk id="13" creationId="{BFFA369C-4578-178C-1ED7-0FF81B83A550}"/>
          </ac:picMkLst>
        </pc:picChg>
        <pc:picChg chg="add mod">
          <ac:chgData name="Tujakowska, Anna" userId="f0a17e37-ade2-48ae-a24e-905dd39bc9ea" providerId="ADAL" clId="{913A4165-3F63-4390-BCF1-364E1305BF0F}" dt="2026-01-23T15:39:01.251" v="315" actId="1076"/>
          <ac:picMkLst>
            <pc:docMk/>
            <pc:sldMk cId="1057692831" sldId="2147483612"/>
            <ac:picMk id="15" creationId="{A1CB1DFA-CBEC-A098-02C5-A1AE57960A7E}"/>
          </ac:picMkLst>
        </pc:picChg>
        <pc:picChg chg="add mod">
          <ac:chgData name="Tujakowska, Anna" userId="f0a17e37-ade2-48ae-a24e-905dd39bc9ea" providerId="ADAL" clId="{913A4165-3F63-4390-BCF1-364E1305BF0F}" dt="2026-01-23T15:38:59.290" v="313" actId="1076"/>
          <ac:picMkLst>
            <pc:docMk/>
            <pc:sldMk cId="1057692831" sldId="2147483612"/>
            <ac:picMk id="18" creationId="{E3A9E45D-83BD-D9C0-E8E4-7316A9CBA620}"/>
          </ac:picMkLst>
        </pc:picChg>
      </pc:sldChg>
      <pc:sldChg chg="modSp mod ord">
        <pc:chgData name="Tujakowska, Anna" userId="f0a17e37-ade2-48ae-a24e-905dd39bc9ea" providerId="ADAL" clId="{913A4165-3F63-4390-BCF1-364E1305BF0F}" dt="2026-01-28T12:00:51.916" v="1782"/>
        <pc:sldMkLst>
          <pc:docMk/>
          <pc:sldMk cId="3033974711" sldId="2147483613"/>
        </pc:sldMkLst>
        <pc:spChg chg="mod">
          <ac:chgData name="Tujakowska, Anna" userId="f0a17e37-ade2-48ae-a24e-905dd39bc9ea" providerId="ADAL" clId="{913A4165-3F63-4390-BCF1-364E1305BF0F}" dt="2026-01-28T12:00:09.251" v="1777" actId="20577"/>
          <ac:spMkLst>
            <pc:docMk/>
            <pc:sldMk cId="3033974711" sldId="2147483613"/>
            <ac:spMk id="2" creationId="{2E742473-62ED-D1C4-43B9-99A52EB6281B}"/>
          </ac:spMkLst>
        </pc:spChg>
        <pc:spChg chg="mod">
          <ac:chgData name="Tujakowska, Anna" userId="f0a17e37-ade2-48ae-a24e-905dd39bc9ea" providerId="ADAL" clId="{913A4165-3F63-4390-BCF1-364E1305BF0F}" dt="2026-01-28T12:00:51.916" v="1782"/>
          <ac:spMkLst>
            <pc:docMk/>
            <pc:sldMk cId="3033974711" sldId="2147483613"/>
            <ac:spMk id="4" creationId="{0F532583-CC94-0BD8-85A6-DF8AD654CF82}"/>
          </ac:spMkLst>
        </pc:spChg>
      </pc:sldChg>
      <pc:sldChg chg="addSp delSp modSp mod">
        <pc:chgData name="Tujakowska, Anna" userId="f0a17e37-ade2-48ae-a24e-905dd39bc9ea" providerId="ADAL" clId="{913A4165-3F63-4390-BCF1-364E1305BF0F}" dt="2026-01-28T11:48:36.537" v="1617" actId="21"/>
        <pc:sldMkLst>
          <pc:docMk/>
          <pc:sldMk cId="355669180" sldId="2147483614"/>
        </pc:sldMkLst>
        <pc:spChg chg="mod">
          <ac:chgData name="Tujakowska, Anna" userId="f0a17e37-ade2-48ae-a24e-905dd39bc9ea" providerId="ADAL" clId="{913A4165-3F63-4390-BCF1-364E1305BF0F}" dt="2026-01-28T11:46:52.944" v="1588" actId="6549"/>
          <ac:spMkLst>
            <pc:docMk/>
            <pc:sldMk cId="355669180" sldId="2147483614"/>
            <ac:spMk id="4" creationId="{D18D08E5-B0F2-239C-FC40-B33EF88AF0D7}"/>
          </ac:spMkLst>
        </pc:spChg>
        <pc:spChg chg="add del mod">
          <ac:chgData name="Tujakowska, Anna" userId="f0a17e37-ade2-48ae-a24e-905dd39bc9ea" providerId="ADAL" clId="{913A4165-3F63-4390-BCF1-364E1305BF0F}" dt="2026-01-28T11:48:36.537" v="1617" actId="21"/>
          <ac:spMkLst>
            <pc:docMk/>
            <pc:sldMk cId="355669180" sldId="2147483614"/>
            <ac:spMk id="7" creationId="{B3B6F102-E568-A1D2-7D47-9F69B4BBDCD7}"/>
          </ac:spMkLst>
        </pc:spChg>
        <pc:spChg chg="mod">
          <ac:chgData name="Tujakowska, Anna" userId="f0a17e37-ade2-48ae-a24e-905dd39bc9ea" providerId="ADAL" clId="{913A4165-3F63-4390-BCF1-364E1305BF0F}" dt="2026-01-28T11:43:16.867" v="1565" actId="113"/>
          <ac:spMkLst>
            <pc:docMk/>
            <pc:sldMk cId="355669180" sldId="2147483614"/>
            <ac:spMk id="11" creationId="{63FD9B73-1DCC-EDC6-0533-7E553E78F345}"/>
          </ac:spMkLst>
        </pc:spChg>
      </pc:sldChg>
      <pc:sldChg chg="addSp modSp mod modNotesTx">
        <pc:chgData name="Tujakowska, Anna" userId="f0a17e37-ade2-48ae-a24e-905dd39bc9ea" providerId="ADAL" clId="{913A4165-3F63-4390-BCF1-364E1305BF0F}" dt="2026-01-28T11:31:15.270" v="1457" actId="6549"/>
        <pc:sldMkLst>
          <pc:docMk/>
          <pc:sldMk cId="467404138" sldId="2147483615"/>
        </pc:sldMkLst>
        <pc:spChg chg="mod">
          <ac:chgData name="Tujakowska, Anna" userId="f0a17e37-ade2-48ae-a24e-905dd39bc9ea" providerId="ADAL" clId="{913A4165-3F63-4390-BCF1-364E1305BF0F}" dt="2026-01-28T11:31:15.270" v="1457" actId="6549"/>
          <ac:spMkLst>
            <pc:docMk/>
            <pc:sldMk cId="467404138" sldId="2147483615"/>
            <ac:spMk id="3" creationId="{1721EBCA-C045-9216-B2E5-E90F993C683C}"/>
          </ac:spMkLst>
        </pc:spChg>
        <pc:spChg chg="add">
          <ac:chgData name="Tujakowska, Anna" userId="f0a17e37-ade2-48ae-a24e-905dd39bc9ea" providerId="ADAL" clId="{913A4165-3F63-4390-BCF1-364E1305BF0F}" dt="2026-01-28T11:14:06.090" v="967"/>
          <ac:spMkLst>
            <pc:docMk/>
            <pc:sldMk cId="467404138" sldId="2147483615"/>
            <ac:spMk id="4" creationId="{1F270549-1366-48FD-8F41-540D6D356BC6}"/>
          </ac:spMkLst>
        </pc:spChg>
      </pc:sldChg>
      <pc:sldChg chg="addSp delSp modSp add mod modNotesTx">
        <pc:chgData name="Tujakowska, Anna" userId="f0a17e37-ade2-48ae-a24e-905dd39bc9ea" providerId="ADAL" clId="{913A4165-3F63-4390-BCF1-364E1305BF0F}" dt="2026-01-28T13:12:13.506" v="2083" actId="1076"/>
        <pc:sldMkLst>
          <pc:docMk/>
          <pc:sldMk cId="1173462074" sldId="2147483616"/>
        </pc:sldMkLst>
        <pc:spChg chg="add mod">
          <ac:chgData name="Tujakowska, Anna" userId="f0a17e37-ade2-48ae-a24e-905dd39bc9ea" providerId="ADAL" clId="{913A4165-3F63-4390-BCF1-364E1305BF0F}" dt="2026-01-28T13:10:59.504" v="2071" actId="1076"/>
          <ac:spMkLst>
            <pc:docMk/>
            <pc:sldMk cId="1173462074" sldId="2147483616"/>
            <ac:spMk id="11" creationId="{1BC1E8E6-1B00-DF20-9442-62C84E2E7D10}"/>
          </ac:spMkLst>
        </pc:spChg>
        <pc:picChg chg="add mod">
          <ac:chgData name="Tujakowska, Anna" userId="f0a17e37-ade2-48ae-a24e-905dd39bc9ea" providerId="ADAL" clId="{913A4165-3F63-4390-BCF1-364E1305BF0F}" dt="2026-01-28T12:13:35.358" v="2028" actId="1076"/>
          <ac:picMkLst>
            <pc:docMk/>
            <pc:sldMk cId="1173462074" sldId="2147483616"/>
            <ac:picMk id="3" creationId="{7DF04C60-B164-3555-4B35-113D5B818CA9}"/>
          </ac:picMkLst>
        </pc:picChg>
        <pc:picChg chg="add del mod">
          <ac:chgData name="Tujakowska, Anna" userId="f0a17e37-ade2-48ae-a24e-905dd39bc9ea" providerId="ADAL" clId="{913A4165-3F63-4390-BCF1-364E1305BF0F}" dt="2026-01-28T12:59:43.784" v="2057" actId="478"/>
          <ac:picMkLst>
            <pc:docMk/>
            <pc:sldMk cId="1173462074" sldId="2147483616"/>
            <ac:picMk id="5" creationId="{E75A8120-87D2-0B58-819E-A97B164A867C}"/>
          </ac:picMkLst>
        </pc:picChg>
        <pc:picChg chg="add mod">
          <ac:chgData name="Tujakowska, Anna" userId="f0a17e37-ade2-48ae-a24e-905dd39bc9ea" providerId="ADAL" clId="{913A4165-3F63-4390-BCF1-364E1305BF0F}" dt="2026-01-28T13:12:09.718" v="2080" actId="1076"/>
          <ac:picMkLst>
            <pc:docMk/>
            <pc:sldMk cId="1173462074" sldId="2147483616"/>
            <ac:picMk id="7" creationId="{7272E40D-31F1-D0A6-B515-593D0D907CDC}"/>
          </ac:picMkLst>
        </pc:picChg>
        <pc:picChg chg="add mod">
          <ac:chgData name="Tujakowska, Anna" userId="f0a17e37-ade2-48ae-a24e-905dd39bc9ea" providerId="ADAL" clId="{913A4165-3F63-4390-BCF1-364E1305BF0F}" dt="2026-01-28T13:12:10.422" v="2081" actId="1076"/>
          <ac:picMkLst>
            <pc:docMk/>
            <pc:sldMk cId="1173462074" sldId="2147483616"/>
            <ac:picMk id="9" creationId="{A85A4470-0B27-9CE6-BE8A-B5B2363EC010}"/>
          </ac:picMkLst>
        </pc:picChg>
        <pc:picChg chg="add mod">
          <ac:chgData name="Tujakowska, Anna" userId="f0a17e37-ade2-48ae-a24e-905dd39bc9ea" providerId="ADAL" clId="{913A4165-3F63-4390-BCF1-364E1305BF0F}" dt="2026-01-28T13:12:12.233" v="2082" actId="1076"/>
          <ac:picMkLst>
            <pc:docMk/>
            <pc:sldMk cId="1173462074" sldId="2147483616"/>
            <ac:picMk id="13" creationId="{C6CC2E16-0955-7FAC-883B-AAEF14EEE96C}"/>
          </ac:picMkLst>
        </pc:picChg>
        <pc:picChg chg="add mod">
          <ac:chgData name="Tujakowska, Anna" userId="f0a17e37-ade2-48ae-a24e-905dd39bc9ea" providerId="ADAL" clId="{913A4165-3F63-4390-BCF1-364E1305BF0F}" dt="2026-01-28T13:12:13.506" v="2083" actId="1076"/>
          <ac:picMkLst>
            <pc:docMk/>
            <pc:sldMk cId="1173462074" sldId="2147483616"/>
            <ac:picMk id="15" creationId="{490788A8-7F12-E38E-041E-29586D4FFC19}"/>
          </ac:picMkLst>
        </pc:picChg>
      </pc:sldChg>
      <pc:sldChg chg="modSp new mod">
        <pc:chgData name="Tujakowska, Anna" userId="f0a17e37-ade2-48ae-a24e-905dd39bc9ea" providerId="ADAL" clId="{913A4165-3F63-4390-BCF1-364E1305BF0F}" dt="2026-01-27T10:15:24.055" v="590" actId="14100"/>
        <pc:sldMkLst>
          <pc:docMk/>
          <pc:sldMk cId="11587776" sldId="2147483617"/>
        </pc:sldMkLst>
        <pc:spChg chg="mod">
          <ac:chgData name="Tujakowska, Anna" userId="f0a17e37-ade2-48ae-a24e-905dd39bc9ea" providerId="ADAL" clId="{913A4165-3F63-4390-BCF1-364E1305BF0F}" dt="2026-01-27T10:14:33.516" v="586" actId="207"/>
          <ac:spMkLst>
            <pc:docMk/>
            <pc:sldMk cId="11587776" sldId="2147483617"/>
            <ac:spMk id="2" creationId="{B6D79B07-2801-8C6F-874C-45CB0AEE2B63}"/>
          </ac:spMkLst>
        </pc:spChg>
        <pc:spChg chg="mod">
          <ac:chgData name="Tujakowska, Anna" userId="f0a17e37-ade2-48ae-a24e-905dd39bc9ea" providerId="ADAL" clId="{913A4165-3F63-4390-BCF1-364E1305BF0F}" dt="2026-01-27T10:15:24.055" v="590" actId="14100"/>
          <ac:spMkLst>
            <pc:docMk/>
            <pc:sldMk cId="11587776" sldId="2147483617"/>
            <ac:spMk id="3" creationId="{2BF87C27-7626-280B-CB03-DF83F9749197}"/>
          </ac:spMkLst>
        </pc:spChg>
        <pc:spChg chg="mod">
          <ac:chgData name="Tujakowska, Anna" userId="f0a17e37-ade2-48ae-a24e-905dd39bc9ea" providerId="ADAL" clId="{913A4165-3F63-4390-BCF1-364E1305BF0F}" dt="2026-01-27T10:14:51.008" v="589" actId="14100"/>
          <ac:spMkLst>
            <pc:docMk/>
            <pc:sldMk cId="11587776" sldId="2147483617"/>
            <ac:spMk id="4" creationId="{ECC6CD86-E35F-F294-AF7B-C7742A7DD1F0}"/>
          </ac:spMkLst>
        </pc:spChg>
      </pc:sldChg>
      <pc:sldChg chg="modSp mod">
        <pc:chgData name="Tujakowska, Anna" userId="f0a17e37-ade2-48ae-a24e-905dd39bc9ea" providerId="ADAL" clId="{913A4165-3F63-4390-BCF1-364E1305BF0F}" dt="2026-01-28T10:51:58.052" v="949" actId="6549"/>
        <pc:sldMkLst>
          <pc:docMk/>
          <pc:sldMk cId="2779288487" sldId="2147483617"/>
        </pc:sldMkLst>
        <pc:spChg chg="mod">
          <ac:chgData name="Tujakowska, Anna" userId="f0a17e37-ade2-48ae-a24e-905dd39bc9ea" providerId="ADAL" clId="{913A4165-3F63-4390-BCF1-364E1305BF0F}" dt="2026-01-28T10:51:58.052" v="949" actId="6549"/>
          <ac:spMkLst>
            <pc:docMk/>
            <pc:sldMk cId="2779288487" sldId="2147483617"/>
            <ac:spMk id="6" creationId="{10888C6B-2216-DF11-18D8-1EFD85B889B7}"/>
          </ac:spMkLst>
        </pc:spChg>
      </pc:sldChg>
      <pc:sldChg chg="addSp modSp mod modCm">
        <pc:chgData name="Tujakowska, Anna" userId="f0a17e37-ade2-48ae-a24e-905dd39bc9ea" providerId="ADAL" clId="{913A4165-3F63-4390-BCF1-364E1305BF0F}" dt="2026-01-28T11:40:50.753" v="1553"/>
        <pc:sldMkLst>
          <pc:docMk/>
          <pc:sldMk cId="2975464945" sldId="2147483618"/>
        </pc:sldMkLst>
        <pc:spChg chg="mod">
          <ac:chgData name="Tujakowska, Anna" userId="f0a17e37-ade2-48ae-a24e-905dd39bc9ea" providerId="ADAL" clId="{913A4165-3F63-4390-BCF1-364E1305BF0F}" dt="2026-01-28T10:52:23.998" v="950" actId="6549"/>
          <ac:spMkLst>
            <pc:docMk/>
            <pc:sldMk cId="2975464945" sldId="2147483618"/>
            <ac:spMk id="2" creationId="{4B0B0135-AD95-707A-9B81-985037AF421E}"/>
          </ac:spMkLst>
        </pc:spChg>
        <pc:spChg chg="mod">
          <ac:chgData name="Tujakowska, Anna" userId="f0a17e37-ade2-48ae-a24e-905dd39bc9ea" providerId="ADAL" clId="{913A4165-3F63-4390-BCF1-364E1305BF0F}" dt="2026-01-28T09:54:51.402" v="614" actId="14100"/>
          <ac:spMkLst>
            <pc:docMk/>
            <pc:sldMk cId="2975464945" sldId="2147483618"/>
            <ac:spMk id="4" creationId="{410BCC4A-D6FC-B019-CDD5-A6298C5F5D23}"/>
          </ac:spMkLst>
        </pc:spChg>
        <pc:spChg chg="add mod">
          <ac:chgData name="Tujakowska, Anna" userId="f0a17e37-ade2-48ae-a24e-905dd39bc9ea" providerId="ADAL" clId="{913A4165-3F63-4390-BCF1-364E1305BF0F}" dt="2026-01-28T10:43:23.373" v="820" actId="14100"/>
          <ac:spMkLst>
            <pc:docMk/>
            <pc:sldMk cId="2975464945" sldId="2147483618"/>
            <ac:spMk id="5" creationId="{185616D8-2D21-898F-DE01-B83F94E0CC92}"/>
          </ac:spMkLst>
        </pc:spChg>
      </pc:sldChg>
      <pc:sldChg chg="modSp mod">
        <pc:chgData name="Tujakowska, Anna" userId="f0a17e37-ade2-48ae-a24e-905dd39bc9ea" providerId="ADAL" clId="{913A4165-3F63-4390-BCF1-364E1305BF0F}" dt="2026-01-28T11:38:18.046" v="1552"/>
        <pc:sldMkLst>
          <pc:docMk/>
          <pc:sldMk cId="1205920759" sldId="2147483619"/>
        </pc:sldMkLst>
        <pc:spChg chg="mod">
          <ac:chgData name="Tujakowska, Anna" userId="f0a17e37-ade2-48ae-a24e-905dd39bc9ea" providerId="ADAL" clId="{913A4165-3F63-4390-BCF1-364E1305BF0F}" dt="2026-01-28T11:36:47.022" v="1533" actId="6549"/>
          <ac:spMkLst>
            <pc:docMk/>
            <pc:sldMk cId="1205920759" sldId="2147483619"/>
            <ac:spMk id="3" creationId="{F2E6EEE1-7BEF-F83D-B092-7BF5FA3DE8F7}"/>
          </ac:spMkLst>
        </pc:spChg>
        <pc:spChg chg="mod">
          <ac:chgData name="Tujakowska, Anna" userId="f0a17e37-ade2-48ae-a24e-905dd39bc9ea" providerId="ADAL" clId="{913A4165-3F63-4390-BCF1-364E1305BF0F}" dt="2026-01-28T11:38:18.046" v="1552"/>
          <ac:spMkLst>
            <pc:docMk/>
            <pc:sldMk cId="1205920759" sldId="2147483619"/>
            <ac:spMk id="5" creationId="{5B31913E-5A13-B4EF-3A5F-B2C58A7D8AC3}"/>
          </ac:spMkLst>
        </pc:spChg>
      </pc:sldChg>
      <pc:sldChg chg="modSp add mod ord">
        <pc:chgData name="Tujakowska, Anna" userId="f0a17e37-ade2-48ae-a24e-905dd39bc9ea" providerId="ADAL" clId="{913A4165-3F63-4390-BCF1-364E1305BF0F}" dt="2026-01-28T11:50:50.939" v="1658"/>
        <pc:sldMkLst>
          <pc:docMk/>
          <pc:sldMk cId="3293085314" sldId="2147483620"/>
        </pc:sldMkLst>
        <pc:spChg chg="mod">
          <ac:chgData name="Tujakowska, Anna" userId="f0a17e37-ade2-48ae-a24e-905dd39bc9ea" providerId="ADAL" clId="{913A4165-3F63-4390-BCF1-364E1305BF0F}" dt="2026-01-28T11:33:21.050" v="1520" actId="6549"/>
          <ac:spMkLst>
            <pc:docMk/>
            <pc:sldMk cId="3293085314" sldId="2147483620"/>
            <ac:spMk id="3" creationId="{6C63B091-7FF9-AEE1-6DD2-0A0752C2F1C5}"/>
          </ac:spMkLst>
        </pc:spChg>
      </pc:sldChg>
      <pc:sldChg chg="addSp delSp modSp add mod">
        <pc:chgData name="Tujakowska, Anna" userId="f0a17e37-ade2-48ae-a24e-905dd39bc9ea" providerId="ADAL" clId="{913A4165-3F63-4390-BCF1-364E1305BF0F}" dt="2026-01-28T11:48:31.018" v="1616"/>
        <pc:sldMkLst>
          <pc:docMk/>
          <pc:sldMk cId="800911348" sldId="2147483621"/>
        </pc:sldMkLst>
        <pc:spChg chg="add mod">
          <ac:chgData name="Tujakowska, Anna" userId="f0a17e37-ade2-48ae-a24e-905dd39bc9ea" providerId="ADAL" clId="{913A4165-3F63-4390-BCF1-364E1305BF0F}" dt="2026-01-28T11:47:18.534" v="1593" actId="14100"/>
          <ac:spMkLst>
            <pc:docMk/>
            <pc:sldMk cId="800911348" sldId="2147483621"/>
            <ac:spMk id="3" creationId="{394738E9-A4B3-A8EC-A90F-C78CDD31CAC2}"/>
          </ac:spMkLst>
        </pc:spChg>
        <pc:spChg chg="mod">
          <ac:chgData name="Tujakowska, Anna" userId="f0a17e37-ade2-48ae-a24e-905dd39bc9ea" providerId="ADAL" clId="{913A4165-3F63-4390-BCF1-364E1305BF0F}" dt="2026-01-28T11:46:22.600" v="1585" actId="6549"/>
          <ac:spMkLst>
            <pc:docMk/>
            <pc:sldMk cId="800911348" sldId="2147483621"/>
            <ac:spMk id="4" creationId="{2E11E22B-5D0C-1BD2-7124-DF5DAAC88270}"/>
          </ac:spMkLst>
        </pc:spChg>
        <pc:spChg chg="add mod">
          <ac:chgData name="Tujakowska, Anna" userId="f0a17e37-ade2-48ae-a24e-905dd39bc9ea" providerId="ADAL" clId="{913A4165-3F63-4390-BCF1-364E1305BF0F}" dt="2026-01-28T11:48:19.181" v="1610"/>
          <ac:spMkLst>
            <pc:docMk/>
            <pc:sldMk cId="800911348" sldId="2147483621"/>
            <ac:spMk id="6" creationId="{B3B6F102-E568-A1D2-7D47-9F69B4BBDCD7}"/>
          </ac:spMkLst>
        </pc:spChg>
        <pc:spChg chg="add del mod">
          <ac:chgData name="Tujakowska, Anna" userId="f0a17e37-ade2-48ae-a24e-905dd39bc9ea" providerId="ADAL" clId="{913A4165-3F63-4390-BCF1-364E1305BF0F}" dt="2026-01-28T11:48:31.018" v="1616"/>
          <ac:spMkLst>
            <pc:docMk/>
            <pc:sldMk cId="800911348" sldId="2147483621"/>
            <ac:spMk id="7" creationId="{AA25490E-CFAC-6E3B-0569-4C42CDF72FAC}"/>
          </ac:spMkLst>
        </pc:spChg>
        <pc:spChg chg="mod">
          <ac:chgData name="Tujakowska, Anna" userId="f0a17e37-ade2-48ae-a24e-905dd39bc9ea" providerId="ADAL" clId="{913A4165-3F63-4390-BCF1-364E1305BF0F}" dt="2026-01-28T11:45:53.408" v="1580" actId="6549"/>
          <ac:spMkLst>
            <pc:docMk/>
            <pc:sldMk cId="800911348" sldId="2147483621"/>
            <ac:spMk id="11" creationId="{9081E73C-51F3-9D13-8611-88C67ABC1D8D}"/>
          </ac:spMkLst>
        </pc:spChg>
      </pc:sldChg>
      <pc:sldChg chg="modSp add mod">
        <pc:chgData name="Tujakowska, Anna" userId="f0a17e37-ade2-48ae-a24e-905dd39bc9ea" providerId="ADAL" clId="{913A4165-3F63-4390-BCF1-364E1305BF0F}" dt="2026-01-28T11:53:08.083" v="1696" actId="5793"/>
        <pc:sldMkLst>
          <pc:docMk/>
          <pc:sldMk cId="2668889640" sldId="2147483622"/>
        </pc:sldMkLst>
        <pc:spChg chg="mod">
          <ac:chgData name="Tujakowska, Anna" userId="f0a17e37-ade2-48ae-a24e-905dd39bc9ea" providerId="ADAL" clId="{913A4165-3F63-4390-BCF1-364E1305BF0F}" dt="2026-01-28T11:53:08.083" v="1696" actId="5793"/>
          <ac:spMkLst>
            <pc:docMk/>
            <pc:sldMk cId="2668889640" sldId="2147483622"/>
            <ac:spMk id="4" creationId="{8A87F046-8A0A-010A-5501-047EE1F6BE31}"/>
          </ac:spMkLst>
        </pc:spChg>
        <pc:spChg chg="mod">
          <ac:chgData name="Tujakowska, Anna" userId="f0a17e37-ade2-48ae-a24e-905dd39bc9ea" providerId="ADAL" clId="{913A4165-3F63-4390-BCF1-364E1305BF0F}" dt="2026-01-28T11:51:40.509" v="1691" actId="20577"/>
          <ac:spMkLst>
            <pc:docMk/>
            <pc:sldMk cId="2668889640" sldId="2147483622"/>
            <ac:spMk id="11" creationId="{0AFA83C2-C477-09FA-2F56-D942792C6059}"/>
          </ac:spMkLst>
        </pc:spChg>
      </pc:sldChg>
      <pc:sldMasterChg chg="delSldLayout">
        <pc:chgData name="Tujakowska, Anna" userId="f0a17e37-ade2-48ae-a24e-905dd39bc9ea" providerId="ADAL" clId="{913A4165-3F63-4390-BCF1-364E1305BF0F}" dt="2026-01-23T15:21:39.135" v="156" actId="47"/>
        <pc:sldMasterMkLst>
          <pc:docMk/>
          <pc:sldMasterMk cId="3418689686" sldId="2147485447"/>
        </pc:sldMasterMkLst>
      </pc:sldMasterChg>
    </pc:docChg>
  </pc:docChgLst>
  <pc:docChgLst>
    <pc:chgData name="Tujakowska, Anna" userId="S::anna.tujakowska@skslegal.pl::f0a17e37-ade2-48ae-a24e-905dd39bc9ea" providerId="AD" clId="Web-{C049F06A-AFE6-D35C-BE38-2867E8309B55}"/>
    <pc:docChg chg="modSld">
      <pc:chgData name="Tujakowska, Anna" userId="S::anna.tujakowska@skslegal.pl::f0a17e37-ade2-48ae-a24e-905dd39bc9ea" providerId="AD" clId="Web-{C049F06A-AFE6-D35C-BE38-2867E8309B55}" dt="2026-01-21T12:41:33.331" v="71" actId="20577"/>
      <pc:docMkLst>
        <pc:docMk/>
      </pc:docMkLst>
      <pc:sldChg chg="modSp">
        <pc:chgData name="Tujakowska, Anna" userId="S::anna.tujakowska@skslegal.pl::f0a17e37-ade2-48ae-a24e-905dd39bc9ea" providerId="AD" clId="Web-{C049F06A-AFE6-D35C-BE38-2867E8309B55}" dt="2026-01-21T12:35:06.707" v="36" actId="20577"/>
        <pc:sldMkLst>
          <pc:docMk/>
          <pc:sldMk cId="3965704202" sldId="2147481381"/>
        </pc:sldMkLst>
        <pc:spChg chg="mod">
          <ac:chgData name="Tujakowska, Anna" userId="S::anna.tujakowska@skslegal.pl::f0a17e37-ade2-48ae-a24e-905dd39bc9ea" providerId="AD" clId="Web-{C049F06A-AFE6-D35C-BE38-2867E8309B55}" dt="2026-01-21T12:35:06.707" v="36" actId="20577"/>
          <ac:spMkLst>
            <pc:docMk/>
            <pc:sldMk cId="3965704202" sldId="2147481381"/>
            <ac:spMk id="2" creationId="{85115DFD-7798-3764-F978-3FD40F6259FE}"/>
          </ac:spMkLst>
        </pc:spChg>
      </pc:sldChg>
      <pc:sldChg chg="modSp modNotes">
        <pc:chgData name="Tujakowska, Anna" userId="S::anna.tujakowska@skslegal.pl::f0a17e37-ade2-48ae-a24e-905dd39bc9ea" providerId="AD" clId="Web-{C049F06A-AFE6-D35C-BE38-2867E8309B55}" dt="2026-01-21T12:41:33.331" v="71" actId="20577"/>
        <pc:sldMkLst>
          <pc:docMk/>
          <pc:sldMk cId="3206503217" sldId="2147481390"/>
        </pc:sldMkLst>
        <pc:spChg chg="mod">
          <ac:chgData name="Tujakowska, Anna" userId="S::anna.tujakowska@skslegal.pl::f0a17e37-ade2-48ae-a24e-905dd39bc9ea" providerId="AD" clId="Web-{C049F06A-AFE6-D35C-BE38-2867E8309B55}" dt="2026-01-21T12:41:33.331" v="71" actId="20577"/>
          <ac:spMkLst>
            <pc:docMk/>
            <pc:sldMk cId="3206503217" sldId="2147481390"/>
            <ac:spMk id="3" creationId="{B26650F4-E0E0-9867-032F-3A92C5573637}"/>
          </ac:spMkLst>
        </pc:spChg>
      </pc:sldChg>
      <pc:sldChg chg="modSp">
        <pc:chgData name="Tujakowska, Anna" userId="S::anna.tujakowska@skslegal.pl::f0a17e37-ade2-48ae-a24e-905dd39bc9ea" providerId="AD" clId="Web-{C049F06A-AFE6-D35C-BE38-2867E8309B55}" dt="2026-01-21T12:41:12.222" v="57" actId="20577"/>
        <pc:sldMkLst>
          <pc:docMk/>
          <pc:sldMk cId="703852126" sldId="2147483532"/>
        </pc:sldMkLst>
        <pc:spChg chg="mod">
          <ac:chgData name="Tujakowska, Anna" userId="S::anna.tujakowska@skslegal.pl::f0a17e37-ade2-48ae-a24e-905dd39bc9ea" providerId="AD" clId="Web-{C049F06A-AFE6-D35C-BE38-2867E8309B55}" dt="2026-01-21T12:41:12.222" v="57" actId="20577"/>
          <ac:spMkLst>
            <pc:docMk/>
            <pc:sldMk cId="703852126" sldId="2147483532"/>
            <ac:spMk id="3" creationId="{CC6D5661-6ED9-6DDD-062D-F0799877A96D}"/>
          </ac:spMkLst>
        </pc:spChg>
      </pc:sldChg>
    </pc:docChg>
  </pc:docChgLst>
  <pc:docChgLst>
    <pc:chgData clId="Web-{F75B5385-B571-9E50-BD16-9C1FAEB46DB6}"/>
    <pc:docChg chg="modSld">
      <pc:chgData name="" userId="" providerId="" clId="Web-{F75B5385-B571-9E50-BD16-9C1FAEB46DB6}" dt="2026-01-28T19:16:23.216" v="0" actId="1076"/>
      <pc:docMkLst>
        <pc:docMk/>
      </pc:docMkLst>
      <pc:sldChg chg="modSp">
        <pc:chgData name="" userId="" providerId="" clId="Web-{F75B5385-B571-9E50-BD16-9C1FAEB46DB6}" dt="2026-01-28T19:16:23.216" v="0" actId="1076"/>
        <pc:sldMkLst>
          <pc:docMk/>
          <pc:sldMk cId="3965704202" sldId="2147481381"/>
        </pc:sldMkLst>
        <pc:spChg chg="mod">
          <ac:chgData name="" userId="" providerId="" clId="Web-{F75B5385-B571-9E50-BD16-9C1FAEB46DB6}" dt="2026-01-28T19:16:23.216" v="0" actId="1076"/>
          <ac:spMkLst>
            <pc:docMk/>
            <pc:sldMk cId="3965704202" sldId="2147481381"/>
            <ac:spMk id="3" creationId="{EE21B618-77E6-80DF-47D3-7CCEBDE871E7}"/>
          </ac:spMkLst>
        </pc:spChg>
      </pc:sldChg>
    </pc:docChg>
  </pc:docChgLst>
  <pc:docChgLst>
    <pc:chgData name="renatao@microsoft.com" userId="S::urn:spo:guest#renatao@microsoft.com::" providerId="AD" clId="Web-{F75B5385-B571-9E50-BD16-9C1FAEB46DB6}"/>
    <pc:docChg chg="modSld">
      <pc:chgData name="renatao@microsoft.com" userId="S::urn:spo:guest#renatao@microsoft.com::" providerId="AD" clId="Web-{F75B5385-B571-9E50-BD16-9C1FAEB46DB6}" dt="2026-01-28T19:17:48.045" v="50" actId="20577"/>
      <pc:docMkLst>
        <pc:docMk/>
      </pc:docMkLst>
      <pc:sldChg chg="modSp">
        <pc:chgData name="renatao@microsoft.com" userId="S::urn:spo:guest#renatao@microsoft.com::" providerId="AD" clId="Web-{F75B5385-B571-9E50-BD16-9C1FAEB46DB6}" dt="2026-01-28T19:17:48.045" v="50" actId="20577"/>
        <pc:sldMkLst>
          <pc:docMk/>
          <pc:sldMk cId="3965704202" sldId="2147481381"/>
        </pc:sldMkLst>
        <pc:spChg chg="mod">
          <ac:chgData name="renatao@microsoft.com" userId="S::urn:spo:guest#renatao@microsoft.com::" providerId="AD" clId="Web-{F75B5385-B571-9E50-BD16-9C1FAEB46DB6}" dt="2026-01-28T19:17:48.045" v="50" actId="20577"/>
          <ac:spMkLst>
            <pc:docMk/>
            <pc:sldMk cId="3965704202" sldId="2147481381"/>
            <ac:spMk id="3" creationId="{EE21B618-77E6-80DF-47D3-7CCEBDE871E7}"/>
          </ac:spMkLst>
        </pc:spChg>
      </pc:sldChg>
      <pc:sldChg chg="modSp">
        <pc:chgData name="renatao@microsoft.com" userId="S::urn:spo:guest#renatao@microsoft.com::" providerId="AD" clId="Web-{F75B5385-B571-9E50-BD16-9C1FAEB46DB6}" dt="2026-01-28T19:17:27.592" v="44" actId="20577"/>
        <pc:sldMkLst>
          <pc:docMk/>
          <pc:sldMk cId="4050409368" sldId="2147483529"/>
        </pc:sldMkLst>
        <pc:spChg chg="mod">
          <ac:chgData name="renatao@microsoft.com" userId="S::urn:spo:guest#renatao@microsoft.com::" providerId="AD" clId="Web-{F75B5385-B571-9E50-BD16-9C1FAEB46DB6}" dt="2026-01-28T19:17:27.592" v="44" actId="20577"/>
          <ac:spMkLst>
            <pc:docMk/>
            <pc:sldMk cId="4050409368" sldId="2147483529"/>
            <ac:spMk id="7" creationId="{62F6F23B-F45F-1E70-A004-25E18D1C166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2488"/>
            <a:ext cx="2918831" cy="493316"/>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1/28/2026 11:16 AM</a:t>
            </a:fld>
            <a:endParaRPr lang="en-US">
              <a:latin typeface="Segoe UI" pitchFamily="34" charset="0"/>
            </a:endParaRPr>
          </a:p>
        </p:txBody>
      </p:sp>
      <p:sp>
        <p:nvSpPr>
          <p:cNvPr id="8" name="Footer Placeholder 7"/>
          <p:cNvSpPr>
            <a:spLocks noGrp="1"/>
          </p:cNvSpPr>
          <p:nvPr>
            <p:ph type="ftr" sz="quarter" idx="2"/>
          </p:nvPr>
        </p:nvSpPr>
        <p:spPr>
          <a:xfrm>
            <a:off x="0" y="9371285"/>
            <a:ext cx="5691720" cy="35869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680493" y="9371285"/>
            <a:ext cx="1053711" cy="493316"/>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3108" userDrawn="1">
          <p15:clr>
            <a:srgbClr val="F26B43"/>
          </p15:clr>
        </p15:guide>
        <p15:guide id="2" pos="212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9372997"/>
            <a:ext cx="5815209" cy="384083"/>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1/28/2026 11:16 AM</a:t>
            </a:fld>
            <a:endParaRPr lang="en-US"/>
          </a:p>
        </p:txBody>
      </p:sp>
      <p:sp>
        <p:nvSpPr>
          <p:cNvPr id="12" name="Notes Placeholder 11"/>
          <p:cNvSpPr>
            <a:spLocks noGrp="1"/>
          </p:cNvSpPr>
          <p:nvPr>
            <p:ph type="body" sz="quarter" idx="3"/>
          </p:nvPr>
        </p:nvSpPr>
        <p:spPr>
          <a:xfrm>
            <a:off x="673577" y="4686499"/>
            <a:ext cx="5388610" cy="443984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803982" y="9371285"/>
            <a:ext cx="930222" cy="493316"/>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microsoft.com/licensing/terms/product/Glossary/al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microsoft.com/licensing/terms/product/Glossary/al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agłówka 3"/>
          <p:cNvSpPr>
            <a:spLocks noGrp="1"/>
          </p:cNvSpPr>
          <p:nvPr>
            <p:ph type="hdr" sz="quarter"/>
          </p:nvPr>
        </p:nvSpPr>
        <p:spPr/>
        <p:txBody>
          <a:bodyPr/>
          <a:lstStyle/>
          <a:p>
            <a:endParaRPr lang="en-US"/>
          </a:p>
        </p:txBody>
      </p:sp>
      <p:sp>
        <p:nvSpPr>
          <p:cNvPr id="5" name="Symbol zastępczy stopki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619572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pl-PL"/>
              <a:t>Agata </a:t>
            </a:r>
          </a:p>
          <a:p>
            <a:endParaRPr lang="pl-PL"/>
          </a:p>
        </p:txBody>
      </p:sp>
      <p:sp>
        <p:nvSpPr>
          <p:cNvPr id="4" name="Symbol zastępczy nagłówka 3"/>
          <p:cNvSpPr>
            <a:spLocks noGrp="1"/>
          </p:cNvSpPr>
          <p:nvPr>
            <p:ph type="hdr" sz="quarter"/>
          </p:nvPr>
        </p:nvSpPr>
        <p:spPr/>
        <p:txBody>
          <a:bodyPr/>
          <a:lstStyle/>
          <a:p>
            <a:endParaRPr lang="en-US"/>
          </a:p>
        </p:txBody>
      </p:sp>
      <p:sp>
        <p:nvSpPr>
          <p:cNvPr id="5" name="Symbol zastępczy stopki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2937140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err="1">
                <a:latin typeface="Calibri"/>
                <a:ea typeface="Calibri"/>
                <a:cs typeface="Calibri"/>
              </a:rPr>
              <a:t>Odstąd</a:t>
            </a:r>
            <a:r>
              <a:rPr lang="en-US" sz="850">
                <a:latin typeface="Calibri"/>
                <a:ea typeface="Calibri"/>
                <a:cs typeface="Calibri"/>
              </a:rPr>
              <a:t> do </a:t>
            </a:r>
            <a:r>
              <a:rPr lang="en-US" sz="850" err="1">
                <a:latin typeface="Calibri"/>
                <a:ea typeface="Calibri"/>
                <a:cs typeface="Calibri"/>
              </a:rPr>
              <a:t>zmiany</a:t>
            </a:r>
            <a:r>
              <a:rPr lang="en-US" sz="850">
                <a:latin typeface="Calibri"/>
                <a:ea typeface="Calibri"/>
                <a:cs typeface="Calibri"/>
              </a:rPr>
              <a:t> </a:t>
            </a: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1/28/2026 11:16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3187487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b="1"/>
              <a:t>OLU DODAJ JESZCZE JEDNĄ GRUPĘ ZGODNIE Z KOMENTARZEM AGATY </a:t>
            </a:r>
            <a:endParaRPr lang="en-US" b="1"/>
          </a:p>
        </p:txBody>
      </p:sp>
      <p:sp>
        <p:nvSpPr>
          <p:cNvPr id="4" name="Symbol zastępczy nagłówka 3"/>
          <p:cNvSpPr>
            <a:spLocks noGrp="1"/>
          </p:cNvSpPr>
          <p:nvPr>
            <p:ph type="hdr" sz="quarter"/>
          </p:nvPr>
        </p:nvSpPr>
        <p:spPr/>
        <p:txBody>
          <a:bodyPr/>
          <a:lstStyle/>
          <a:p>
            <a:endParaRPr lang="en-US"/>
          </a:p>
        </p:txBody>
      </p:sp>
      <p:sp>
        <p:nvSpPr>
          <p:cNvPr id="5" name="Symbol zastępczy stopki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423467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97BC7-AE09-8C87-549B-C2BF06423CCC}"/>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560992B9-FBD5-D4EB-5C58-B2581CB2B277}"/>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1A8DC228-19A4-0B20-666C-4135D0E77B28}"/>
              </a:ext>
            </a:extLst>
          </p:cNvPr>
          <p:cNvSpPr>
            <a:spLocks noGrp="1"/>
          </p:cNvSpPr>
          <p:nvPr>
            <p:ph type="body" idx="1"/>
          </p:nvPr>
        </p:nvSpPr>
        <p:spPr/>
        <p:txBody>
          <a:bodyPr/>
          <a:lstStyle/>
          <a:p>
            <a:r>
              <a:rPr lang="pl-PL" sz="882" b="1" i="0" kern="1200">
                <a:solidFill>
                  <a:schemeClr val="tx1"/>
                </a:solidFill>
                <a:effectLst/>
                <a:latin typeface="Segoe UI" panose="020B0502040204020203" pitchFamily="34" charset="0"/>
                <a:ea typeface="+mn-ea"/>
                <a:cs typeface="+mn-cs"/>
              </a:rPr>
              <a:t>Przez Microsoft</a:t>
            </a:r>
            <a:r>
              <a:rPr lang="pl-PL" sz="882" b="0" i="0" kern="1200">
                <a:solidFill>
                  <a:schemeClr val="tx1"/>
                </a:solidFill>
                <a:effectLst/>
                <a:latin typeface="Segoe UI" panose="020B0502040204020203" pitchFamily="34" charset="0"/>
                <a:ea typeface="+mn-ea"/>
                <a:cs typeface="+mn-cs"/>
              </a:rPr>
              <a:t>. </a:t>
            </a:r>
            <a:r>
              <a:rPr lang="pl-PL" sz="882" b="0" i="0" u="none" strike="noStrike" kern="1200">
                <a:solidFill>
                  <a:schemeClr val="tx1"/>
                </a:solidFill>
                <a:effectLst/>
                <a:latin typeface="Segoe UI" panose="020B0502040204020203" pitchFamily="34" charset="0"/>
                <a:ea typeface="+mn-ea"/>
                <a:cs typeface="+mn-cs"/>
                <a:hlinkClick r:id="rId3"/>
              </a:rPr>
              <a:t>Usługi Microsoft </a:t>
            </a:r>
            <a:r>
              <a:rPr lang="pl-PL" sz="882" b="0" i="0" u="none" strike="noStrike" kern="1200" err="1">
                <a:solidFill>
                  <a:schemeClr val="tx1"/>
                </a:solidFill>
                <a:effectLst/>
                <a:latin typeface="Segoe UI" panose="020B0502040204020203" pitchFamily="34" charset="0"/>
                <a:ea typeface="+mn-ea"/>
                <a:cs typeface="+mn-cs"/>
                <a:hlinkClick r:id="rId3"/>
              </a:rPr>
              <a:t>Generative</a:t>
            </a:r>
            <a:r>
              <a:rPr lang="pl-PL" sz="882" b="0" i="0" u="none" strike="noStrike" kern="1200">
                <a:solidFill>
                  <a:schemeClr val="tx1"/>
                </a:solidFill>
                <a:effectLst/>
                <a:latin typeface="Segoe UI" panose="020B0502040204020203" pitchFamily="34" charset="0"/>
                <a:ea typeface="+mn-ea"/>
                <a:cs typeface="+mn-cs"/>
                <a:hlinkClick r:id="rId3"/>
              </a:rPr>
              <a:t> AI</a:t>
            </a:r>
            <a:r>
              <a:rPr lang="pl-PL" sz="882" b="0" i="0" kern="1200">
                <a:solidFill>
                  <a:schemeClr val="tx1"/>
                </a:solidFill>
                <a:effectLst/>
                <a:latin typeface="Segoe UI" panose="020B0502040204020203" pitchFamily="34" charset="0"/>
                <a:ea typeface="+mn-ea"/>
                <a:cs typeface="+mn-cs"/>
              </a:rPr>
              <a:t> nie będą wykorzystywać </a:t>
            </a:r>
            <a:r>
              <a:rPr lang="pl-PL" sz="882" b="0" i="0" u="none" strike="noStrike" kern="1200">
                <a:solidFill>
                  <a:schemeClr val="tx1"/>
                </a:solidFill>
                <a:effectLst/>
                <a:latin typeface="Segoe UI" panose="020B0502040204020203" pitchFamily="34" charset="0"/>
                <a:ea typeface="+mn-ea"/>
                <a:cs typeface="+mn-cs"/>
                <a:hlinkClick r:id="rId3"/>
              </a:rPr>
              <a:t>Danych Klienta</a:t>
            </a:r>
            <a:r>
              <a:rPr lang="pl-PL" sz="882" b="0" i="0" kern="1200">
                <a:solidFill>
                  <a:schemeClr val="tx1"/>
                </a:solidFill>
                <a:effectLst/>
                <a:latin typeface="Segoe UI" panose="020B0502040204020203" pitchFamily="34" charset="0"/>
                <a:ea typeface="+mn-ea"/>
                <a:cs typeface="+mn-cs"/>
              </a:rPr>
              <a:t> do trenowania żadnego podstawowego modelu generatywnej AI, z wyjątkiem sytuacji, gdy odbywa się to zgodnie z udokumentowanymi instrukcjami Klienta.</a:t>
            </a:r>
          </a:p>
          <a:p>
            <a:r>
              <a:rPr lang="pl-PL" sz="882" b="1" i="0" kern="1200">
                <a:solidFill>
                  <a:schemeClr val="tx1"/>
                </a:solidFill>
                <a:effectLst/>
                <a:latin typeface="Segoe UI" panose="020B0502040204020203" pitchFamily="34" charset="0"/>
                <a:ea typeface="+mn-ea"/>
                <a:cs typeface="+mn-cs"/>
              </a:rPr>
              <a:t>Przez Klienta</a:t>
            </a:r>
            <a:r>
              <a:rPr lang="pl-PL" sz="882" b="0" i="0" kern="1200">
                <a:solidFill>
                  <a:schemeClr val="tx1"/>
                </a:solidFill>
                <a:effectLst/>
                <a:latin typeface="Segoe UI" panose="020B0502040204020203" pitchFamily="34" charset="0"/>
                <a:ea typeface="+mn-ea"/>
                <a:cs typeface="+mn-cs"/>
              </a:rPr>
              <a:t>. Klient nie będzie korzystał z </a:t>
            </a:r>
            <a:r>
              <a:rPr lang="pl-PL" sz="882" b="0" i="0" u="none" strike="noStrike" kern="1200">
                <a:solidFill>
                  <a:schemeClr val="tx1"/>
                </a:solidFill>
                <a:effectLst/>
                <a:latin typeface="Segoe UI" panose="020B0502040204020203" pitchFamily="34" charset="0"/>
                <a:ea typeface="+mn-ea"/>
                <a:cs typeface="+mn-cs"/>
                <a:hlinkClick r:id="rId3"/>
              </a:rPr>
              <a:t>Usługi Microsoft </a:t>
            </a:r>
            <a:r>
              <a:rPr lang="pl-PL" sz="882" b="0" i="0" u="none" strike="noStrike" kern="1200" err="1">
                <a:solidFill>
                  <a:schemeClr val="tx1"/>
                </a:solidFill>
                <a:effectLst/>
                <a:latin typeface="Segoe UI" panose="020B0502040204020203" pitchFamily="34" charset="0"/>
                <a:ea typeface="+mn-ea"/>
                <a:cs typeface="+mn-cs"/>
                <a:hlinkClick r:id="rId3"/>
              </a:rPr>
              <a:t>Generative</a:t>
            </a:r>
            <a:r>
              <a:rPr lang="pl-PL" sz="882" b="0" i="0" u="none" strike="noStrike" kern="1200">
                <a:solidFill>
                  <a:schemeClr val="tx1"/>
                </a:solidFill>
                <a:effectLst/>
                <a:latin typeface="Segoe UI" panose="020B0502040204020203" pitchFamily="34" charset="0"/>
                <a:ea typeface="+mn-ea"/>
                <a:cs typeface="+mn-cs"/>
                <a:hlinkClick r:id="rId3"/>
              </a:rPr>
              <a:t> AI</a:t>
            </a:r>
            <a:r>
              <a:rPr lang="pl-PL" sz="882" b="0" i="0" kern="1200">
                <a:solidFill>
                  <a:schemeClr val="tx1"/>
                </a:solidFill>
                <a:effectLst/>
                <a:latin typeface="Segoe UI" panose="020B0502040204020203" pitchFamily="34" charset="0"/>
                <a:ea typeface="+mn-ea"/>
                <a:cs typeface="+mn-cs"/>
              </a:rPr>
              <a:t> do generowania </a:t>
            </a:r>
            <a:r>
              <a:rPr lang="pl-PL" sz="882" b="0" i="0" u="none" strike="noStrike" kern="1200">
                <a:solidFill>
                  <a:schemeClr val="tx1"/>
                </a:solidFill>
                <a:effectLst/>
                <a:latin typeface="Segoe UI" panose="020B0502040204020203" pitchFamily="34" charset="0"/>
                <a:ea typeface="+mn-ea"/>
                <a:cs typeface="+mn-cs"/>
                <a:hlinkClick r:id="rId3"/>
              </a:rPr>
              <a:t>Zawartości Wyjściowej</a:t>
            </a:r>
            <a:r>
              <a:rPr lang="pl-PL" sz="882" b="0" i="0" kern="1200">
                <a:solidFill>
                  <a:schemeClr val="tx1"/>
                </a:solidFill>
                <a:effectLst/>
                <a:latin typeface="Segoe UI" panose="020B0502040204020203" pitchFamily="34" charset="0"/>
                <a:ea typeface="+mn-ea"/>
                <a:cs typeface="+mn-cs"/>
              </a:rPr>
              <a:t> ani nie będzie nakazywał korzystania z niej ani umożliwiał jej korzystania osobom trzecim w wyraźnym celu tworzenia syntetycznych danych szkoleniowych służących do opracowywania lub trenowania modeli lub systemów AI o zasadniczo podobnej funkcjonalności do usługi Microsoft AI, z wyjątkiem przypadków wyraźnie dozwolonych w warunkach dotyczących konkretnej usługi dla modeli </a:t>
            </a:r>
            <a:r>
              <a:rPr lang="pl-PL" sz="882" b="0" i="0" kern="1200" err="1">
                <a:solidFill>
                  <a:schemeClr val="tx1"/>
                </a:solidFill>
                <a:effectLst/>
                <a:latin typeface="Segoe UI" panose="020B0502040204020203" pitchFamily="34" charset="0"/>
                <a:ea typeface="+mn-ea"/>
                <a:cs typeface="+mn-cs"/>
              </a:rPr>
              <a:t>Azure</a:t>
            </a:r>
            <a:r>
              <a:rPr lang="pl-PL" sz="882" b="0" i="0" kern="1200">
                <a:solidFill>
                  <a:schemeClr val="tx1"/>
                </a:solidFill>
                <a:effectLst/>
                <a:latin typeface="Segoe UI" panose="020B0502040204020203" pitchFamily="34" charset="0"/>
                <a:ea typeface="+mn-ea"/>
                <a:cs typeface="+mn-cs"/>
              </a:rPr>
              <a:t> Direct w Microsoft </a:t>
            </a:r>
            <a:r>
              <a:rPr lang="pl-PL" sz="882" b="0" i="0" kern="1200" err="1">
                <a:solidFill>
                  <a:schemeClr val="tx1"/>
                </a:solidFill>
                <a:effectLst/>
                <a:latin typeface="Segoe UI" panose="020B0502040204020203" pitchFamily="34" charset="0"/>
                <a:ea typeface="+mn-ea"/>
                <a:cs typeface="+mn-cs"/>
              </a:rPr>
              <a:t>Foundry</a:t>
            </a:r>
            <a:r>
              <a:rPr lang="pl-PL" sz="882" b="0" i="0" kern="1200">
                <a:solidFill>
                  <a:schemeClr val="tx1"/>
                </a:solidFill>
                <a:effectLst/>
                <a:latin typeface="Segoe UI" panose="020B0502040204020203" pitchFamily="34" charset="0"/>
                <a:ea typeface="+mn-ea"/>
                <a:cs typeface="+mn-cs"/>
              </a:rPr>
              <a:t>. Ograniczenia zawarte w niniejszym punkcie nie uniemożliwiają korzystania z </a:t>
            </a:r>
            <a:r>
              <a:rPr lang="pl-PL" sz="882" b="0" i="0" u="none" strike="noStrike" kern="1200">
                <a:solidFill>
                  <a:schemeClr val="tx1"/>
                </a:solidFill>
                <a:effectLst/>
                <a:latin typeface="Segoe UI" panose="020B0502040204020203" pitchFamily="34" charset="0"/>
                <a:ea typeface="+mn-ea"/>
                <a:cs typeface="+mn-cs"/>
                <a:hlinkClick r:id="rId3"/>
              </a:rPr>
              <a:t>Usługi Microsoft </a:t>
            </a:r>
            <a:r>
              <a:rPr lang="pl-PL" sz="882" b="0" i="0" u="none" strike="noStrike" kern="1200" err="1">
                <a:solidFill>
                  <a:schemeClr val="tx1"/>
                </a:solidFill>
                <a:effectLst/>
                <a:latin typeface="Segoe UI" panose="020B0502040204020203" pitchFamily="34" charset="0"/>
                <a:ea typeface="+mn-ea"/>
                <a:cs typeface="+mn-cs"/>
                <a:hlinkClick r:id="rId3"/>
              </a:rPr>
              <a:t>Generative</a:t>
            </a:r>
            <a:r>
              <a:rPr lang="pl-PL" sz="882" b="0" i="0" u="none" strike="noStrike" kern="1200">
                <a:solidFill>
                  <a:schemeClr val="tx1"/>
                </a:solidFill>
                <a:effectLst/>
                <a:latin typeface="Segoe UI" panose="020B0502040204020203" pitchFamily="34" charset="0"/>
                <a:ea typeface="+mn-ea"/>
                <a:cs typeface="+mn-cs"/>
                <a:hlinkClick r:id="rId3"/>
              </a:rPr>
              <a:t> AI</a:t>
            </a:r>
            <a:r>
              <a:rPr lang="pl-PL" sz="882" b="0" i="0" kern="1200">
                <a:solidFill>
                  <a:schemeClr val="tx1"/>
                </a:solidFill>
                <a:effectLst/>
                <a:latin typeface="Segoe UI" panose="020B0502040204020203" pitchFamily="34" charset="0"/>
                <a:ea typeface="+mn-ea"/>
                <a:cs typeface="+mn-cs"/>
              </a:rPr>
              <a:t> w celu generowania </a:t>
            </a:r>
            <a:r>
              <a:rPr lang="pl-PL" sz="882" b="0" i="0" u="none" strike="noStrike" kern="1200">
                <a:solidFill>
                  <a:schemeClr val="tx1"/>
                </a:solidFill>
                <a:effectLst/>
                <a:latin typeface="Segoe UI" panose="020B0502040204020203" pitchFamily="34" charset="0"/>
                <a:ea typeface="+mn-ea"/>
                <a:cs typeface="+mn-cs"/>
                <a:hlinkClick r:id="rId3"/>
              </a:rPr>
              <a:t>Zawartości Wyjściowej</a:t>
            </a:r>
            <a:r>
              <a:rPr lang="pl-PL" sz="882" b="0" i="0" kern="1200">
                <a:solidFill>
                  <a:schemeClr val="tx1"/>
                </a:solidFill>
                <a:effectLst/>
                <a:latin typeface="Segoe UI" panose="020B0502040204020203" pitchFamily="34" charset="0"/>
                <a:ea typeface="+mn-ea"/>
                <a:cs typeface="+mn-cs"/>
              </a:rPr>
              <a:t> do wykorzystania jako dane wejściowe w dynamicznych modelach lub systemach AI.</a:t>
            </a:r>
          </a:p>
          <a:p>
            <a:endParaRPr lang="en-US"/>
          </a:p>
        </p:txBody>
      </p:sp>
      <p:sp>
        <p:nvSpPr>
          <p:cNvPr id="4" name="Symbol zastępczy nagłówka 3">
            <a:extLst>
              <a:ext uri="{FF2B5EF4-FFF2-40B4-BE49-F238E27FC236}">
                <a16:creationId xmlns:a16="http://schemas.microsoft.com/office/drawing/2014/main" id="{472AB47D-3B89-A1DD-DF97-38827044D5B4}"/>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B069EB3E-A812-E96A-C9A6-3F479D17A713}"/>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603E80B8-ACB0-D57F-6D6E-6AA6F05D9734}"/>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C0A0160F-D19D-9C40-5924-396B39BED459}"/>
              </a:ext>
            </a:extLst>
          </p:cNvPr>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082368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75724-FDFB-C7C3-EAF3-43AD6CD338ED}"/>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67987D8-DD9A-DD12-D087-C9AB3706A275}"/>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23C374F8-FD2F-EDD2-7546-9624E62FABEC}"/>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pl-PL" sz="882" b="1" i="0" kern="1200">
                <a:solidFill>
                  <a:schemeClr val="tx1"/>
                </a:solidFill>
                <a:effectLst/>
                <a:latin typeface="Segoe UI" panose="020B0502040204020203" pitchFamily="34" charset="0"/>
                <a:ea typeface="+mn-ea"/>
                <a:cs typeface="+mn-cs"/>
              </a:rPr>
              <a:t>Przez Microsoft</a:t>
            </a:r>
            <a:r>
              <a:rPr lang="pl-PL" sz="882" b="0" i="0" kern="1200">
                <a:solidFill>
                  <a:schemeClr val="tx1"/>
                </a:solidFill>
                <a:effectLst/>
                <a:latin typeface="Segoe UI" panose="020B0502040204020203" pitchFamily="34" charset="0"/>
                <a:ea typeface="+mn-ea"/>
                <a:cs typeface="+mn-cs"/>
              </a:rPr>
              <a:t>. </a:t>
            </a:r>
            <a:r>
              <a:rPr lang="pl-PL" sz="882" b="0" i="0" u="none" strike="noStrike" kern="1200">
                <a:solidFill>
                  <a:schemeClr val="tx1"/>
                </a:solidFill>
                <a:effectLst/>
                <a:latin typeface="Segoe UI" panose="020B0502040204020203" pitchFamily="34" charset="0"/>
                <a:ea typeface="+mn-ea"/>
                <a:cs typeface="+mn-cs"/>
                <a:hlinkClick r:id="rId3"/>
              </a:rPr>
              <a:t>Usługi Microsoft </a:t>
            </a:r>
            <a:r>
              <a:rPr lang="pl-PL" sz="882" b="0" i="0" u="none" strike="noStrike" kern="1200" err="1">
                <a:solidFill>
                  <a:schemeClr val="tx1"/>
                </a:solidFill>
                <a:effectLst/>
                <a:latin typeface="Segoe UI" panose="020B0502040204020203" pitchFamily="34" charset="0"/>
                <a:ea typeface="+mn-ea"/>
                <a:cs typeface="+mn-cs"/>
                <a:hlinkClick r:id="rId3"/>
              </a:rPr>
              <a:t>Generative</a:t>
            </a:r>
            <a:r>
              <a:rPr lang="pl-PL" sz="882" b="0" i="0" u="none" strike="noStrike" kern="1200">
                <a:solidFill>
                  <a:schemeClr val="tx1"/>
                </a:solidFill>
                <a:effectLst/>
                <a:latin typeface="Segoe UI" panose="020B0502040204020203" pitchFamily="34" charset="0"/>
                <a:ea typeface="+mn-ea"/>
                <a:cs typeface="+mn-cs"/>
                <a:hlinkClick r:id="rId3"/>
              </a:rPr>
              <a:t> AI</a:t>
            </a:r>
            <a:r>
              <a:rPr lang="pl-PL" sz="882" b="0" i="0" kern="1200">
                <a:solidFill>
                  <a:schemeClr val="tx1"/>
                </a:solidFill>
                <a:effectLst/>
                <a:latin typeface="Segoe UI" panose="020B0502040204020203" pitchFamily="34" charset="0"/>
                <a:ea typeface="+mn-ea"/>
                <a:cs typeface="+mn-cs"/>
              </a:rPr>
              <a:t> nie będą wykorzystywać </a:t>
            </a:r>
            <a:r>
              <a:rPr lang="pl-PL" sz="882" b="0" i="0" u="none" strike="noStrike" kern="1200">
                <a:solidFill>
                  <a:schemeClr val="tx1"/>
                </a:solidFill>
                <a:effectLst/>
                <a:latin typeface="Segoe UI" panose="020B0502040204020203" pitchFamily="34" charset="0"/>
                <a:ea typeface="+mn-ea"/>
                <a:cs typeface="+mn-cs"/>
                <a:hlinkClick r:id="rId3"/>
              </a:rPr>
              <a:t>Danych Klienta</a:t>
            </a:r>
            <a:r>
              <a:rPr lang="pl-PL" sz="882" b="0" i="0" kern="1200">
                <a:solidFill>
                  <a:schemeClr val="tx1"/>
                </a:solidFill>
                <a:effectLst/>
                <a:latin typeface="Segoe UI" panose="020B0502040204020203" pitchFamily="34" charset="0"/>
                <a:ea typeface="+mn-ea"/>
                <a:cs typeface="+mn-cs"/>
              </a:rPr>
              <a:t> do trenowania żadnego podstawowego modelu generatywnej AI, z wyjątkiem sytuacji, gdy odbywa się to zgodnie z udokumentowanymi instrukcjami Klienta.</a:t>
            </a:r>
          </a:p>
          <a:p>
            <a:r>
              <a:rPr lang="pl-PL" sz="882" b="0" i="0" u="none" strike="noStrike" kern="1200">
                <a:solidFill>
                  <a:schemeClr val="tx1"/>
                </a:solidFill>
                <a:effectLst/>
                <a:latin typeface="Segoe UI" panose="020B0502040204020203" pitchFamily="34" charset="0"/>
                <a:ea typeface="+mn-ea"/>
                <a:cs typeface="+mn-cs"/>
                <a:hlinkClick r:id="rId3"/>
              </a:rPr>
              <a:t>Zawartość Wyjściowa</a:t>
            </a:r>
            <a:r>
              <a:rPr lang="pl-PL" sz="882" b="0" i="0" kern="1200">
                <a:solidFill>
                  <a:schemeClr val="tx1"/>
                </a:solidFill>
                <a:effectLst/>
                <a:latin typeface="Segoe UI" panose="020B0502040204020203" pitchFamily="34" charset="0"/>
                <a:ea typeface="+mn-ea"/>
                <a:cs typeface="+mn-cs"/>
              </a:rPr>
              <a:t> to </a:t>
            </a:r>
            <a:r>
              <a:rPr lang="pl-PL" sz="882" b="0" i="0" u="none" strike="noStrike" kern="1200">
                <a:solidFill>
                  <a:schemeClr val="tx1"/>
                </a:solidFill>
                <a:effectLst/>
                <a:latin typeface="Segoe UI" panose="020B0502040204020203" pitchFamily="34" charset="0"/>
                <a:ea typeface="+mn-ea"/>
                <a:cs typeface="+mn-cs"/>
                <a:hlinkClick r:id="rId3"/>
              </a:rPr>
              <a:t>Dane Klienta</a:t>
            </a:r>
            <a:r>
              <a:rPr lang="pl-PL" sz="882" b="0" i="0" kern="1200">
                <a:solidFill>
                  <a:schemeClr val="tx1"/>
                </a:solidFill>
                <a:effectLst/>
                <a:latin typeface="Segoe UI" panose="020B0502040204020203" pitchFamily="34" charset="0"/>
                <a:ea typeface="+mn-ea"/>
                <a:cs typeface="+mn-cs"/>
              </a:rPr>
              <a:t>. Firma Microsoft nie jest właścicielem Zawartości Wyjściowej </a:t>
            </a:r>
            <a:r>
              <a:rPr lang="pl-PL" sz="882" b="0" i="0" u="none" strike="noStrike" kern="1200">
                <a:solidFill>
                  <a:schemeClr val="tx1"/>
                </a:solidFill>
                <a:effectLst/>
                <a:latin typeface="Segoe UI" panose="020B0502040204020203" pitchFamily="34" charset="0"/>
                <a:ea typeface="+mn-ea"/>
                <a:cs typeface="+mn-cs"/>
                <a:hlinkClick r:id="rId3"/>
              </a:rPr>
              <a:t>Klienta</a:t>
            </a:r>
            <a:r>
              <a:rPr lang="pl-PL" sz="882" b="0" i="0" kern="1200">
                <a:solidFill>
                  <a:schemeClr val="tx1"/>
                </a:solidFill>
                <a:effectLst/>
                <a:latin typeface="Segoe UI" panose="020B0502040204020203" pitchFamily="34" charset="0"/>
                <a:ea typeface="+mn-ea"/>
                <a:cs typeface="+mn-cs"/>
              </a:rPr>
              <a:t>.</a:t>
            </a:r>
            <a:endParaRPr lang="en-US"/>
          </a:p>
        </p:txBody>
      </p:sp>
      <p:sp>
        <p:nvSpPr>
          <p:cNvPr id="4" name="Symbol zastępczy nagłówka 3">
            <a:extLst>
              <a:ext uri="{FF2B5EF4-FFF2-40B4-BE49-F238E27FC236}">
                <a16:creationId xmlns:a16="http://schemas.microsoft.com/office/drawing/2014/main" id="{73681324-0F30-5804-ED8F-F31E89585DED}"/>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E3E86BA7-7F60-8DF5-5013-B38BEB6D380C}"/>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B5380FAB-DB39-78C5-C162-4C8983C21F84}"/>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D26100EF-1148-0523-1610-9CEF26E3C8B1}"/>
              </a:ext>
            </a:extLst>
          </p:cNvPr>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2335609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4FC3A-0D81-ECC3-E803-B63CBF830EEC}"/>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1B03255A-A404-FD3D-4C66-6B3ED070EBDD}"/>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6E915BFA-B4CF-6B69-CCB7-F06B4DF61A12}"/>
              </a:ext>
            </a:extLst>
          </p:cNvPr>
          <p:cNvSpPr>
            <a:spLocks noGrp="1"/>
          </p:cNvSpPr>
          <p:nvPr>
            <p:ph type="body" idx="1"/>
          </p:nvPr>
        </p:nvSpPr>
        <p:spPr/>
        <p:txBody>
          <a:bodyPr/>
          <a:lstStyle/>
          <a:p>
            <a:endParaRPr lang="en-US" b="1"/>
          </a:p>
        </p:txBody>
      </p:sp>
      <p:sp>
        <p:nvSpPr>
          <p:cNvPr id="4" name="Symbol zastępczy nagłówka 3">
            <a:extLst>
              <a:ext uri="{FF2B5EF4-FFF2-40B4-BE49-F238E27FC236}">
                <a16:creationId xmlns:a16="http://schemas.microsoft.com/office/drawing/2014/main" id="{17675846-7478-2D8B-ED82-066D83FEC30A}"/>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DC15E215-7932-C1FE-D545-551FE9CF134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92910494-4E3F-C567-5F40-DA2FD06D4C36}"/>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8F774CB6-E9C8-1723-022B-EFD582E31EB3}"/>
              </a:ext>
            </a:extLst>
          </p:cNvPr>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687633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D1C3-89D8-7C74-2205-9A7E3FC87EF2}"/>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25EF8925-387D-6360-833F-052C1824FE00}"/>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7066A1CA-910D-3460-F82B-86AD8FD20AB2}"/>
              </a:ext>
            </a:extLst>
          </p:cNvPr>
          <p:cNvSpPr>
            <a:spLocks noGrp="1"/>
          </p:cNvSpPr>
          <p:nvPr>
            <p:ph type="body" idx="1"/>
          </p:nvPr>
        </p:nvSpPr>
        <p:spPr/>
        <p:txBody>
          <a:bodyPr/>
          <a:lstStyle/>
          <a:p>
            <a:endParaRPr lang="en-US" sz="850" b="1">
              <a:cs typeface="Segoe UI"/>
            </a:endParaRPr>
          </a:p>
        </p:txBody>
      </p:sp>
      <p:sp>
        <p:nvSpPr>
          <p:cNvPr id="4" name="Symbol zastępczy nagłówka 3">
            <a:extLst>
              <a:ext uri="{FF2B5EF4-FFF2-40B4-BE49-F238E27FC236}">
                <a16:creationId xmlns:a16="http://schemas.microsoft.com/office/drawing/2014/main" id="{18FAA3E9-E236-7FB9-5699-033F3EC3C110}"/>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67D1988C-CADF-C19C-D944-ECD70F4D427D}"/>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3E214071-4B95-F5A1-DE80-C566FAE63494}"/>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BA6F76F1-9ACC-ADD1-7995-A152D8874215}"/>
              </a:ext>
            </a:extLst>
          </p:cNvPr>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521409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A21B4-2B99-72A6-F068-2E8F9FCA3479}"/>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D53CE72F-94C0-F7DF-33A0-A773FDE82C0D}"/>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F0DCDC81-2B1B-D446-427F-8E94D95D2179}"/>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89CDFAF8-3375-945E-D525-5C5687A07977}"/>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243C8BB8-15EB-AF4B-8AF3-1EFC2DAE6EBB}"/>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6B6A9B34-1FB5-C413-CB55-9DE7FFD55B86}"/>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0A4D637B-72AD-B11A-FEC4-E64B002846C1}"/>
              </a:ext>
            </a:extLst>
          </p:cNvPr>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318232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C17ED-01C9-92F8-A230-97AD893E6258}"/>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145A1E5-5261-D5D5-1EAF-B2841B271ABC}"/>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E2830395-C444-15FF-7117-C4FA270B49D3}"/>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15883BE4-9578-A628-8436-BE019E235B9C}"/>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5F082B59-FCFC-D462-C467-BDB9A60565CA}"/>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B6141ECE-98E0-40AC-EE1B-C30F7251B5AF}"/>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A2019458-122D-0676-80D4-F5A8E9823E32}"/>
              </a:ext>
            </a:extLst>
          </p:cNvPr>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380309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E2B99-2B9C-2AE4-4ECA-386650FC2235}"/>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578D2A6-E3E7-F456-19C8-2099298A81C6}"/>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F57390E8-3523-AE39-4A22-7506F278D259}"/>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A68B4F64-AC8F-4761-3B96-469E26EF2011}"/>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51B5EC25-AA35-1868-C988-5D6A0C1AF2D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D7B01EE7-D8C2-B454-7DCD-E6F05B908380}"/>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CE8F5BA7-7267-17E0-6B6B-6A8E8832908D}"/>
              </a:ext>
            </a:extLst>
          </p:cNvPr>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619774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9EAB1-BA01-7DCF-36CD-0826C456359E}"/>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71FEFB96-2E31-5413-9F77-D3932FAAD719}"/>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69E45C90-CBA3-6917-4C50-98095698B0C2}"/>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F1260393-F434-2CAA-CEF8-464BC3AD3581}"/>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528F842C-41EF-5AC0-6EBB-B396CAE09B1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7F5637DA-D5CE-F63A-9DA2-FDBF3EA8ECBC}"/>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4822B735-727F-27D6-6F2D-450B88C48A86}"/>
              </a:ext>
            </a:extLst>
          </p:cNvPr>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1428617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F969-45E1-59FD-F4BE-36E6D5198D6F}"/>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5BD21592-0C4A-484A-37AA-447D858BA251}"/>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E22075D2-A44A-00D9-B221-D675B1B5C295}"/>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F57D8405-E17C-A529-8B9B-D536FAD38180}"/>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60DED866-B61C-BCB4-D84D-F88143D35EAE}"/>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D7E89382-1E40-EBCA-15D9-AF29F57867BF}"/>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131E131D-A104-9079-6AD3-921B3D164554}"/>
              </a:ext>
            </a:extLst>
          </p:cNvPr>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407644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7AE6B-F2F8-4EC3-2DD7-74F4ED724461}"/>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75F2E949-C5E9-143F-7041-9BEAFAAB4539}"/>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C47436EB-3CA1-5E13-FA48-5812D4549BEB}"/>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32CF8E84-60EE-2585-AC5A-AFFB5C77FB13}"/>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30CF9B33-1EFD-C181-6013-A03A119AFF56}"/>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8976650F-C6B9-1816-047D-512EC58A5ABB}"/>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E441D07B-6677-8BE6-42CD-A97223CB3DF3}"/>
              </a:ext>
            </a:extLst>
          </p:cNvPr>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517544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4F65A-4319-996F-D016-731D6BEF0A6C}"/>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A52DE59F-B5A4-7E26-0A1F-E9C059F05AB7}"/>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CE4BF6AB-7B93-63F3-835D-2F4D79133782}"/>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12867FF5-D158-F068-82CD-E8958F3AC5BA}"/>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44D2AD36-A670-A582-E959-06DEAB0F06A0}"/>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BA2A3538-6108-9000-B62E-94292E2D7630}"/>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09D25797-505C-99F7-68B9-9E7A4660CCA4}"/>
              </a:ext>
            </a:extLst>
          </p:cNvPr>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4817272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44573-EC29-3A3A-3A74-2138FE91EC0A}"/>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5E1A3D68-FCD0-901D-8FAE-299DEDEFD41D}"/>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FDCCF1A6-AD33-25C3-6453-93080A362379}"/>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595CB848-DDCC-9E78-2040-DC4A311A1E7B}"/>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425D15CA-6C40-DF7A-C94D-00C46178662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E2EDD219-5D6C-90A2-2199-107909EB3574}"/>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9E4EBBC9-DFE6-6135-745C-485BF706BA28}"/>
              </a:ext>
            </a:extLst>
          </p:cNvPr>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1559069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92382-F155-8AF4-D0B2-4615EF5FC478}"/>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488719BA-167E-A312-49E1-01F18C91C6C0}"/>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4498F8E3-7F65-9411-24E1-1A4D28B24AD8}"/>
              </a:ext>
            </a:extLst>
          </p:cNvPr>
          <p:cNvSpPr>
            <a:spLocks noGrp="1"/>
          </p:cNvSpPr>
          <p:nvPr>
            <p:ph type="body" idx="1"/>
          </p:nvPr>
        </p:nvSpPr>
        <p:spPr/>
        <p:txBody>
          <a:bodyPr/>
          <a:lstStyle/>
          <a:p>
            <a:endParaRPr lang="en-US"/>
          </a:p>
        </p:txBody>
      </p:sp>
      <p:sp>
        <p:nvSpPr>
          <p:cNvPr id="4" name="Symbol zastępczy nagłówka 3">
            <a:extLst>
              <a:ext uri="{FF2B5EF4-FFF2-40B4-BE49-F238E27FC236}">
                <a16:creationId xmlns:a16="http://schemas.microsoft.com/office/drawing/2014/main" id="{44F7717F-6B8D-806D-A980-4ACAC4B36693}"/>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D014D352-1D77-8FB5-69F6-00EC458FF947}"/>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D4BD66F9-C256-942D-D88F-D182A226FAF2}"/>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E4B555FD-7E62-A2A1-B344-CEC1CE938287}"/>
              </a:ext>
            </a:extLst>
          </p:cNvPr>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321817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9F5F4-9A7C-02C4-508D-DE60450046A5}"/>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04181A21-2F7F-19E3-69C0-3687DA118392}"/>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FC5D7EB1-1833-FA8D-E843-9A8A12DBD7CC}"/>
              </a:ext>
            </a:extLst>
          </p:cNvPr>
          <p:cNvSpPr>
            <a:spLocks noGrp="1"/>
          </p:cNvSpPr>
          <p:nvPr>
            <p:ph type="body" idx="1"/>
          </p:nvPr>
        </p:nvSpPr>
        <p:spPr/>
        <p:txBody>
          <a:bodyPr/>
          <a:lstStyle/>
          <a:p>
            <a:r>
              <a:rPr lang="pl-PL"/>
              <a:t>Istniejące umowy trzeba dostosować do tego AI, trzeba się </a:t>
            </a:r>
            <a:r>
              <a:rPr lang="pl-PL" err="1"/>
              <a:t>przeanlizowac</a:t>
            </a:r>
            <a:r>
              <a:rPr lang="pl-PL"/>
              <a:t> pod kątem </a:t>
            </a:r>
            <a:r>
              <a:rPr lang="pl-PL" err="1"/>
              <a:t>Ai</a:t>
            </a:r>
            <a:r>
              <a:rPr lang="pl-PL"/>
              <a:t> Akt i potem przejrzeć </a:t>
            </a:r>
            <a:r>
              <a:rPr lang="pl-PL" err="1"/>
              <a:t>istenijace</a:t>
            </a:r>
            <a:r>
              <a:rPr lang="pl-PL"/>
              <a:t> umowy i je odpowiednio dostosować </a:t>
            </a:r>
            <a:endParaRPr lang="en-US"/>
          </a:p>
        </p:txBody>
      </p:sp>
      <p:sp>
        <p:nvSpPr>
          <p:cNvPr id="4" name="Symbol zastępczy nagłówka 3">
            <a:extLst>
              <a:ext uri="{FF2B5EF4-FFF2-40B4-BE49-F238E27FC236}">
                <a16:creationId xmlns:a16="http://schemas.microsoft.com/office/drawing/2014/main" id="{A7F8BD65-697D-1942-33AC-80805EFED0A2}"/>
              </a:ext>
            </a:extLst>
          </p:cNvPr>
          <p:cNvSpPr>
            <a:spLocks noGrp="1"/>
          </p:cNvSpPr>
          <p:nvPr>
            <p:ph type="hdr" sz="quarter"/>
          </p:nvPr>
        </p:nvSpPr>
        <p:spPr/>
        <p:txBody>
          <a:bodyPr/>
          <a:lstStyle/>
          <a:p>
            <a:endParaRPr lang="en-US"/>
          </a:p>
        </p:txBody>
      </p:sp>
      <p:sp>
        <p:nvSpPr>
          <p:cNvPr id="5" name="Symbol zastępczy stopki 4">
            <a:extLst>
              <a:ext uri="{FF2B5EF4-FFF2-40B4-BE49-F238E27FC236}">
                <a16:creationId xmlns:a16="http://schemas.microsoft.com/office/drawing/2014/main" id="{4CC25DDF-41F8-55E5-B617-1A53EB60EA37}"/>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a:extLst>
              <a:ext uri="{FF2B5EF4-FFF2-40B4-BE49-F238E27FC236}">
                <a16:creationId xmlns:a16="http://schemas.microsoft.com/office/drawing/2014/main" id="{1270303B-4A69-C1B3-BB3F-DB5E1D2B6CF5}"/>
              </a:ext>
            </a:extLst>
          </p:cNvPr>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a:extLst>
              <a:ext uri="{FF2B5EF4-FFF2-40B4-BE49-F238E27FC236}">
                <a16:creationId xmlns:a16="http://schemas.microsoft.com/office/drawing/2014/main" id="{756CE387-F24E-C7F7-BE28-AB70A19BBBB6}"/>
              </a:ext>
            </a:extLst>
          </p:cNvPr>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655116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Istniejące umowy trzeba dostosować do tego AI, trzeba się </a:t>
            </a:r>
            <a:r>
              <a:rPr lang="pl-PL" err="1"/>
              <a:t>przeanlizowac</a:t>
            </a:r>
            <a:r>
              <a:rPr lang="pl-PL"/>
              <a:t> pod kątem </a:t>
            </a:r>
            <a:r>
              <a:rPr lang="pl-PL" err="1"/>
              <a:t>Ai</a:t>
            </a:r>
            <a:r>
              <a:rPr lang="pl-PL"/>
              <a:t> Akt i potem przejrzeć </a:t>
            </a:r>
            <a:r>
              <a:rPr lang="pl-PL" err="1"/>
              <a:t>istenijace</a:t>
            </a:r>
            <a:r>
              <a:rPr lang="pl-PL"/>
              <a:t> umowy i je odpowiednio dostosować </a:t>
            </a:r>
            <a:endParaRPr lang="en-US"/>
          </a:p>
        </p:txBody>
      </p:sp>
      <p:sp>
        <p:nvSpPr>
          <p:cNvPr id="4" name="Symbol zastępczy nagłówka 3"/>
          <p:cNvSpPr>
            <a:spLocks noGrp="1"/>
          </p:cNvSpPr>
          <p:nvPr>
            <p:ph type="hdr" sz="quarter"/>
          </p:nvPr>
        </p:nvSpPr>
        <p:spPr/>
        <p:txBody>
          <a:bodyPr/>
          <a:lstStyle/>
          <a:p>
            <a:endParaRPr lang="en-US"/>
          </a:p>
        </p:txBody>
      </p:sp>
      <p:sp>
        <p:nvSpPr>
          <p:cNvPr id="5" name="Symbol zastępczy stopki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77568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agłówka 3"/>
          <p:cNvSpPr>
            <a:spLocks noGrp="1"/>
          </p:cNvSpPr>
          <p:nvPr>
            <p:ph type="hdr" sz="quarter"/>
          </p:nvPr>
        </p:nvSpPr>
        <p:spPr/>
        <p:txBody>
          <a:bodyPr/>
          <a:lstStyle/>
          <a:p>
            <a:endParaRPr lang="en-US"/>
          </a:p>
        </p:txBody>
      </p:sp>
      <p:sp>
        <p:nvSpPr>
          <p:cNvPr id="5" name="Symbol zastępczy stopki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Symbol zastępczy daty 5"/>
          <p:cNvSpPr>
            <a:spLocks noGrp="1"/>
          </p:cNvSpPr>
          <p:nvPr>
            <p:ph type="dt" idx="1"/>
          </p:nvPr>
        </p:nvSpPr>
        <p:spPr/>
        <p:txBody>
          <a:bodyPr/>
          <a:lstStyle/>
          <a:p>
            <a:fld id="{386CE63F-9E7F-4C04-9D0D-FCA25A8E9E86}" type="datetime8">
              <a:rPr lang="en-US" smtClean="0"/>
              <a:t>1/28/2026 11:16 AM</a:t>
            </a:fld>
            <a:endParaRPr lang="en-US"/>
          </a:p>
        </p:txBody>
      </p:sp>
      <p:sp>
        <p:nvSpPr>
          <p:cNvPr id="7" name="Symbol zastępczy numeru slajdu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30354924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RENATA</a:t>
            </a:r>
          </a:p>
        </p:txBody>
      </p:sp>
      <p:sp>
        <p:nvSpPr>
          <p:cNvPr id="4" name="Header Placeholder 3"/>
          <p:cNvSpPr>
            <a:spLocks noGrp="1"/>
          </p:cNvSpPr>
          <p:nvPr>
            <p:ph type="hdr" sz="quarter"/>
          </p:nvPr>
        </p:nvSpPr>
        <p:spPr/>
        <p:txBody>
          <a:bodyPr/>
          <a:lstStyle/>
          <a:p>
            <a:pPr defTabSz="906229">
              <a:defRPr/>
            </a:pPr>
            <a:endParaRPr lang="en-US">
              <a:solidFill>
                <a:prstClr val="black"/>
              </a:solidFill>
              <a:latin typeface="Segoe UI" pitchFamily="34" charset="0"/>
            </a:endParaRPr>
          </a:p>
        </p:txBody>
      </p:sp>
      <p:sp>
        <p:nvSpPr>
          <p:cNvPr id="5" name="Footer Placeholder 4"/>
          <p:cNvSpPr>
            <a:spLocks noGrp="1"/>
          </p:cNvSpPr>
          <p:nvPr>
            <p:ph type="ftr" sz="quarter" idx="4"/>
          </p:nvPr>
        </p:nvSpPr>
        <p:spPr/>
        <p:txBody>
          <a:bodyPr/>
          <a:lstStyle/>
          <a:p>
            <a:pPr marL="566414" defTabSz="905964" eaLnBrk="0" hangingPunct="0">
              <a:defRPr/>
            </a:pPr>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defTabSz="906229">
              <a:defRPr/>
            </a:pPr>
            <a:fld id="{386CE63F-9E7F-4C04-9D0D-FCA25A8E9E86}" type="datetime8">
              <a:rPr lang="en-US">
                <a:solidFill>
                  <a:prstClr val="black"/>
                </a:solidFill>
                <a:latin typeface="Segoe UI" pitchFamily="34" charset="0"/>
              </a:rPr>
              <a:pPr defTabSz="906229">
                <a:defRPr/>
              </a:pPr>
              <a:t>1/28/2026 11:16 AM</a:t>
            </a:fld>
            <a:endParaRPr lang="en-US">
              <a:solidFill>
                <a:prstClr val="black"/>
              </a:solidFill>
              <a:latin typeface="Segoe UI" pitchFamily="34" charset="0"/>
            </a:endParaRPr>
          </a:p>
        </p:txBody>
      </p:sp>
      <p:sp>
        <p:nvSpPr>
          <p:cNvPr id="7" name="Slide Number Placeholder 6"/>
          <p:cNvSpPr>
            <a:spLocks noGrp="1"/>
          </p:cNvSpPr>
          <p:nvPr>
            <p:ph type="sldNum" sz="quarter" idx="5"/>
          </p:nvPr>
        </p:nvSpPr>
        <p:spPr/>
        <p:txBody>
          <a:bodyPr/>
          <a:lstStyle/>
          <a:p>
            <a:pPr defTabSz="906229">
              <a:defRPr/>
            </a:pPr>
            <a:fld id="{B4008EB6-D09E-4580-8CD6-DDB14511944F}" type="slidenum">
              <a:rPr lang="en-US">
                <a:solidFill>
                  <a:prstClr val="black"/>
                </a:solidFill>
                <a:latin typeface="Segoe UI" pitchFamily="34" charset="0"/>
              </a:rPr>
              <a:pPr defTabSz="906229">
                <a:defRPr/>
              </a:pPr>
              <a:t>23</a:t>
            </a:fld>
            <a:endParaRPr lang="en-US">
              <a:solidFill>
                <a:prstClr val="black"/>
              </a:solidFill>
              <a:latin typeface="Segoe UI" pitchFamily="34" charset="0"/>
            </a:endParaRPr>
          </a:p>
        </p:txBody>
      </p:sp>
    </p:spTree>
    <p:extLst>
      <p:ext uri="{BB962C8B-B14F-4D97-AF65-F5344CB8AC3E}">
        <p14:creationId xmlns:p14="http://schemas.microsoft.com/office/powerpoint/2010/main" val="4291180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RENATA</a:t>
            </a:r>
          </a:p>
        </p:txBody>
      </p:sp>
      <p:sp>
        <p:nvSpPr>
          <p:cNvPr id="4" name="Header Placeholder 3"/>
          <p:cNvSpPr>
            <a:spLocks noGrp="1"/>
          </p:cNvSpPr>
          <p:nvPr>
            <p:ph type="hdr" sz="quarter"/>
          </p:nvPr>
        </p:nvSpPr>
        <p:spPr/>
        <p:txBody>
          <a:bodyPr/>
          <a:lstStyle/>
          <a:p>
            <a:pPr defTabSz="906229">
              <a:defRPr/>
            </a:pPr>
            <a:endParaRPr lang="en-US">
              <a:solidFill>
                <a:prstClr val="black"/>
              </a:solidFill>
              <a:latin typeface="Segoe UI" pitchFamily="34" charset="0"/>
            </a:endParaRPr>
          </a:p>
        </p:txBody>
      </p:sp>
      <p:sp>
        <p:nvSpPr>
          <p:cNvPr id="5" name="Footer Placeholder 4"/>
          <p:cNvSpPr>
            <a:spLocks noGrp="1"/>
          </p:cNvSpPr>
          <p:nvPr>
            <p:ph type="ftr" sz="quarter" idx="4"/>
          </p:nvPr>
        </p:nvSpPr>
        <p:spPr/>
        <p:txBody>
          <a:bodyPr/>
          <a:lstStyle/>
          <a:p>
            <a:pPr marL="566414" defTabSz="905964" eaLnBrk="0" hangingPunct="0">
              <a:defRPr/>
            </a:pPr>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defTabSz="906229">
              <a:defRPr/>
            </a:pPr>
            <a:fld id="{386CE63F-9E7F-4C04-9D0D-FCA25A8E9E86}" type="datetime8">
              <a:rPr lang="en-US">
                <a:solidFill>
                  <a:prstClr val="black"/>
                </a:solidFill>
                <a:latin typeface="Segoe UI" pitchFamily="34" charset="0"/>
              </a:rPr>
              <a:pPr defTabSz="906229">
                <a:defRPr/>
              </a:pPr>
              <a:t>1/28/2026 11:16 AM</a:t>
            </a:fld>
            <a:endParaRPr lang="en-US">
              <a:solidFill>
                <a:prstClr val="black"/>
              </a:solidFill>
              <a:latin typeface="Segoe UI" pitchFamily="34" charset="0"/>
            </a:endParaRPr>
          </a:p>
        </p:txBody>
      </p:sp>
      <p:sp>
        <p:nvSpPr>
          <p:cNvPr id="7" name="Slide Number Placeholder 6"/>
          <p:cNvSpPr>
            <a:spLocks noGrp="1"/>
          </p:cNvSpPr>
          <p:nvPr>
            <p:ph type="sldNum" sz="quarter" idx="5"/>
          </p:nvPr>
        </p:nvSpPr>
        <p:spPr/>
        <p:txBody>
          <a:bodyPr/>
          <a:lstStyle/>
          <a:p>
            <a:pPr defTabSz="906229">
              <a:defRPr/>
            </a:pPr>
            <a:fld id="{B4008EB6-D09E-4580-8CD6-DDB14511944F}" type="slidenum">
              <a:rPr lang="en-US">
                <a:solidFill>
                  <a:prstClr val="black"/>
                </a:solidFill>
                <a:latin typeface="Segoe UI" pitchFamily="34" charset="0"/>
              </a:rPr>
              <a:pPr defTabSz="906229">
                <a:defRPr/>
              </a:pPr>
              <a:t>24</a:t>
            </a:fld>
            <a:endParaRPr lang="en-US">
              <a:solidFill>
                <a:prstClr val="black"/>
              </a:solidFill>
              <a:latin typeface="Segoe UI" pitchFamily="34" charset="0"/>
            </a:endParaRPr>
          </a:p>
        </p:txBody>
      </p:sp>
    </p:spTree>
    <p:extLst>
      <p:ext uri="{BB962C8B-B14F-4D97-AF65-F5344CB8AC3E}">
        <p14:creationId xmlns:p14="http://schemas.microsoft.com/office/powerpoint/2010/main" val="34486008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pl-PL"/>
              <a:t>AGATA</a:t>
            </a:r>
            <a:endParaRPr lang="en-US"/>
          </a:p>
          <a:p>
            <a:endParaRPr lang="pl-PL"/>
          </a:p>
        </p:txBody>
      </p:sp>
      <p:sp>
        <p:nvSpPr>
          <p:cNvPr id="4" name="Symbol zastępczy numeru slajdu 3"/>
          <p:cNvSpPr>
            <a:spLocks noGrp="1"/>
          </p:cNvSpPr>
          <p:nvPr>
            <p:ph type="sldNum" sz="quarter" idx="5"/>
          </p:nvPr>
        </p:nvSpPr>
        <p:spPr/>
        <p:txBody>
          <a:bodyPr/>
          <a:lstStyle/>
          <a:p>
            <a:fld id="{2B084B97-E326-4FE0-A414-4A4C8B7798F2}" type="slidenum">
              <a:rPr lang="en-US" smtClean="0"/>
              <a:t>25</a:t>
            </a:fld>
            <a:endParaRPr lang="en-US"/>
          </a:p>
        </p:txBody>
      </p:sp>
    </p:spTree>
    <p:extLst>
      <p:ext uri="{BB962C8B-B14F-4D97-AF65-F5344CB8AC3E}">
        <p14:creationId xmlns:p14="http://schemas.microsoft.com/office/powerpoint/2010/main" val="4065290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0CB13-13D6-4487-60C9-2C75820D4CF0}"/>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3D5F55D-F34C-D406-E76D-0298A29C10E9}"/>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3808F7E0-E5D8-9E8D-C76C-B37624575AD5}"/>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pl-PL"/>
              <a:t>AGATA</a:t>
            </a:r>
            <a:endParaRPr lang="en-US"/>
          </a:p>
          <a:p>
            <a:endParaRPr lang="pl-PL"/>
          </a:p>
        </p:txBody>
      </p:sp>
      <p:sp>
        <p:nvSpPr>
          <p:cNvPr id="4" name="Symbol zastępczy numeru slajdu 3">
            <a:extLst>
              <a:ext uri="{FF2B5EF4-FFF2-40B4-BE49-F238E27FC236}">
                <a16:creationId xmlns:a16="http://schemas.microsoft.com/office/drawing/2014/main" id="{19F42FCE-51BE-DE49-FC1D-4C9DDEA2321B}"/>
              </a:ext>
            </a:extLst>
          </p:cNvPr>
          <p:cNvSpPr>
            <a:spLocks noGrp="1"/>
          </p:cNvSpPr>
          <p:nvPr>
            <p:ph type="sldNum" sz="quarter" idx="5"/>
          </p:nvPr>
        </p:nvSpPr>
        <p:spPr/>
        <p:txBody>
          <a:bodyPr/>
          <a:lstStyle/>
          <a:p>
            <a:fld id="{2B084B97-E326-4FE0-A414-4A4C8B7798F2}" type="slidenum">
              <a:rPr lang="en-US" smtClean="0"/>
              <a:t>26</a:t>
            </a:fld>
            <a:endParaRPr lang="en-US"/>
          </a:p>
        </p:txBody>
      </p:sp>
    </p:spTree>
    <p:extLst>
      <p:ext uri="{BB962C8B-B14F-4D97-AF65-F5344CB8AC3E}">
        <p14:creationId xmlns:p14="http://schemas.microsoft.com/office/powerpoint/2010/main" val="2850671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97CDC-F4F4-9785-3696-EF2AA7198AAC}"/>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D43D9885-B55E-DCD2-FB94-6E404DF8CE6A}"/>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ECCB0F40-89DD-E05B-7C73-4F85C1090E4E}"/>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pl-PL"/>
              <a:t>Brak wyłączenia </a:t>
            </a:r>
            <a:endParaRPr lang="en-US"/>
          </a:p>
          <a:p>
            <a:endParaRPr lang="pl-PL"/>
          </a:p>
        </p:txBody>
      </p:sp>
      <p:sp>
        <p:nvSpPr>
          <p:cNvPr id="4" name="Symbol zastępczy numeru slajdu 3">
            <a:extLst>
              <a:ext uri="{FF2B5EF4-FFF2-40B4-BE49-F238E27FC236}">
                <a16:creationId xmlns:a16="http://schemas.microsoft.com/office/drawing/2014/main" id="{9A591B05-9589-05F0-F15B-773FE9EACC04}"/>
              </a:ext>
            </a:extLst>
          </p:cNvPr>
          <p:cNvSpPr>
            <a:spLocks noGrp="1"/>
          </p:cNvSpPr>
          <p:nvPr>
            <p:ph type="sldNum" sz="quarter" idx="5"/>
          </p:nvPr>
        </p:nvSpPr>
        <p:spPr/>
        <p:txBody>
          <a:bodyPr/>
          <a:lstStyle/>
          <a:p>
            <a:fld id="{2B084B97-E326-4FE0-A414-4A4C8B7798F2}" type="slidenum">
              <a:rPr lang="en-US" smtClean="0"/>
              <a:t>27</a:t>
            </a:fld>
            <a:endParaRPr lang="en-US"/>
          </a:p>
        </p:txBody>
      </p:sp>
    </p:spTree>
    <p:extLst>
      <p:ext uri="{BB962C8B-B14F-4D97-AF65-F5344CB8AC3E}">
        <p14:creationId xmlns:p14="http://schemas.microsoft.com/office/powerpoint/2010/main" val="9915781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C468C-EFBA-55A0-A123-876C1772F9AE}"/>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5F47236-5470-DEA4-E066-4F0DD8A07BBE}"/>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EDB3EBEF-6ABA-01F7-171B-B784C314F726}"/>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pl-PL"/>
              <a:t>AGATA</a:t>
            </a:r>
            <a:endParaRPr lang="en-US"/>
          </a:p>
          <a:p>
            <a:endParaRPr lang="pl-PL"/>
          </a:p>
        </p:txBody>
      </p:sp>
      <p:sp>
        <p:nvSpPr>
          <p:cNvPr id="4" name="Symbol zastępczy numeru slajdu 3">
            <a:extLst>
              <a:ext uri="{FF2B5EF4-FFF2-40B4-BE49-F238E27FC236}">
                <a16:creationId xmlns:a16="http://schemas.microsoft.com/office/drawing/2014/main" id="{08AC495A-ABE9-16D1-0533-2CB5C9AD740B}"/>
              </a:ext>
            </a:extLst>
          </p:cNvPr>
          <p:cNvSpPr>
            <a:spLocks noGrp="1"/>
          </p:cNvSpPr>
          <p:nvPr>
            <p:ph type="sldNum" sz="quarter" idx="5"/>
          </p:nvPr>
        </p:nvSpPr>
        <p:spPr/>
        <p:txBody>
          <a:bodyPr/>
          <a:lstStyle/>
          <a:p>
            <a:fld id="{2B084B97-E326-4FE0-A414-4A4C8B7798F2}" type="slidenum">
              <a:rPr lang="en-US" smtClean="0"/>
              <a:t>28</a:t>
            </a:fld>
            <a:endParaRPr lang="en-US"/>
          </a:p>
        </p:txBody>
      </p:sp>
    </p:spTree>
    <p:extLst>
      <p:ext uri="{BB962C8B-B14F-4D97-AF65-F5344CB8AC3E}">
        <p14:creationId xmlns:p14="http://schemas.microsoft.com/office/powerpoint/2010/main" val="2073836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5340A-39A0-12E7-A96B-915EFEE7562D}"/>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2A8B1609-11D2-CA84-78FE-DE17E5EAA1E8}"/>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817ADD34-E387-4161-D974-EB55ACF89F0F}"/>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AE5C4DE8-D1E9-5977-AECC-ADBB6A1A99D9}"/>
              </a:ext>
            </a:extLst>
          </p:cNvPr>
          <p:cNvSpPr>
            <a:spLocks noGrp="1"/>
          </p:cNvSpPr>
          <p:nvPr>
            <p:ph type="sldNum" sz="quarter" idx="5"/>
          </p:nvPr>
        </p:nvSpPr>
        <p:spPr/>
        <p:txBody>
          <a:bodyPr/>
          <a:lstStyle/>
          <a:p>
            <a:fld id="{578C0EC9-852F-434E-816E-1FB5DAA83F6C}" type="slidenum">
              <a:rPr lang="en-US" smtClean="0"/>
              <a:t>30</a:t>
            </a:fld>
            <a:endParaRPr lang="en-US"/>
          </a:p>
        </p:txBody>
      </p:sp>
    </p:spTree>
    <p:extLst>
      <p:ext uri="{BB962C8B-B14F-4D97-AF65-F5344CB8AC3E}">
        <p14:creationId xmlns:p14="http://schemas.microsoft.com/office/powerpoint/2010/main" val="13409449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15.jpeg"/><Relationship Id="rId4" Type="http://schemas.openxmlformats.org/officeDocument/2006/relationships/image" Target="../media/image14.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5" Type="http://schemas.openxmlformats.org/officeDocument/2006/relationships/image" Target="../media/image24.jpeg"/><Relationship Id="rId4" Type="http://schemas.openxmlformats.org/officeDocument/2006/relationships/image" Target="../media/image23.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32.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5" Type="http://schemas.openxmlformats.org/officeDocument/2006/relationships/image" Target="../media/image33.jpeg"/><Relationship Id="rId4" Type="http://schemas.openxmlformats.org/officeDocument/2006/relationships/image" Target="../media/image32.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1.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3.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3.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11.jpe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2.xml"/><Relationship Id="rId5" Type="http://schemas.openxmlformats.org/officeDocument/2006/relationships/image" Target="../media/image15.jpeg"/><Relationship Id="rId4" Type="http://schemas.openxmlformats.org/officeDocument/2006/relationships/image" Target="../media/image14.jpe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20.jpe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2.xml"/><Relationship Id="rId5" Type="http://schemas.openxmlformats.org/officeDocument/2006/relationships/image" Target="../media/image24.jpeg"/><Relationship Id="rId4" Type="http://schemas.openxmlformats.org/officeDocument/2006/relationships/image" Target="../media/image23.jpe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2.xml"/><Relationship Id="rId4" Type="http://schemas.openxmlformats.org/officeDocument/2006/relationships/image" Target="../media/image32.jpe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2.xml"/><Relationship Id="rId5" Type="http://schemas.openxmlformats.org/officeDocument/2006/relationships/image" Target="../media/image33.jpeg"/><Relationship Id="rId4" Type="http://schemas.openxmlformats.org/officeDocument/2006/relationships/image" Target="../media/image32.jpe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B1067A-E7AA-45D2-1010-A0D1FCB960D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1" name="MS logo gray - EMF" descr="Microsoft logo, gray text version">
            <a:extLst>
              <a:ext uri="{FF2B5EF4-FFF2-40B4-BE49-F238E27FC236}">
                <a16:creationId xmlns:a16="http://schemas.microsoft.com/office/drawing/2014/main" id="{F37CD61D-D807-6B33-7D19-B0A417D0600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6" name="Freeform: Shape 5">
            <a:extLst>
              <a:ext uri="{FF2B5EF4-FFF2-40B4-BE49-F238E27FC236}">
                <a16:creationId xmlns:a16="http://schemas.microsoft.com/office/drawing/2014/main" id="{94AFC23E-201F-B57E-8828-724D2D999B22}"/>
              </a:ext>
            </a:extLst>
          </p:cNvPr>
          <p:cNvSpPr/>
          <p:nvPr userDrawn="1"/>
        </p:nvSpPr>
        <p:spPr>
          <a:xfrm>
            <a:off x="529053" y="2663856"/>
            <a:ext cx="3414297" cy="1504926"/>
          </a:xfrm>
          <a:custGeom>
            <a:avLst/>
            <a:gdLst>
              <a:gd name="connsiteX0" fmla="*/ 542449 w 3308032"/>
              <a:gd name="connsiteY0" fmla="*/ 193453 h 1458087"/>
              <a:gd name="connsiteX1" fmla="*/ 543401 w 3308032"/>
              <a:gd name="connsiteY1" fmla="*/ 148971 h 1458087"/>
              <a:gd name="connsiteX2" fmla="*/ 541211 w 3308032"/>
              <a:gd name="connsiteY2" fmla="*/ 148971 h 1458087"/>
              <a:gd name="connsiteX3" fmla="*/ 534924 w 3308032"/>
              <a:gd name="connsiteY3" fmla="*/ 168497 h 1458087"/>
              <a:gd name="connsiteX4" fmla="*/ 528257 w 3308032"/>
              <a:gd name="connsiteY4" fmla="*/ 186214 h 1458087"/>
              <a:gd name="connsiteX5" fmla="*/ 374618 w 3308032"/>
              <a:gd name="connsiteY5" fmla="*/ 572834 h 1458087"/>
              <a:gd name="connsiteX6" fmla="*/ 310229 w 3308032"/>
              <a:gd name="connsiteY6" fmla="*/ 572834 h 1458087"/>
              <a:gd name="connsiteX7" fmla="*/ 155448 w 3308032"/>
              <a:gd name="connsiteY7" fmla="*/ 189643 h 1458087"/>
              <a:gd name="connsiteX8" fmla="*/ 149352 w 3308032"/>
              <a:gd name="connsiteY8" fmla="*/ 172307 h 1458087"/>
              <a:gd name="connsiteX9" fmla="*/ 141351 w 3308032"/>
              <a:gd name="connsiteY9" fmla="*/ 149066 h 1458087"/>
              <a:gd name="connsiteX10" fmla="*/ 139160 w 3308032"/>
              <a:gd name="connsiteY10" fmla="*/ 149066 h 1458087"/>
              <a:gd name="connsiteX11" fmla="*/ 140303 w 3308032"/>
              <a:gd name="connsiteY11" fmla="*/ 195739 h 1458087"/>
              <a:gd name="connsiteX12" fmla="*/ 140684 w 3308032"/>
              <a:gd name="connsiteY12" fmla="*/ 246507 h 1458087"/>
              <a:gd name="connsiteX13" fmla="*/ 140684 w 3308032"/>
              <a:gd name="connsiteY13" fmla="*/ 572834 h 1458087"/>
              <a:gd name="connsiteX14" fmla="*/ 55817 w 3308032"/>
              <a:gd name="connsiteY14" fmla="*/ 572834 h 1458087"/>
              <a:gd name="connsiteX15" fmla="*/ 55817 w 3308032"/>
              <a:gd name="connsiteY15" fmla="*/ 39243 h 1458087"/>
              <a:gd name="connsiteX16" fmla="*/ 185642 w 3308032"/>
              <a:gd name="connsiteY16" fmla="*/ 39243 h 1458087"/>
              <a:gd name="connsiteX17" fmla="*/ 322231 w 3308032"/>
              <a:gd name="connsiteY17" fmla="*/ 383381 h 1458087"/>
              <a:gd name="connsiteX18" fmla="*/ 334709 w 3308032"/>
              <a:gd name="connsiteY18" fmla="*/ 415576 h 1458087"/>
              <a:gd name="connsiteX19" fmla="*/ 343853 w 3308032"/>
              <a:gd name="connsiteY19" fmla="*/ 444817 h 1458087"/>
              <a:gd name="connsiteX20" fmla="*/ 346043 w 3308032"/>
              <a:gd name="connsiteY20" fmla="*/ 444817 h 1458087"/>
              <a:gd name="connsiteX21" fmla="*/ 358140 w 3308032"/>
              <a:gd name="connsiteY21" fmla="*/ 412433 h 1458087"/>
              <a:gd name="connsiteX22" fmla="*/ 369475 w 3308032"/>
              <a:gd name="connsiteY22" fmla="*/ 382334 h 1458087"/>
              <a:gd name="connsiteX23" fmla="*/ 507873 w 3308032"/>
              <a:gd name="connsiteY23" fmla="*/ 39243 h 1458087"/>
              <a:gd name="connsiteX24" fmla="*/ 632555 w 3308032"/>
              <a:gd name="connsiteY24" fmla="*/ 39243 h 1458087"/>
              <a:gd name="connsiteX25" fmla="*/ 632555 w 3308032"/>
              <a:gd name="connsiteY25" fmla="*/ 572834 h 1458087"/>
              <a:gd name="connsiteX26" fmla="*/ 542163 w 3308032"/>
              <a:gd name="connsiteY26" fmla="*/ 572834 h 1458087"/>
              <a:gd name="connsiteX27" fmla="*/ 542163 w 3308032"/>
              <a:gd name="connsiteY27" fmla="*/ 234220 h 1458087"/>
              <a:gd name="connsiteX28" fmla="*/ 542735 w 3308032"/>
              <a:gd name="connsiteY28" fmla="*/ 193453 h 1458087"/>
              <a:gd name="connsiteX29" fmla="*/ 768001 w 3308032"/>
              <a:gd name="connsiteY29" fmla="*/ 14383 h 1458087"/>
              <a:gd name="connsiteX30" fmla="*/ 728567 w 3308032"/>
              <a:gd name="connsiteY30" fmla="*/ 29623 h 1458087"/>
              <a:gd name="connsiteX31" fmla="*/ 713327 w 3308032"/>
              <a:gd name="connsiteY31" fmla="*/ 67247 h 1458087"/>
              <a:gd name="connsiteX32" fmla="*/ 728567 w 3308032"/>
              <a:gd name="connsiteY32" fmla="*/ 104966 h 1458087"/>
              <a:gd name="connsiteX33" fmla="*/ 768001 w 3308032"/>
              <a:gd name="connsiteY33" fmla="*/ 120777 h 1458087"/>
              <a:gd name="connsiteX34" fmla="*/ 808196 w 3308032"/>
              <a:gd name="connsiteY34" fmla="*/ 105537 h 1458087"/>
              <a:gd name="connsiteX35" fmla="*/ 823436 w 3308032"/>
              <a:gd name="connsiteY35" fmla="*/ 67627 h 1458087"/>
              <a:gd name="connsiteX36" fmla="*/ 808196 w 3308032"/>
              <a:gd name="connsiteY36" fmla="*/ 29718 h 1458087"/>
              <a:gd name="connsiteX37" fmla="*/ 768001 w 3308032"/>
              <a:gd name="connsiteY37" fmla="*/ 14478 h 1458087"/>
              <a:gd name="connsiteX38" fmla="*/ 723329 w 3308032"/>
              <a:gd name="connsiteY38" fmla="*/ 572834 h 1458087"/>
              <a:gd name="connsiteX39" fmla="*/ 812292 w 3308032"/>
              <a:gd name="connsiteY39" fmla="*/ 572834 h 1458087"/>
              <a:gd name="connsiteX40" fmla="*/ 812292 w 3308032"/>
              <a:gd name="connsiteY40" fmla="*/ 191834 h 1458087"/>
              <a:gd name="connsiteX41" fmla="*/ 723329 w 3308032"/>
              <a:gd name="connsiteY41" fmla="*/ 191834 h 1458087"/>
              <a:gd name="connsiteX42" fmla="*/ 723329 w 3308032"/>
              <a:gd name="connsiteY42" fmla="*/ 572834 h 1458087"/>
              <a:gd name="connsiteX43" fmla="*/ 1079278 w 3308032"/>
              <a:gd name="connsiteY43" fmla="*/ 581787 h 1458087"/>
              <a:gd name="connsiteX44" fmla="*/ 1169099 w 3308032"/>
              <a:gd name="connsiteY44" fmla="*/ 561689 h 1458087"/>
              <a:gd name="connsiteX45" fmla="*/ 1234726 w 3308032"/>
              <a:gd name="connsiteY45" fmla="*/ 500253 h 1458087"/>
              <a:gd name="connsiteX46" fmla="*/ 1165860 w 3308032"/>
              <a:gd name="connsiteY46" fmla="*/ 461582 h 1458087"/>
              <a:gd name="connsiteX47" fmla="*/ 1127951 w 3308032"/>
              <a:gd name="connsiteY47" fmla="*/ 497110 h 1458087"/>
              <a:gd name="connsiteX48" fmla="*/ 1081469 w 3308032"/>
              <a:gd name="connsiteY48" fmla="*/ 507683 h 1458087"/>
              <a:gd name="connsiteX49" fmla="*/ 1004126 w 3308032"/>
              <a:gd name="connsiteY49" fmla="*/ 475298 h 1458087"/>
              <a:gd name="connsiteX50" fmla="*/ 975074 w 3308032"/>
              <a:gd name="connsiteY50" fmla="*/ 383000 h 1458087"/>
              <a:gd name="connsiteX51" fmla="*/ 1004506 w 3308032"/>
              <a:gd name="connsiteY51" fmla="*/ 288512 h 1458087"/>
              <a:gd name="connsiteX52" fmla="*/ 1079278 w 3308032"/>
              <a:gd name="connsiteY52" fmla="*/ 254699 h 1458087"/>
              <a:gd name="connsiteX53" fmla="*/ 1125379 w 3308032"/>
              <a:gd name="connsiteY53" fmla="*/ 265462 h 1458087"/>
              <a:gd name="connsiteX54" fmla="*/ 1162622 w 3308032"/>
              <a:gd name="connsiteY54" fmla="*/ 301943 h 1458087"/>
              <a:gd name="connsiteX55" fmla="*/ 1232535 w 3308032"/>
              <a:gd name="connsiteY55" fmla="*/ 267367 h 1458087"/>
              <a:gd name="connsiteX56" fmla="*/ 1172432 w 3308032"/>
              <a:gd name="connsiteY56" fmla="*/ 204311 h 1458087"/>
              <a:gd name="connsiteX57" fmla="*/ 1082231 w 3308032"/>
              <a:gd name="connsiteY57" fmla="*/ 182880 h 1458087"/>
              <a:gd name="connsiteX58" fmla="*/ 939356 w 3308032"/>
              <a:gd name="connsiteY58" fmla="*/ 238125 h 1458087"/>
              <a:gd name="connsiteX59" fmla="*/ 884301 w 3308032"/>
              <a:gd name="connsiteY59" fmla="*/ 389001 h 1458087"/>
              <a:gd name="connsiteX60" fmla="*/ 936022 w 3308032"/>
              <a:gd name="connsiteY60" fmla="*/ 528923 h 1458087"/>
              <a:gd name="connsiteX61" fmla="*/ 1079278 w 3308032"/>
              <a:gd name="connsiteY61" fmla="*/ 581787 h 1458087"/>
              <a:gd name="connsiteX62" fmla="*/ 1393031 w 3308032"/>
              <a:gd name="connsiteY62" fmla="*/ 384524 h 1458087"/>
              <a:gd name="connsiteX63" fmla="*/ 1416653 w 3308032"/>
              <a:gd name="connsiteY63" fmla="*/ 296323 h 1458087"/>
              <a:gd name="connsiteX64" fmla="*/ 1478566 w 3308032"/>
              <a:gd name="connsiteY64" fmla="*/ 262795 h 1458087"/>
              <a:gd name="connsiteX65" fmla="*/ 1501807 w 3308032"/>
              <a:gd name="connsiteY65" fmla="*/ 265176 h 1458087"/>
              <a:gd name="connsiteX66" fmla="*/ 1523619 w 3308032"/>
              <a:gd name="connsiteY66" fmla="*/ 271653 h 1458087"/>
              <a:gd name="connsiteX67" fmla="*/ 1547432 w 3308032"/>
              <a:gd name="connsiteY67" fmla="*/ 195739 h 1458087"/>
              <a:gd name="connsiteX68" fmla="*/ 1521047 w 3308032"/>
              <a:gd name="connsiteY68" fmla="*/ 187166 h 1458087"/>
              <a:gd name="connsiteX69" fmla="*/ 1494282 w 3308032"/>
              <a:gd name="connsiteY69" fmla="*/ 184975 h 1458087"/>
              <a:gd name="connsiteX70" fmla="*/ 1433989 w 3308032"/>
              <a:gd name="connsiteY70" fmla="*/ 204502 h 1458087"/>
              <a:gd name="connsiteX71" fmla="*/ 1394555 w 3308032"/>
              <a:gd name="connsiteY71" fmla="*/ 260509 h 1458087"/>
              <a:gd name="connsiteX72" fmla="*/ 1393031 w 3308032"/>
              <a:gd name="connsiteY72" fmla="*/ 260509 h 1458087"/>
              <a:gd name="connsiteX73" fmla="*/ 1393031 w 3308032"/>
              <a:gd name="connsiteY73" fmla="*/ 191643 h 1458087"/>
              <a:gd name="connsiteX74" fmla="*/ 1304068 w 3308032"/>
              <a:gd name="connsiteY74" fmla="*/ 191643 h 1458087"/>
              <a:gd name="connsiteX75" fmla="*/ 1304068 w 3308032"/>
              <a:gd name="connsiteY75" fmla="*/ 572643 h 1458087"/>
              <a:gd name="connsiteX76" fmla="*/ 1393031 w 3308032"/>
              <a:gd name="connsiteY76" fmla="*/ 572643 h 1458087"/>
              <a:gd name="connsiteX77" fmla="*/ 1393031 w 3308032"/>
              <a:gd name="connsiteY77" fmla="*/ 384334 h 1458087"/>
              <a:gd name="connsiteX78" fmla="*/ 1621917 w 3308032"/>
              <a:gd name="connsiteY78" fmla="*/ 528542 h 1458087"/>
              <a:gd name="connsiteX79" fmla="*/ 1568482 w 3308032"/>
              <a:gd name="connsiteY79" fmla="*/ 385286 h 1458087"/>
              <a:gd name="connsiteX80" fmla="*/ 1625060 w 3308032"/>
              <a:gd name="connsiteY80" fmla="*/ 238506 h 1458087"/>
              <a:gd name="connsiteX81" fmla="*/ 1771269 w 3308032"/>
              <a:gd name="connsiteY81" fmla="*/ 182880 h 1458087"/>
              <a:gd name="connsiteX82" fmla="*/ 1914335 w 3308032"/>
              <a:gd name="connsiteY82" fmla="*/ 237554 h 1458087"/>
              <a:gd name="connsiteX83" fmla="*/ 1966627 w 3308032"/>
              <a:gd name="connsiteY83" fmla="*/ 378905 h 1458087"/>
              <a:gd name="connsiteX84" fmla="*/ 1911572 w 3308032"/>
              <a:gd name="connsiteY84" fmla="*/ 524542 h 1458087"/>
              <a:gd name="connsiteX85" fmla="*/ 1766126 w 3308032"/>
              <a:gd name="connsiteY85" fmla="*/ 581692 h 1458087"/>
              <a:gd name="connsiteX86" fmla="*/ 1621917 w 3308032"/>
              <a:gd name="connsiteY86" fmla="*/ 528447 h 1458087"/>
              <a:gd name="connsiteX87" fmla="*/ 1659350 w 3308032"/>
              <a:gd name="connsiteY87" fmla="*/ 383477 h 1458087"/>
              <a:gd name="connsiteX88" fmla="*/ 1688973 w 3308032"/>
              <a:gd name="connsiteY88" fmla="*/ 476155 h 1458087"/>
              <a:gd name="connsiteX89" fmla="*/ 1769555 w 3308032"/>
              <a:gd name="connsiteY89" fmla="*/ 509969 h 1458087"/>
              <a:gd name="connsiteX90" fmla="*/ 1847850 w 3308032"/>
              <a:gd name="connsiteY90" fmla="*/ 475012 h 1458087"/>
              <a:gd name="connsiteX91" fmla="*/ 1875568 w 3308032"/>
              <a:gd name="connsiteY91" fmla="*/ 381286 h 1458087"/>
              <a:gd name="connsiteX92" fmla="*/ 1847660 w 3308032"/>
              <a:gd name="connsiteY92" fmla="*/ 289750 h 1458087"/>
              <a:gd name="connsiteX93" fmla="*/ 1769174 w 3308032"/>
              <a:gd name="connsiteY93" fmla="*/ 255175 h 1458087"/>
              <a:gd name="connsiteX94" fmla="*/ 1689354 w 3308032"/>
              <a:gd name="connsiteY94" fmla="*/ 290894 h 1458087"/>
              <a:gd name="connsiteX95" fmla="*/ 1659446 w 3308032"/>
              <a:gd name="connsiteY95" fmla="*/ 383572 h 1458087"/>
              <a:gd name="connsiteX96" fmla="*/ 2267426 w 3308032"/>
              <a:gd name="connsiteY96" fmla="*/ 547878 h 1458087"/>
              <a:gd name="connsiteX97" fmla="*/ 2308003 w 3308032"/>
              <a:gd name="connsiteY97" fmla="*/ 458915 h 1458087"/>
              <a:gd name="connsiteX98" fmla="*/ 2276761 w 3308032"/>
              <a:gd name="connsiteY98" fmla="*/ 380048 h 1458087"/>
              <a:gd name="connsiteX99" fmla="*/ 2182273 w 3308032"/>
              <a:gd name="connsiteY99" fmla="*/ 339471 h 1458087"/>
              <a:gd name="connsiteX100" fmla="*/ 2127028 w 3308032"/>
              <a:gd name="connsiteY100" fmla="*/ 321278 h 1458087"/>
              <a:gd name="connsiteX101" fmla="*/ 2112359 w 3308032"/>
              <a:gd name="connsiteY101" fmla="*/ 292227 h 1458087"/>
              <a:gd name="connsiteX102" fmla="*/ 2126456 w 3308032"/>
              <a:gd name="connsiteY102" fmla="*/ 261366 h 1458087"/>
              <a:gd name="connsiteX103" fmla="*/ 2167795 w 3308032"/>
              <a:gd name="connsiteY103" fmla="*/ 249460 h 1458087"/>
              <a:gd name="connsiteX104" fmla="*/ 2211515 w 3308032"/>
              <a:gd name="connsiteY104" fmla="*/ 258413 h 1458087"/>
              <a:gd name="connsiteX105" fmla="*/ 2247043 w 3308032"/>
              <a:gd name="connsiteY105" fmla="*/ 285179 h 1458087"/>
              <a:gd name="connsiteX106" fmla="*/ 2298764 w 3308032"/>
              <a:gd name="connsiteY106" fmla="*/ 238316 h 1458087"/>
              <a:gd name="connsiteX107" fmla="*/ 2243328 w 3308032"/>
              <a:gd name="connsiteY107" fmla="*/ 196596 h 1458087"/>
              <a:gd name="connsiteX108" fmla="*/ 2170367 w 3308032"/>
              <a:gd name="connsiteY108" fmla="*/ 182785 h 1458087"/>
              <a:gd name="connsiteX109" fmla="*/ 2069211 w 3308032"/>
              <a:gd name="connsiteY109" fmla="*/ 214598 h 1458087"/>
              <a:gd name="connsiteX110" fmla="*/ 2029015 w 3308032"/>
              <a:gd name="connsiteY110" fmla="*/ 302228 h 1458087"/>
              <a:gd name="connsiteX111" fmla="*/ 2058638 w 3308032"/>
              <a:gd name="connsiteY111" fmla="*/ 375380 h 1458087"/>
              <a:gd name="connsiteX112" fmla="*/ 2163032 w 3308032"/>
              <a:gd name="connsiteY112" fmla="*/ 417957 h 1458087"/>
              <a:gd name="connsiteX113" fmla="*/ 2208943 w 3308032"/>
              <a:gd name="connsiteY113" fmla="*/ 435959 h 1458087"/>
              <a:gd name="connsiteX114" fmla="*/ 2224373 w 3308032"/>
              <a:gd name="connsiteY114" fmla="*/ 467011 h 1458087"/>
              <a:gd name="connsiteX115" fmla="*/ 2207990 w 3308032"/>
              <a:gd name="connsiteY115" fmla="*/ 502158 h 1458087"/>
              <a:gd name="connsiteX116" fmla="*/ 2162271 w 3308032"/>
              <a:gd name="connsiteY116" fmla="*/ 514636 h 1458087"/>
              <a:gd name="connsiteX117" fmla="*/ 2112645 w 3308032"/>
              <a:gd name="connsiteY117" fmla="*/ 502920 h 1458087"/>
              <a:gd name="connsiteX118" fmla="*/ 2068163 w 3308032"/>
              <a:gd name="connsiteY118" fmla="*/ 463677 h 1458087"/>
              <a:gd name="connsiteX119" fmla="*/ 2014633 w 3308032"/>
              <a:gd name="connsiteY119" fmla="*/ 511683 h 1458087"/>
              <a:gd name="connsiteX120" fmla="*/ 2074926 w 3308032"/>
              <a:gd name="connsiteY120" fmla="*/ 563785 h 1458087"/>
              <a:gd name="connsiteX121" fmla="*/ 2161604 w 3308032"/>
              <a:gd name="connsiteY121" fmla="*/ 581692 h 1458087"/>
              <a:gd name="connsiteX122" fmla="*/ 2267617 w 3308032"/>
              <a:gd name="connsiteY122" fmla="*/ 547878 h 1458087"/>
              <a:gd name="connsiteX123" fmla="*/ 2717292 w 3308032"/>
              <a:gd name="connsiteY123" fmla="*/ 237554 h 1458087"/>
              <a:gd name="connsiteX124" fmla="*/ 2769584 w 3308032"/>
              <a:gd name="connsiteY124" fmla="*/ 378905 h 1458087"/>
              <a:gd name="connsiteX125" fmla="*/ 2714530 w 3308032"/>
              <a:gd name="connsiteY125" fmla="*/ 524542 h 1458087"/>
              <a:gd name="connsiteX126" fmla="*/ 2569083 w 3308032"/>
              <a:gd name="connsiteY126" fmla="*/ 581692 h 1458087"/>
              <a:gd name="connsiteX127" fmla="*/ 2424875 w 3308032"/>
              <a:gd name="connsiteY127" fmla="*/ 528447 h 1458087"/>
              <a:gd name="connsiteX128" fmla="*/ 2371439 w 3308032"/>
              <a:gd name="connsiteY128" fmla="*/ 385191 h 1458087"/>
              <a:gd name="connsiteX129" fmla="*/ 2428018 w 3308032"/>
              <a:gd name="connsiteY129" fmla="*/ 238411 h 1458087"/>
              <a:gd name="connsiteX130" fmla="*/ 2574227 w 3308032"/>
              <a:gd name="connsiteY130" fmla="*/ 182785 h 1458087"/>
              <a:gd name="connsiteX131" fmla="*/ 2717292 w 3308032"/>
              <a:gd name="connsiteY131" fmla="*/ 237458 h 1458087"/>
              <a:gd name="connsiteX132" fmla="*/ 2678430 w 3308032"/>
              <a:gd name="connsiteY132" fmla="*/ 381191 h 1458087"/>
              <a:gd name="connsiteX133" fmla="*/ 2650522 w 3308032"/>
              <a:gd name="connsiteY133" fmla="*/ 289655 h 1458087"/>
              <a:gd name="connsiteX134" fmla="*/ 2572036 w 3308032"/>
              <a:gd name="connsiteY134" fmla="*/ 255079 h 1458087"/>
              <a:gd name="connsiteX135" fmla="*/ 2492216 w 3308032"/>
              <a:gd name="connsiteY135" fmla="*/ 290798 h 1458087"/>
              <a:gd name="connsiteX136" fmla="*/ 2462308 w 3308032"/>
              <a:gd name="connsiteY136" fmla="*/ 383477 h 1458087"/>
              <a:gd name="connsiteX137" fmla="*/ 2491931 w 3308032"/>
              <a:gd name="connsiteY137" fmla="*/ 476155 h 1458087"/>
              <a:gd name="connsiteX138" fmla="*/ 2572512 w 3308032"/>
              <a:gd name="connsiteY138" fmla="*/ 509969 h 1458087"/>
              <a:gd name="connsiteX139" fmla="*/ 2650808 w 3308032"/>
              <a:gd name="connsiteY139" fmla="*/ 475012 h 1458087"/>
              <a:gd name="connsiteX140" fmla="*/ 2678525 w 3308032"/>
              <a:gd name="connsiteY140" fmla="*/ 381286 h 1458087"/>
              <a:gd name="connsiteX141" fmla="*/ 3280410 w 3308032"/>
              <a:gd name="connsiteY141" fmla="*/ 494729 h 1458087"/>
              <a:gd name="connsiteX142" fmla="*/ 3257360 w 3308032"/>
              <a:gd name="connsiteY142" fmla="*/ 507397 h 1458087"/>
              <a:gd name="connsiteX143" fmla="*/ 3236500 w 3308032"/>
              <a:gd name="connsiteY143" fmla="*/ 511112 h 1458087"/>
              <a:gd name="connsiteX144" fmla="*/ 3205258 w 3308032"/>
              <a:gd name="connsiteY144" fmla="*/ 497872 h 1458087"/>
              <a:gd name="connsiteX145" fmla="*/ 3194114 w 3308032"/>
              <a:gd name="connsiteY145" fmla="*/ 456724 h 1458087"/>
              <a:gd name="connsiteX146" fmla="*/ 3194114 w 3308032"/>
              <a:gd name="connsiteY146" fmla="*/ 260985 h 1458087"/>
              <a:gd name="connsiteX147" fmla="*/ 3291269 w 3308032"/>
              <a:gd name="connsiteY147" fmla="*/ 260985 h 1458087"/>
              <a:gd name="connsiteX148" fmla="*/ 3291269 w 3308032"/>
              <a:gd name="connsiteY148" fmla="*/ 191738 h 1458087"/>
              <a:gd name="connsiteX149" fmla="*/ 3194114 w 3308032"/>
              <a:gd name="connsiteY149" fmla="*/ 191738 h 1458087"/>
              <a:gd name="connsiteX150" fmla="*/ 3194114 w 3308032"/>
              <a:gd name="connsiteY150" fmla="*/ 82677 h 1458087"/>
              <a:gd name="connsiteX151" fmla="*/ 3105150 w 3308032"/>
              <a:gd name="connsiteY151" fmla="*/ 98298 h 1458087"/>
              <a:gd name="connsiteX152" fmla="*/ 3105150 w 3308032"/>
              <a:gd name="connsiteY152" fmla="*/ 191643 h 1458087"/>
              <a:gd name="connsiteX153" fmla="*/ 2957227 w 3308032"/>
              <a:gd name="connsiteY153" fmla="*/ 191643 h 1458087"/>
              <a:gd name="connsiteX154" fmla="*/ 2957227 w 3308032"/>
              <a:gd name="connsiteY154" fmla="*/ 130969 h 1458087"/>
              <a:gd name="connsiteX155" fmla="*/ 2970086 w 3308032"/>
              <a:gd name="connsiteY155" fmla="*/ 86297 h 1458087"/>
              <a:gd name="connsiteX156" fmla="*/ 3006757 w 3308032"/>
              <a:gd name="connsiteY156" fmla="*/ 71438 h 1458087"/>
              <a:gd name="connsiteX157" fmla="*/ 3029236 w 3308032"/>
              <a:gd name="connsiteY157" fmla="*/ 74962 h 1458087"/>
              <a:gd name="connsiteX158" fmla="*/ 3049143 w 3308032"/>
              <a:gd name="connsiteY158" fmla="*/ 84868 h 1458087"/>
              <a:gd name="connsiteX159" fmla="*/ 3085624 w 3308032"/>
              <a:gd name="connsiteY159" fmla="*/ 20479 h 1458087"/>
              <a:gd name="connsiteX160" fmla="*/ 3045429 w 3308032"/>
              <a:gd name="connsiteY160" fmla="*/ 5048 h 1458087"/>
              <a:gd name="connsiteX161" fmla="*/ 3003042 w 3308032"/>
              <a:gd name="connsiteY161" fmla="*/ 0 h 1458087"/>
              <a:gd name="connsiteX162" fmla="*/ 2903887 w 3308032"/>
              <a:gd name="connsiteY162" fmla="*/ 34957 h 1458087"/>
              <a:gd name="connsiteX163" fmla="*/ 2868740 w 3308032"/>
              <a:gd name="connsiteY163" fmla="*/ 130207 h 1458087"/>
              <a:gd name="connsiteX164" fmla="*/ 2868740 w 3308032"/>
              <a:gd name="connsiteY164" fmla="*/ 191643 h 1458087"/>
              <a:gd name="connsiteX165" fmla="*/ 2803970 w 3308032"/>
              <a:gd name="connsiteY165" fmla="*/ 191643 h 1458087"/>
              <a:gd name="connsiteX166" fmla="*/ 2803970 w 3308032"/>
              <a:gd name="connsiteY166" fmla="*/ 260890 h 1458087"/>
              <a:gd name="connsiteX167" fmla="*/ 2868740 w 3308032"/>
              <a:gd name="connsiteY167" fmla="*/ 260890 h 1458087"/>
              <a:gd name="connsiteX168" fmla="*/ 2868740 w 3308032"/>
              <a:gd name="connsiteY168" fmla="*/ 572643 h 1458087"/>
              <a:gd name="connsiteX169" fmla="*/ 2957322 w 3308032"/>
              <a:gd name="connsiteY169" fmla="*/ 572643 h 1458087"/>
              <a:gd name="connsiteX170" fmla="*/ 2957322 w 3308032"/>
              <a:gd name="connsiteY170" fmla="*/ 260890 h 1458087"/>
              <a:gd name="connsiteX171" fmla="*/ 3105246 w 3308032"/>
              <a:gd name="connsiteY171" fmla="*/ 260890 h 1458087"/>
              <a:gd name="connsiteX172" fmla="*/ 3105246 w 3308032"/>
              <a:gd name="connsiteY172" fmla="*/ 469297 h 1458087"/>
              <a:gd name="connsiteX173" fmla="*/ 3133535 w 3308032"/>
              <a:gd name="connsiteY173" fmla="*/ 553022 h 1458087"/>
              <a:gd name="connsiteX174" fmla="*/ 3218021 w 3308032"/>
              <a:gd name="connsiteY174" fmla="*/ 581692 h 1458087"/>
              <a:gd name="connsiteX175" fmla="*/ 3269171 w 3308032"/>
              <a:gd name="connsiteY175" fmla="*/ 574453 h 1458087"/>
              <a:gd name="connsiteX176" fmla="*/ 3308033 w 3308032"/>
              <a:gd name="connsiteY176" fmla="*/ 554926 h 1458087"/>
              <a:gd name="connsiteX177" fmla="*/ 3280505 w 3308032"/>
              <a:gd name="connsiteY177" fmla="*/ 494633 h 1458087"/>
              <a:gd name="connsiteX178" fmla="*/ 301181 w 3308032"/>
              <a:gd name="connsiteY178" fmla="*/ 915543 h 1458087"/>
              <a:gd name="connsiteX179" fmla="*/ 497300 w 3308032"/>
              <a:gd name="connsiteY179" fmla="*/ 1449134 h 1458087"/>
              <a:gd name="connsiteX180" fmla="*/ 399860 w 3308032"/>
              <a:gd name="connsiteY180" fmla="*/ 1449134 h 1458087"/>
              <a:gd name="connsiteX181" fmla="*/ 354139 w 3308032"/>
              <a:gd name="connsiteY181" fmla="*/ 1324166 h 1458087"/>
              <a:gd name="connsiteX182" fmla="*/ 140970 w 3308032"/>
              <a:gd name="connsiteY182" fmla="*/ 1324166 h 1458087"/>
              <a:gd name="connsiteX183" fmla="*/ 97441 w 3308032"/>
              <a:gd name="connsiteY183" fmla="*/ 1449134 h 1458087"/>
              <a:gd name="connsiteX184" fmla="*/ 0 w 3308032"/>
              <a:gd name="connsiteY184" fmla="*/ 1449134 h 1458087"/>
              <a:gd name="connsiteX185" fmla="*/ 197930 w 3308032"/>
              <a:gd name="connsiteY185" fmla="*/ 915543 h 1458087"/>
              <a:gd name="connsiteX186" fmla="*/ 301371 w 3308032"/>
              <a:gd name="connsiteY186" fmla="*/ 915543 h 1458087"/>
              <a:gd name="connsiteX187" fmla="*/ 329851 w 3308032"/>
              <a:gd name="connsiteY187" fmla="*/ 1247108 h 1458087"/>
              <a:gd name="connsiteX188" fmla="*/ 257651 w 3308032"/>
              <a:gd name="connsiteY188" fmla="*/ 1037654 h 1458087"/>
              <a:gd name="connsiteX189" fmla="*/ 252984 w 3308032"/>
              <a:gd name="connsiteY189" fmla="*/ 1022795 h 1458087"/>
              <a:gd name="connsiteX190" fmla="*/ 248317 w 3308032"/>
              <a:gd name="connsiteY190" fmla="*/ 1006412 h 1458087"/>
              <a:gd name="connsiteX191" fmla="*/ 246126 w 3308032"/>
              <a:gd name="connsiteY191" fmla="*/ 1006412 h 1458087"/>
              <a:gd name="connsiteX192" fmla="*/ 241459 w 3308032"/>
              <a:gd name="connsiteY192" fmla="*/ 1022223 h 1458087"/>
              <a:gd name="connsiteX193" fmla="*/ 236411 w 3308032"/>
              <a:gd name="connsiteY193" fmla="*/ 1037654 h 1458087"/>
              <a:gd name="connsiteX194" fmla="*/ 164973 w 3308032"/>
              <a:gd name="connsiteY194" fmla="*/ 1247108 h 1458087"/>
              <a:gd name="connsiteX195" fmla="*/ 329756 w 3308032"/>
              <a:gd name="connsiteY195" fmla="*/ 1247108 h 1458087"/>
              <a:gd name="connsiteX196" fmla="*/ 557403 w 3308032"/>
              <a:gd name="connsiteY196" fmla="*/ 1449134 h 1458087"/>
              <a:gd name="connsiteX197" fmla="*/ 648557 w 3308032"/>
              <a:gd name="connsiteY197" fmla="*/ 1449134 h 1458087"/>
              <a:gd name="connsiteX198" fmla="*/ 648557 w 3308032"/>
              <a:gd name="connsiteY198" fmla="*/ 915543 h 1458087"/>
              <a:gd name="connsiteX199" fmla="*/ 557403 w 3308032"/>
              <a:gd name="connsiteY199" fmla="*/ 915543 h 1458087"/>
              <a:gd name="connsiteX200" fmla="*/ 557403 w 3308032"/>
              <a:gd name="connsiteY200" fmla="*/ 1449134 h 1458087"/>
              <a:gd name="connsiteX201" fmla="*/ 1271778 w 3308032"/>
              <a:gd name="connsiteY201" fmla="*/ 915543 h 1458087"/>
              <a:gd name="connsiteX202" fmla="*/ 883730 w 3308032"/>
              <a:gd name="connsiteY202" fmla="*/ 915543 h 1458087"/>
              <a:gd name="connsiteX203" fmla="*/ 883730 w 3308032"/>
              <a:gd name="connsiteY203" fmla="*/ 992600 h 1458087"/>
              <a:gd name="connsiteX204" fmla="*/ 1031843 w 3308032"/>
              <a:gd name="connsiteY204" fmla="*/ 992600 h 1458087"/>
              <a:gd name="connsiteX205" fmla="*/ 1031843 w 3308032"/>
              <a:gd name="connsiteY205" fmla="*/ 1449134 h 1458087"/>
              <a:gd name="connsiteX206" fmla="*/ 1122998 w 3308032"/>
              <a:gd name="connsiteY206" fmla="*/ 1449134 h 1458087"/>
              <a:gd name="connsiteX207" fmla="*/ 1122998 w 3308032"/>
              <a:gd name="connsiteY207" fmla="*/ 992600 h 1458087"/>
              <a:gd name="connsiteX208" fmla="*/ 1271778 w 3308032"/>
              <a:gd name="connsiteY208" fmla="*/ 992600 h 1458087"/>
              <a:gd name="connsiteX209" fmla="*/ 1271778 w 3308032"/>
              <a:gd name="connsiteY209" fmla="*/ 915543 h 1458087"/>
              <a:gd name="connsiteX210" fmla="*/ 1581340 w 3308032"/>
              <a:gd name="connsiteY210" fmla="*/ 1113854 h 1458087"/>
              <a:gd name="connsiteX211" fmla="*/ 1633633 w 3308032"/>
              <a:gd name="connsiteY211" fmla="*/ 1255205 h 1458087"/>
              <a:gd name="connsiteX212" fmla="*/ 1578578 w 3308032"/>
              <a:gd name="connsiteY212" fmla="*/ 1400842 h 1458087"/>
              <a:gd name="connsiteX213" fmla="*/ 1433132 w 3308032"/>
              <a:gd name="connsiteY213" fmla="*/ 1457992 h 1458087"/>
              <a:gd name="connsiteX214" fmla="*/ 1288923 w 3308032"/>
              <a:gd name="connsiteY214" fmla="*/ 1404747 h 1458087"/>
              <a:gd name="connsiteX215" fmla="*/ 1235488 w 3308032"/>
              <a:gd name="connsiteY215" fmla="*/ 1261491 h 1458087"/>
              <a:gd name="connsiteX216" fmla="*/ 1292066 w 3308032"/>
              <a:gd name="connsiteY216" fmla="*/ 1114711 h 1458087"/>
              <a:gd name="connsiteX217" fmla="*/ 1438275 w 3308032"/>
              <a:gd name="connsiteY217" fmla="*/ 1059085 h 1458087"/>
              <a:gd name="connsiteX218" fmla="*/ 1581340 w 3308032"/>
              <a:gd name="connsiteY218" fmla="*/ 1113758 h 1458087"/>
              <a:gd name="connsiteX219" fmla="*/ 1542479 w 3308032"/>
              <a:gd name="connsiteY219" fmla="*/ 1257491 h 1458087"/>
              <a:gd name="connsiteX220" fmla="*/ 1514570 w 3308032"/>
              <a:gd name="connsiteY220" fmla="*/ 1165955 h 1458087"/>
              <a:gd name="connsiteX221" fmla="*/ 1436084 w 3308032"/>
              <a:gd name="connsiteY221" fmla="*/ 1131380 h 1458087"/>
              <a:gd name="connsiteX222" fmla="*/ 1356265 w 3308032"/>
              <a:gd name="connsiteY222" fmla="*/ 1167098 h 1458087"/>
              <a:gd name="connsiteX223" fmla="*/ 1326356 w 3308032"/>
              <a:gd name="connsiteY223" fmla="*/ 1259777 h 1458087"/>
              <a:gd name="connsiteX224" fmla="*/ 1355979 w 3308032"/>
              <a:gd name="connsiteY224" fmla="*/ 1352455 h 1458087"/>
              <a:gd name="connsiteX225" fmla="*/ 1436561 w 3308032"/>
              <a:gd name="connsiteY225" fmla="*/ 1386269 h 1458087"/>
              <a:gd name="connsiteX226" fmla="*/ 1514856 w 3308032"/>
              <a:gd name="connsiteY226" fmla="*/ 1351312 h 1458087"/>
              <a:gd name="connsiteX227" fmla="*/ 1542574 w 3308032"/>
              <a:gd name="connsiteY227" fmla="*/ 1257586 h 1458087"/>
              <a:gd name="connsiteX228" fmla="*/ 1951577 w 3308032"/>
              <a:gd name="connsiteY228" fmla="*/ 1285399 h 1458087"/>
              <a:gd name="connsiteX229" fmla="*/ 1926622 w 3308032"/>
              <a:gd name="connsiteY229" fmla="*/ 1357598 h 1458087"/>
              <a:gd name="connsiteX230" fmla="*/ 1862233 w 3308032"/>
              <a:gd name="connsiteY230" fmla="*/ 1386269 h 1458087"/>
              <a:gd name="connsiteX231" fmla="*/ 1805273 w 3308032"/>
              <a:gd name="connsiteY231" fmla="*/ 1362266 h 1458087"/>
              <a:gd name="connsiteX232" fmla="*/ 1787081 w 3308032"/>
              <a:gd name="connsiteY232" fmla="*/ 1290638 h 1458087"/>
              <a:gd name="connsiteX233" fmla="*/ 1787081 w 3308032"/>
              <a:gd name="connsiteY233" fmla="*/ 1068134 h 1458087"/>
              <a:gd name="connsiteX234" fmla="*/ 1698498 w 3308032"/>
              <a:gd name="connsiteY234" fmla="*/ 1068134 h 1458087"/>
              <a:gd name="connsiteX235" fmla="*/ 1698498 w 3308032"/>
              <a:gd name="connsiteY235" fmla="*/ 1302544 h 1458087"/>
              <a:gd name="connsiteX236" fmla="*/ 1732502 w 3308032"/>
              <a:gd name="connsiteY236" fmla="*/ 1418463 h 1458087"/>
              <a:gd name="connsiteX237" fmla="*/ 1833563 w 3308032"/>
              <a:gd name="connsiteY237" fmla="*/ 1458087 h 1458087"/>
              <a:gd name="connsiteX238" fmla="*/ 1899571 w 3308032"/>
              <a:gd name="connsiteY238" fmla="*/ 1441514 h 1458087"/>
              <a:gd name="connsiteX239" fmla="*/ 1949577 w 3308032"/>
              <a:gd name="connsiteY239" fmla="*/ 1397413 h 1458087"/>
              <a:gd name="connsiteX240" fmla="*/ 1951482 w 3308032"/>
              <a:gd name="connsiteY240" fmla="*/ 1397413 h 1458087"/>
              <a:gd name="connsiteX241" fmla="*/ 1951482 w 3308032"/>
              <a:gd name="connsiteY241" fmla="*/ 1449134 h 1458087"/>
              <a:gd name="connsiteX242" fmla="*/ 2040446 w 3308032"/>
              <a:gd name="connsiteY242" fmla="*/ 1449134 h 1458087"/>
              <a:gd name="connsiteX243" fmla="*/ 2040446 w 3308032"/>
              <a:gd name="connsiteY243" fmla="*/ 1068134 h 1458087"/>
              <a:gd name="connsiteX244" fmla="*/ 1951482 w 3308032"/>
              <a:gd name="connsiteY244" fmla="*/ 1068134 h 1458087"/>
              <a:gd name="connsiteX245" fmla="*/ 1951482 w 3308032"/>
              <a:gd name="connsiteY245" fmla="*/ 1285399 h 1458087"/>
              <a:gd name="connsiteX246" fmla="*/ 2326767 w 3308032"/>
              <a:gd name="connsiteY246" fmla="*/ 1061466 h 1458087"/>
              <a:gd name="connsiteX247" fmla="*/ 2266474 w 3308032"/>
              <a:gd name="connsiteY247" fmla="*/ 1080992 h 1458087"/>
              <a:gd name="connsiteX248" fmla="*/ 2227040 w 3308032"/>
              <a:gd name="connsiteY248" fmla="*/ 1136999 h 1458087"/>
              <a:gd name="connsiteX249" fmla="*/ 2225516 w 3308032"/>
              <a:gd name="connsiteY249" fmla="*/ 1136999 h 1458087"/>
              <a:gd name="connsiteX250" fmla="*/ 2225516 w 3308032"/>
              <a:gd name="connsiteY250" fmla="*/ 1068134 h 1458087"/>
              <a:gd name="connsiteX251" fmla="*/ 2136553 w 3308032"/>
              <a:gd name="connsiteY251" fmla="*/ 1068134 h 1458087"/>
              <a:gd name="connsiteX252" fmla="*/ 2136553 w 3308032"/>
              <a:gd name="connsiteY252" fmla="*/ 1449134 h 1458087"/>
              <a:gd name="connsiteX253" fmla="*/ 2225516 w 3308032"/>
              <a:gd name="connsiteY253" fmla="*/ 1449134 h 1458087"/>
              <a:gd name="connsiteX254" fmla="*/ 2225516 w 3308032"/>
              <a:gd name="connsiteY254" fmla="*/ 1260824 h 1458087"/>
              <a:gd name="connsiteX255" fmla="*/ 2249138 w 3308032"/>
              <a:gd name="connsiteY255" fmla="*/ 1172623 h 1458087"/>
              <a:gd name="connsiteX256" fmla="*/ 2311051 w 3308032"/>
              <a:gd name="connsiteY256" fmla="*/ 1139095 h 1458087"/>
              <a:gd name="connsiteX257" fmla="*/ 2334292 w 3308032"/>
              <a:gd name="connsiteY257" fmla="*/ 1141476 h 1458087"/>
              <a:gd name="connsiteX258" fmla="*/ 2356104 w 3308032"/>
              <a:gd name="connsiteY258" fmla="*/ 1147953 h 1458087"/>
              <a:gd name="connsiteX259" fmla="*/ 2379917 w 3308032"/>
              <a:gd name="connsiteY259" fmla="*/ 1072039 h 1458087"/>
              <a:gd name="connsiteX260" fmla="*/ 2353532 w 3308032"/>
              <a:gd name="connsiteY260" fmla="*/ 1063466 h 1458087"/>
              <a:gd name="connsiteX261" fmla="*/ 2326767 w 3308032"/>
              <a:gd name="connsiteY261" fmla="*/ 1061276 h 145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Lst>
            <a:rect l="l" t="t" r="r" b="b"/>
            <a:pathLst>
              <a:path w="3308032" h="1458087">
                <a:moveTo>
                  <a:pt x="542449" y="193453"/>
                </a:moveTo>
                <a:cubicBezTo>
                  <a:pt x="542830" y="180404"/>
                  <a:pt x="543116" y="165640"/>
                  <a:pt x="543401" y="148971"/>
                </a:cubicBezTo>
                <a:lnTo>
                  <a:pt x="541211" y="148971"/>
                </a:lnTo>
                <a:cubicBezTo>
                  <a:pt x="539020" y="156400"/>
                  <a:pt x="536829" y="162877"/>
                  <a:pt x="534924" y="168497"/>
                </a:cubicBezTo>
                <a:cubicBezTo>
                  <a:pt x="532924" y="174117"/>
                  <a:pt x="530733" y="180023"/>
                  <a:pt x="528257" y="186214"/>
                </a:cubicBezTo>
                <a:lnTo>
                  <a:pt x="374618" y="572834"/>
                </a:lnTo>
                <a:lnTo>
                  <a:pt x="310229" y="572834"/>
                </a:lnTo>
                <a:lnTo>
                  <a:pt x="155448" y="189643"/>
                </a:lnTo>
                <a:cubicBezTo>
                  <a:pt x="153448" y="183928"/>
                  <a:pt x="151447" y="178213"/>
                  <a:pt x="149352" y="172307"/>
                </a:cubicBezTo>
                <a:cubicBezTo>
                  <a:pt x="147257" y="166497"/>
                  <a:pt x="144589" y="158687"/>
                  <a:pt x="141351" y="149066"/>
                </a:cubicBezTo>
                <a:lnTo>
                  <a:pt x="139160" y="149066"/>
                </a:lnTo>
                <a:cubicBezTo>
                  <a:pt x="139637" y="164497"/>
                  <a:pt x="140018" y="180023"/>
                  <a:pt x="140303" y="195739"/>
                </a:cubicBezTo>
                <a:cubicBezTo>
                  <a:pt x="140589" y="211455"/>
                  <a:pt x="140684" y="228410"/>
                  <a:pt x="140684" y="246507"/>
                </a:cubicBezTo>
                <a:lnTo>
                  <a:pt x="140684" y="572834"/>
                </a:lnTo>
                <a:lnTo>
                  <a:pt x="55817" y="572834"/>
                </a:lnTo>
                <a:lnTo>
                  <a:pt x="55817" y="39243"/>
                </a:lnTo>
                <a:lnTo>
                  <a:pt x="185642" y="39243"/>
                </a:lnTo>
                <a:lnTo>
                  <a:pt x="322231" y="383381"/>
                </a:lnTo>
                <a:cubicBezTo>
                  <a:pt x="327470" y="396050"/>
                  <a:pt x="331565" y="406813"/>
                  <a:pt x="334709" y="415576"/>
                </a:cubicBezTo>
                <a:cubicBezTo>
                  <a:pt x="337852" y="424339"/>
                  <a:pt x="340805" y="434150"/>
                  <a:pt x="343853" y="444817"/>
                </a:cubicBezTo>
                <a:lnTo>
                  <a:pt x="346043" y="444817"/>
                </a:lnTo>
                <a:cubicBezTo>
                  <a:pt x="350520" y="432911"/>
                  <a:pt x="354520" y="422148"/>
                  <a:pt x="358140" y="412433"/>
                </a:cubicBezTo>
                <a:cubicBezTo>
                  <a:pt x="361760" y="402717"/>
                  <a:pt x="365474" y="392716"/>
                  <a:pt x="369475" y="382334"/>
                </a:cubicBezTo>
                <a:lnTo>
                  <a:pt x="507873" y="39243"/>
                </a:lnTo>
                <a:lnTo>
                  <a:pt x="632555" y="39243"/>
                </a:lnTo>
                <a:lnTo>
                  <a:pt x="632555" y="572834"/>
                </a:lnTo>
                <a:lnTo>
                  <a:pt x="542163" y="572834"/>
                </a:lnTo>
                <a:lnTo>
                  <a:pt x="542163" y="234220"/>
                </a:lnTo>
                <a:cubicBezTo>
                  <a:pt x="542163" y="220123"/>
                  <a:pt x="542354" y="206502"/>
                  <a:pt x="542735" y="193453"/>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0">
                <a:srgbClr val="4D3677"/>
              </a:gs>
              <a:gs pos="72000">
                <a:srgbClr val="8661C5"/>
              </a:gs>
            </a:gsLst>
            <a:lin ang="2700000" scaled="0"/>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7567346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9668AE-5CD6-D782-C7B5-872E7248B94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p:cNvSpPr>
            <a:spLocks noGrp="1"/>
          </p:cNvSpPr>
          <p:nvPr>
            <p:ph type="title" hasCustomPrompt="1"/>
          </p:nvPr>
        </p:nvSpPr>
        <p:spPr bwMode="white">
          <a:xfrm>
            <a:off x="584200" y="2425780"/>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rgbClr val="4D3677"/>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4B2684EB-34E2-E67F-1ABA-8374FB1B885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331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4617397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060561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848057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1A31B0-DA79-E282-BD21-42CF3B67D8EA}"/>
              </a:ext>
            </a:extLst>
          </p:cNvPr>
          <p:cNvPicPr>
            <a:picLocks noChangeAspect="1"/>
          </p:cNvPicPr>
          <p:nvPr userDrawn="1"/>
        </p:nvPicPr>
        <p:blipFill>
          <a:blip r:embed="rId2"/>
          <a:srcRect/>
          <a:stretch/>
        </p:blipFill>
        <p:spPr>
          <a:xfrm>
            <a:off x="0" y="762"/>
            <a:ext cx="12189291" cy="6856476"/>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rgbClr val="FFFFFF"/>
                </a:solidFill>
                <a:latin typeface="+mn-lt"/>
              </a:defRPr>
            </a:lvl1pPr>
          </a:lstStyle>
          <a:p>
            <a:pPr lvl="0"/>
            <a:r>
              <a:rPr lang="en-US"/>
              <a:t>Speaker name</a:t>
            </a:r>
          </a:p>
        </p:txBody>
      </p:sp>
    </p:spTree>
    <p:extLst>
      <p:ext uri="{BB962C8B-B14F-4D97-AF65-F5344CB8AC3E}">
        <p14:creationId xmlns:p14="http://schemas.microsoft.com/office/powerpoint/2010/main" val="15560318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091F2C"/>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5AB3C7-DD87-C9B0-751D-F81E1404C834}"/>
              </a:ext>
            </a:extLst>
          </p:cNvPr>
          <p:cNvPicPr>
            <a:picLocks noChangeAspect="1"/>
          </p:cNvPicPr>
          <p:nvPr userDrawn="1"/>
        </p:nvPicPr>
        <p:blipFill>
          <a:blip r:embed="rId2"/>
          <a:srcRect/>
          <a:stretch/>
        </p:blipFill>
        <p:spPr>
          <a:xfrm>
            <a:off x="1354" y="762"/>
            <a:ext cx="12189291" cy="6856476"/>
          </a:xfrm>
          <a:prstGeom prst="rect">
            <a:avLst/>
          </a:prstGeom>
        </p:spPr>
      </p:pic>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505613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Image with Paragrap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4950176" cy="1107996"/>
          </a:xfrm>
        </p:spPr>
        <p:txBody>
          <a:bodyPr/>
          <a:lstStyle>
            <a:lvl1pPr>
              <a:defRPr>
                <a:gradFill>
                  <a:gsLst>
                    <a:gs pos="70000">
                      <a:srgbClr val="28AFEA"/>
                    </a:gs>
                    <a:gs pos="0">
                      <a:schemeClr val="accent1"/>
                    </a:gs>
                    <a:gs pos="100000">
                      <a:schemeClr val="accent3"/>
                    </a:gs>
                  </a:gsLst>
                  <a:lin ang="2700000" scaled="1"/>
                </a:gradFill>
              </a:defRPr>
            </a:lvl1pPr>
          </a:lstStyle>
          <a:p>
            <a:r>
              <a:rPr lang="en-US"/>
              <a:t>Click to edit Master title style</a:t>
            </a:r>
          </a:p>
        </p:txBody>
      </p:sp>
      <p:sp>
        <p:nvSpPr>
          <p:cNvPr id="6" name="Text Placeholder 5">
            <a:extLst>
              <a:ext uri="{FF2B5EF4-FFF2-40B4-BE49-F238E27FC236}">
                <a16:creationId xmlns:a16="http://schemas.microsoft.com/office/drawing/2014/main" id="{966C7EBF-AFFE-3D40-4782-7B50BF995DB7}"/>
              </a:ext>
            </a:extLst>
          </p:cNvPr>
          <p:cNvSpPr>
            <a:spLocks noGrp="1"/>
          </p:cNvSpPr>
          <p:nvPr>
            <p:ph type="body" sz="quarter" idx="10"/>
          </p:nvPr>
        </p:nvSpPr>
        <p:spPr>
          <a:xfrm>
            <a:off x="588263" y="2017712"/>
            <a:ext cx="4949825" cy="4251324"/>
          </a:xfrm>
        </p:spPr>
        <p:txBody>
          <a:bodyPr>
            <a:normAutofit/>
          </a:bodyPr>
          <a:lstStyle>
            <a:lvl1pPr marL="0" indent="0">
              <a:spcBef>
                <a:spcPts val="1200"/>
              </a:spcBef>
              <a:buNone/>
              <a:defRPr sz="2000">
                <a:gradFill>
                  <a:gsLst>
                    <a:gs pos="0">
                      <a:schemeClr val="tx1"/>
                    </a:gs>
                    <a:gs pos="100000">
                      <a:schemeClr val="tx1"/>
                    </a:gs>
                  </a:gsLst>
                  <a:lin ang="2700000" scaled="1"/>
                </a:gradFill>
              </a:defRPr>
            </a:lvl1pPr>
            <a:lvl2pPr marL="0" indent="0">
              <a:spcBef>
                <a:spcPts val="1200"/>
              </a:spcBef>
              <a:buNone/>
              <a:defRPr sz="2000" b="1" i="0">
                <a:gradFill>
                  <a:gsLst>
                    <a:gs pos="0">
                      <a:schemeClr val="accent1"/>
                    </a:gs>
                    <a:gs pos="100000">
                      <a:schemeClr val="accent3"/>
                    </a:gs>
                    <a:gs pos="71000">
                      <a:schemeClr val="accent1">
                        <a:lumMod val="60000"/>
                        <a:lumOff val="40000"/>
                      </a:schemeClr>
                    </a:gs>
                  </a:gsLst>
                  <a:lin ang="2700000" scaled="1"/>
                </a:gradFill>
                <a:latin typeface="Segoe UI Semibold" panose="020B0502040204020203" pitchFamily="34" charset="0"/>
                <a:cs typeface="Segoe UI Semibold" panose="020B0502040204020203" pitchFamily="34" charset="0"/>
              </a:defRPr>
            </a:lvl2pPr>
            <a:lvl3pPr marL="360000" indent="0">
              <a:buNone/>
              <a:defRPr sz="1600">
                <a:gradFill>
                  <a:gsLst>
                    <a:gs pos="0">
                      <a:schemeClr val="tx1"/>
                    </a:gs>
                    <a:gs pos="100000">
                      <a:schemeClr val="tx1"/>
                    </a:gs>
                  </a:gsLst>
                  <a:lin ang="2700000" scaled="1"/>
                </a:gradFill>
              </a:defRPr>
            </a:lvl3pPr>
            <a:lvl4pPr marL="661988" indent="0">
              <a:buNone/>
              <a:defRPr sz="1400">
                <a:gradFill>
                  <a:gsLst>
                    <a:gs pos="0">
                      <a:schemeClr val="tx1"/>
                    </a:gs>
                    <a:gs pos="100000">
                      <a:schemeClr val="tx1"/>
                    </a:gs>
                  </a:gsLst>
                  <a:lin ang="2700000" scaled="1"/>
                </a:gradFill>
              </a:defRPr>
            </a:lvl4pPr>
            <a:lvl5pPr marL="855663" indent="0">
              <a:buNone/>
              <a:defRPr sz="1400">
                <a:gradFill>
                  <a:gsLst>
                    <a:gs pos="0">
                      <a:schemeClr val="tx1"/>
                    </a:gs>
                    <a:gs pos="100000">
                      <a:schemeClr val="tx1"/>
                    </a:gs>
                  </a:gsLst>
                  <a:lin ang="2700000" scaled="1"/>
                </a:gradFill>
              </a:defRPr>
            </a:lvl5pPr>
          </a:lstStyle>
          <a:p>
            <a:pPr lvl="0"/>
            <a:r>
              <a:rPr lang="en-US"/>
              <a:t>Click to edit Master text styles</a:t>
            </a:r>
          </a:p>
          <a:p>
            <a:pPr lvl="1"/>
            <a:r>
              <a:rPr lang="en-US"/>
              <a:t>Second level</a:t>
            </a:r>
          </a:p>
          <a:p>
            <a:pPr lvl="2"/>
            <a:r>
              <a:rPr lang="en-US"/>
              <a:t>Third level</a:t>
            </a:r>
          </a:p>
        </p:txBody>
      </p:sp>
      <p:sp>
        <p:nvSpPr>
          <p:cNvPr id="4" name="Picture Placeholder 10">
            <a:extLst>
              <a:ext uri="{FF2B5EF4-FFF2-40B4-BE49-F238E27FC236}">
                <a16:creationId xmlns:a16="http://schemas.microsoft.com/office/drawing/2014/main" id="{9B3DDC85-DF17-CC1C-E705-862E99C7623F}"/>
              </a:ext>
            </a:extLst>
          </p:cNvPr>
          <p:cNvSpPr>
            <a:spLocks noGrp="1"/>
          </p:cNvSpPr>
          <p:nvPr>
            <p:ph type="pic" sz="quarter" idx="11"/>
          </p:nvPr>
        </p:nvSpPr>
        <p:spPr>
          <a:xfrm>
            <a:off x="5951539" y="585787"/>
            <a:ext cx="5657850" cy="5683249"/>
          </a:xfrm>
          <a:prstGeom prst="roundRect">
            <a:avLst>
              <a:gd name="adj" fmla="val 1208"/>
            </a:avLst>
          </a:prstGeom>
          <a:solidFill>
            <a:schemeClr val="bg1"/>
          </a:solidFill>
          <a:effectLst>
            <a:outerShdw blurRad="190500" algn="ctr" rotWithShape="0">
              <a:prstClr val="black">
                <a:alpha val="10000"/>
              </a:prstClr>
            </a:outerShdw>
          </a:effectLst>
        </p:spPr>
        <p:txBody>
          <a:bodyPr anchor="ctr" anchorCtr="0">
            <a:noAutofit/>
          </a:bodyPr>
          <a:lstStyle>
            <a:lvl1pPr marL="0" indent="0" algn="ctr">
              <a:buNone/>
              <a:defRPr/>
            </a:lvl1pPr>
          </a:lstStyle>
          <a:p>
            <a:r>
              <a:rPr lang="en-US"/>
              <a:t>Click icon to add picture</a:t>
            </a:r>
          </a:p>
        </p:txBody>
      </p:sp>
    </p:spTree>
    <p:extLst>
      <p:ext uri="{BB962C8B-B14F-4D97-AF65-F5344CB8AC3E}">
        <p14:creationId xmlns:p14="http://schemas.microsoft.com/office/powerpoint/2010/main" val="40638027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6EAEB1-715D-AF8F-10FB-F3D16AC485E3}"/>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MS logo white - EMF" descr="Microsoft logo white text version">
            <a:extLst>
              <a:ext uri="{FF2B5EF4-FFF2-40B4-BE49-F238E27FC236}">
                <a16:creationId xmlns:a16="http://schemas.microsoft.com/office/drawing/2014/main" id="{913BA90D-EA3B-29E8-A239-C61ACB3D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4" name="Freeform: Shape 43">
            <a:extLst>
              <a:ext uri="{FF2B5EF4-FFF2-40B4-BE49-F238E27FC236}">
                <a16:creationId xmlns:a16="http://schemas.microsoft.com/office/drawing/2014/main" id="{2118BF19-0035-C321-183A-836CC8060775}"/>
              </a:ext>
            </a:extLst>
          </p:cNvPr>
          <p:cNvSpPr/>
          <p:nvPr userDrawn="1"/>
        </p:nvSpPr>
        <p:spPr>
          <a:xfrm>
            <a:off x="529053" y="2663856"/>
            <a:ext cx="3414297" cy="1504926"/>
          </a:xfrm>
          <a:custGeom>
            <a:avLst/>
            <a:gdLst>
              <a:gd name="connsiteX0" fmla="*/ 542449 w 3308032"/>
              <a:gd name="connsiteY0" fmla="*/ 193453 h 1458087"/>
              <a:gd name="connsiteX1" fmla="*/ 543401 w 3308032"/>
              <a:gd name="connsiteY1" fmla="*/ 148971 h 1458087"/>
              <a:gd name="connsiteX2" fmla="*/ 541211 w 3308032"/>
              <a:gd name="connsiteY2" fmla="*/ 148971 h 1458087"/>
              <a:gd name="connsiteX3" fmla="*/ 534924 w 3308032"/>
              <a:gd name="connsiteY3" fmla="*/ 168497 h 1458087"/>
              <a:gd name="connsiteX4" fmla="*/ 528257 w 3308032"/>
              <a:gd name="connsiteY4" fmla="*/ 186214 h 1458087"/>
              <a:gd name="connsiteX5" fmla="*/ 374618 w 3308032"/>
              <a:gd name="connsiteY5" fmla="*/ 572834 h 1458087"/>
              <a:gd name="connsiteX6" fmla="*/ 310229 w 3308032"/>
              <a:gd name="connsiteY6" fmla="*/ 572834 h 1458087"/>
              <a:gd name="connsiteX7" fmla="*/ 155448 w 3308032"/>
              <a:gd name="connsiteY7" fmla="*/ 189643 h 1458087"/>
              <a:gd name="connsiteX8" fmla="*/ 149352 w 3308032"/>
              <a:gd name="connsiteY8" fmla="*/ 172307 h 1458087"/>
              <a:gd name="connsiteX9" fmla="*/ 141351 w 3308032"/>
              <a:gd name="connsiteY9" fmla="*/ 149066 h 1458087"/>
              <a:gd name="connsiteX10" fmla="*/ 139160 w 3308032"/>
              <a:gd name="connsiteY10" fmla="*/ 149066 h 1458087"/>
              <a:gd name="connsiteX11" fmla="*/ 140303 w 3308032"/>
              <a:gd name="connsiteY11" fmla="*/ 195739 h 1458087"/>
              <a:gd name="connsiteX12" fmla="*/ 140684 w 3308032"/>
              <a:gd name="connsiteY12" fmla="*/ 246507 h 1458087"/>
              <a:gd name="connsiteX13" fmla="*/ 140684 w 3308032"/>
              <a:gd name="connsiteY13" fmla="*/ 572834 h 1458087"/>
              <a:gd name="connsiteX14" fmla="*/ 55817 w 3308032"/>
              <a:gd name="connsiteY14" fmla="*/ 572834 h 1458087"/>
              <a:gd name="connsiteX15" fmla="*/ 55817 w 3308032"/>
              <a:gd name="connsiteY15" fmla="*/ 39243 h 1458087"/>
              <a:gd name="connsiteX16" fmla="*/ 185642 w 3308032"/>
              <a:gd name="connsiteY16" fmla="*/ 39243 h 1458087"/>
              <a:gd name="connsiteX17" fmla="*/ 322231 w 3308032"/>
              <a:gd name="connsiteY17" fmla="*/ 383381 h 1458087"/>
              <a:gd name="connsiteX18" fmla="*/ 334709 w 3308032"/>
              <a:gd name="connsiteY18" fmla="*/ 415576 h 1458087"/>
              <a:gd name="connsiteX19" fmla="*/ 343853 w 3308032"/>
              <a:gd name="connsiteY19" fmla="*/ 444817 h 1458087"/>
              <a:gd name="connsiteX20" fmla="*/ 346043 w 3308032"/>
              <a:gd name="connsiteY20" fmla="*/ 444817 h 1458087"/>
              <a:gd name="connsiteX21" fmla="*/ 358140 w 3308032"/>
              <a:gd name="connsiteY21" fmla="*/ 412433 h 1458087"/>
              <a:gd name="connsiteX22" fmla="*/ 369475 w 3308032"/>
              <a:gd name="connsiteY22" fmla="*/ 382334 h 1458087"/>
              <a:gd name="connsiteX23" fmla="*/ 507873 w 3308032"/>
              <a:gd name="connsiteY23" fmla="*/ 39243 h 1458087"/>
              <a:gd name="connsiteX24" fmla="*/ 632555 w 3308032"/>
              <a:gd name="connsiteY24" fmla="*/ 39243 h 1458087"/>
              <a:gd name="connsiteX25" fmla="*/ 632555 w 3308032"/>
              <a:gd name="connsiteY25" fmla="*/ 572834 h 1458087"/>
              <a:gd name="connsiteX26" fmla="*/ 542163 w 3308032"/>
              <a:gd name="connsiteY26" fmla="*/ 572834 h 1458087"/>
              <a:gd name="connsiteX27" fmla="*/ 542163 w 3308032"/>
              <a:gd name="connsiteY27" fmla="*/ 234220 h 1458087"/>
              <a:gd name="connsiteX28" fmla="*/ 542735 w 3308032"/>
              <a:gd name="connsiteY28" fmla="*/ 193453 h 1458087"/>
              <a:gd name="connsiteX29" fmla="*/ 768001 w 3308032"/>
              <a:gd name="connsiteY29" fmla="*/ 14383 h 1458087"/>
              <a:gd name="connsiteX30" fmla="*/ 728567 w 3308032"/>
              <a:gd name="connsiteY30" fmla="*/ 29623 h 1458087"/>
              <a:gd name="connsiteX31" fmla="*/ 713327 w 3308032"/>
              <a:gd name="connsiteY31" fmla="*/ 67247 h 1458087"/>
              <a:gd name="connsiteX32" fmla="*/ 728567 w 3308032"/>
              <a:gd name="connsiteY32" fmla="*/ 104966 h 1458087"/>
              <a:gd name="connsiteX33" fmla="*/ 768001 w 3308032"/>
              <a:gd name="connsiteY33" fmla="*/ 120777 h 1458087"/>
              <a:gd name="connsiteX34" fmla="*/ 808196 w 3308032"/>
              <a:gd name="connsiteY34" fmla="*/ 105537 h 1458087"/>
              <a:gd name="connsiteX35" fmla="*/ 823436 w 3308032"/>
              <a:gd name="connsiteY35" fmla="*/ 67627 h 1458087"/>
              <a:gd name="connsiteX36" fmla="*/ 808196 w 3308032"/>
              <a:gd name="connsiteY36" fmla="*/ 29718 h 1458087"/>
              <a:gd name="connsiteX37" fmla="*/ 768001 w 3308032"/>
              <a:gd name="connsiteY37" fmla="*/ 14478 h 1458087"/>
              <a:gd name="connsiteX38" fmla="*/ 723329 w 3308032"/>
              <a:gd name="connsiteY38" fmla="*/ 572834 h 1458087"/>
              <a:gd name="connsiteX39" fmla="*/ 812292 w 3308032"/>
              <a:gd name="connsiteY39" fmla="*/ 572834 h 1458087"/>
              <a:gd name="connsiteX40" fmla="*/ 812292 w 3308032"/>
              <a:gd name="connsiteY40" fmla="*/ 191834 h 1458087"/>
              <a:gd name="connsiteX41" fmla="*/ 723329 w 3308032"/>
              <a:gd name="connsiteY41" fmla="*/ 191834 h 1458087"/>
              <a:gd name="connsiteX42" fmla="*/ 723329 w 3308032"/>
              <a:gd name="connsiteY42" fmla="*/ 572834 h 1458087"/>
              <a:gd name="connsiteX43" fmla="*/ 1079278 w 3308032"/>
              <a:gd name="connsiteY43" fmla="*/ 581787 h 1458087"/>
              <a:gd name="connsiteX44" fmla="*/ 1169099 w 3308032"/>
              <a:gd name="connsiteY44" fmla="*/ 561689 h 1458087"/>
              <a:gd name="connsiteX45" fmla="*/ 1234726 w 3308032"/>
              <a:gd name="connsiteY45" fmla="*/ 500253 h 1458087"/>
              <a:gd name="connsiteX46" fmla="*/ 1165860 w 3308032"/>
              <a:gd name="connsiteY46" fmla="*/ 461582 h 1458087"/>
              <a:gd name="connsiteX47" fmla="*/ 1127951 w 3308032"/>
              <a:gd name="connsiteY47" fmla="*/ 497110 h 1458087"/>
              <a:gd name="connsiteX48" fmla="*/ 1081469 w 3308032"/>
              <a:gd name="connsiteY48" fmla="*/ 507683 h 1458087"/>
              <a:gd name="connsiteX49" fmla="*/ 1004126 w 3308032"/>
              <a:gd name="connsiteY49" fmla="*/ 475298 h 1458087"/>
              <a:gd name="connsiteX50" fmla="*/ 975074 w 3308032"/>
              <a:gd name="connsiteY50" fmla="*/ 383000 h 1458087"/>
              <a:gd name="connsiteX51" fmla="*/ 1004506 w 3308032"/>
              <a:gd name="connsiteY51" fmla="*/ 288512 h 1458087"/>
              <a:gd name="connsiteX52" fmla="*/ 1079278 w 3308032"/>
              <a:gd name="connsiteY52" fmla="*/ 254699 h 1458087"/>
              <a:gd name="connsiteX53" fmla="*/ 1125379 w 3308032"/>
              <a:gd name="connsiteY53" fmla="*/ 265462 h 1458087"/>
              <a:gd name="connsiteX54" fmla="*/ 1162622 w 3308032"/>
              <a:gd name="connsiteY54" fmla="*/ 301943 h 1458087"/>
              <a:gd name="connsiteX55" fmla="*/ 1232535 w 3308032"/>
              <a:gd name="connsiteY55" fmla="*/ 267367 h 1458087"/>
              <a:gd name="connsiteX56" fmla="*/ 1172432 w 3308032"/>
              <a:gd name="connsiteY56" fmla="*/ 204311 h 1458087"/>
              <a:gd name="connsiteX57" fmla="*/ 1082231 w 3308032"/>
              <a:gd name="connsiteY57" fmla="*/ 182880 h 1458087"/>
              <a:gd name="connsiteX58" fmla="*/ 939356 w 3308032"/>
              <a:gd name="connsiteY58" fmla="*/ 238125 h 1458087"/>
              <a:gd name="connsiteX59" fmla="*/ 884301 w 3308032"/>
              <a:gd name="connsiteY59" fmla="*/ 389001 h 1458087"/>
              <a:gd name="connsiteX60" fmla="*/ 936022 w 3308032"/>
              <a:gd name="connsiteY60" fmla="*/ 528923 h 1458087"/>
              <a:gd name="connsiteX61" fmla="*/ 1079278 w 3308032"/>
              <a:gd name="connsiteY61" fmla="*/ 581787 h 1458087"/>
              <a:gd name="connsiteX62" fmla="*/ 1393031 w 3308032"/>
              <a:gd name="connsiteY62" fmla="*/ 384524 h 1458087"/>
              <a:gd name="connsiteX63" fmla="*/ 1416653 w 3308032"/>
              <a:gd name="connsiteY63" fmla="*/ 296323 h 1458087"/>
              <a:gd name="connsiteX64" fmla="*/ 1478566 w 3308032"/>
              <a:gd name="connsiteY64" fmla="*/ 262795 h 1458087"/>
              <a:gd name="connsiteX65" fmla="*/ 1501807 w 3308032"/>
              <a:gd name="connsiteY65" fmla="*/ 265176 h 1458087"/>
              <a:gd name="connsiteX66" fmla="*/ 1523619 w 3308032"/>
              <a:gd name="connsiteY66" fmla="*/ 271653 h 1458087"/>
              <a:gd name="connsiteX67" fmla="*/ 1547432 w 3308032"/>
              <a:gd name="connsiteY67" fmla="*/ 195739 h 1458087"/>
              <a:gd name="connsiteX68" fmla="*/ 1521047 w 3308032"/>
              <a:gd name="connsiteY68" fmla="*/ 187166 h 1458087"/>
              <a:gd name="connsiteX69" fmla="*/ 1494282 w 3308032"/>
              <a:gd name="connsiteY69" fmla="*/ 184975 h 1458087"/>
              <a:gd name="connsiteX70" fmla="*/ 1433989 w 3308032"/>
              <a:gd name="connsiteY70" fmla="*/ 204502 h 1458087"/>
              <a:gd name="connsiteX71" fmla="*/ 1394555 w 3308032"/>
              <a:gd name="connsiteY71" fmla="*/ 260509 h 1458087"/>
              <a:gd name="connsiteX72" fmla="*/ 1393031 w 3308032"/>
              <a:gd name="connsiteY72" fmla="*/ 260509 h 1458087"/>
              <a:gd name="connsiteX73" fmla="*/ 1393031 w 3308032"/>
              <a:gd name="connsiteY73" fmla="*/ 191643 h 1458087"/>
              <a:gd name="connsiteX74" fmla="*/ 1304068 w 3308032"/>
              <a:gd name="connsiteY74" fmla="*/ 191643 h 1458087"/>
              <a:gd name="connsiteX75" fmla="*/ 1304068 w 3308032"/>
              <a:gd name="connsiteY75" fmla="*/ 572643 h 1458087"/>
              <a:gd name="connsiteX76" fmla="*/ 1393031 w 3308032"/>
              <a:gd name="connsiteY76" fmla="*/ 572643 h 1458087"/>
              <a:gd name="connsiteX77" fmla="*/ 1393031 w 3308032"/>
              <a:gd name="connsiteY77" fmla="*/ 384334 h 1458087"/>
              <a:gd name="connsiteX78" fmla="*/ 1621917 w 3308032"/>
              <a:gd name="connsiteY78" fmla="*/ 528542 h 1458087"/>
              <a:gd name="connsiteX79" fmla="*/ 1568482 w 3308032"/>
              <a:gd name="connsiteY79" fmla="*/ 385286 h 1458087"/>
              <a:gd name="connsiteX80" fmla="*/ 1625060 w 3308032"/>
              <a:gd name="connsiteY80" fmla="*/ 238506 h 1458087"/>
              <a:gd name="connsiteX81" fmla="*/ 1771269 w 3308032"/>
              <a:gd name="connsiteY81" fmla="*/ 182880 h 1458087"/>
              <a:gd name="connsiteX82" fmla="*/ 1914335 w 3308032"/>
              <a:gd name="connsiteY82" fmla="*/ 237554 h 1458087"/>
              <a:gd name="connsiteX83" fmla="*/ 1966627 w 3308032"/>
              <a:gd name="connsiteY83" fmla="*/ 378905 h 1458087"/>
              <a:gd name="connsiteX84" fmla="*/ 1911572 w 3308032"/>
              <a:gd name="connsiteY84" fmla="*/ 524542 h 1458087"/>
              <a:gd name="connsiteX85" fmla="*/ 1766126 w 3308032"/>
              <a:gd name="connsiteY85" fmla="*/ 581692 h 1458087"/>
              <a:gd name="connsiteX86" fmla="*/ 1621917 w 3308032"/>
              <a:gd name="connsiteY86" fmla="*/ 528447 h 1458087"/>
              <a:gd name="connsiteX87" fmla="*/ 1659350 w 3308032"/>
              <a:gd name="connsiteY87" fmla="*/ 383477 h 1458087"/>
              <a:gd name="connsiteX88" fmla="*/ 1688973 w 3308032"/>
              <a:gd name="connsiteY88" fmla="*/ 476155 h 1458087"/>
              <a:gd name="connsiteX89" fmla="*/ 1769555 w 3308032"/>
              <a:gd name="connsiteY89" fmla="*/ 509969 h 1458087"/>
              <a:gd name="connsiteX90" fmla="*/ 1847850 w 3308032"/>
              <a:gd name="connsiteY90" fmla="*/ 475012 h 1458087"/>
              <a:gd name="connsiteX91" fmla="*/ 1875568 w 3308032"/>
              <a:gd name="connsiteY91" fmla="*/ 381286 h 1458087"/>
              <a:gd name="connsiteX92" fmla="*/ 1847660 w 3308032"/>
              <a:gd name="connsiteY92" fmla="*/ 289750 h 1458087"/>
              <a:gd name="connsiteX93" fmla="*/ 1769174 w 3308032"/>
              <a:gd name="connsiteY93" fmla="*/ 255175 h 1458087"/>
              <a:gd name="connsiteX94" fmla="*/ 1689354 w 3308032"/>
              <a:gd name="connsiteY94" fmla="*/ 290894 h 1458087"/>
              <a:gd name="connsiteX95" fmla="*/ 1659446 w 3308032"/>
              <a:gd name="connsiteY95" fmla="*/ 383572 h 1458087"/>
              <a:gd name="connsiteX96" fmla="*/ 2267426 w 3308032"/>
              <a:gd name="connsiteY96" fmla="*/ 547878 h 1458087"/>
              <a:gd name="connsiteX97" fmla="*/ 2308003 w 3308032"/>
              <a:gd name="connsiteY97" fmla="*/ 458915 h 1458087"/>
              <a:gd name="connsiteX98" fmla="*/ 2276761 w 3308032"/>
              <a:gd name="connsiteY98" fmla="*/ 380048 h 1458087"/>
              <a:gd name="connsiteX99" fmla="*/ 2182273 w 3308032"/>
              <a:gd name="connsiteY99" fmla="*/ 339471 h 1458087"/>
              <a:gd name="connsiteX100" fmla="*/ 2127028 w 3308032"/>
              <a:gd name="connsiteY100" fmla="*/ 321278 h 1458087"/>
              <a:gd name="connsiteX101" fmla="*/ 2112359 w 3308032"/>
              <a:gd name="connsiteY101" fmla="*/ 292227 h 1458087"/>
              <a:gd name="connsiteX102" fmla="*/ 2126456 w 3308032"/>
              <a:gd name="connsiteY102" fmla="*/ 261366 h 1458087"/>
              <a:gd name="connsiteX103" fmla="*/ 2167795 w 3308032"/>
              <a:gd name="connsiteY103" fmla="*/ 249460 h 1458087"/>
              <a:gd name="connsiteX104" fmla="*/ 2211515 w 3308032"/>
              <a:gd name="connsiteY104" fmla="*/ 258413 h 1458087"/>
              <a:gd name="connsiteX105" fmla="*/ 2247043 w 3308032"/>
              <a:gd name="connsiteY105" fmla="*/ 285179 h 1458087"/>
              <a:gd name="connsiteX106" fmla="*/ 2298764 w 3308032"/>
              <a:gd name="connsiteY106" fmla="*/ 238316 h 1458087"/>
              <a:gd name="connsiteX107" fmla="*/ 2243328 w 3308032"/>
              <a:gd name="connsiteY107" fmla="*/ 196596 h 1458087"/>
              <a:gd name="connsiteX108" fmla="*/ 2170367 w 3308032"/>
              <a:gd name="connsiteY108" fmla="*/ 182785 h 1458087"/>
              <a:gd name="connsiteX109" fmla="*/ 2069211 w 3308032"/>
              <a:gd name="connsiteY109" fmla="*/ 214598 h 1458087"/>
              <a:gd name="connsiteX110" fmla="*/ 2029015 w 3308032"/>
              <a:gd name="connsiteY110" fmla="*/ 302228 h 1458087"/>
              <a:gd name="connsiteX111" fmla="*/ 2058638 w 3308032"/>
              <a:gd name="connsiteY111" fmla="*/ 375380 h 1458087"/>
              <a:gd name="connsiteX112" fmla="*/ 2163032 w 3308032"/>
              <a:gd name="connsiteY112" fmla="*/ 417957 h 1458087"/>
              <a:gd name="connsiteX113" fmla="*/ 2208943 w 3308032"/>
              <a:gd name="connsiteY113" fmla="*/ 435959 h 1458087"/>
              <a:gd name="connsiteX114" fmla="*/ 2224373 w 3308032"/>
              <a:gd name="connsiteY114" fmla="*/ 467011 h 1458087"/>
              <a:gd name="connsiteX115" fmla="*/ 2207990 w 3308032"/>
              <a:gd name="connsiteY115" fmla="*/ 502158 h 1458087"/>
              <a:gd name="connsiteX116" fmla="*/ 2162271 w 3308032"/>
              <a:gd name="connsiteY116" fmla="*/ 514636 h 1458087"/>
              <a:gd name="connsiteX117" fmla="*/ 2112645 w 3308032"/>
              <a:gd name="connsiteY117" fmla="*/ 502920 h 1458087"/>
              <a:gd name="connsiteX118" fmla="*/ 2068163 w 3308032"/>
              <a:gd name="connsiteY118" fmla="*/ 463677 h 1458087"/>
              <a:gd name="connsiteX119" fmla="*/ 2014633 w 3308032"/>
              <a:gd name="connsiteY119" fmla="*/ 511683 h 1458087"/>
              <a:gd name="connsiteX120" fmla="*/ 2074926 w 3308032"/>
              <a:gd name="connsiteY120" fmla="*/ 563785 h 1458087"/>
              <a:gd name="connsiteX121" fmla="*/ 2161604 w 3308032"/>
              <a:gd name="connsiteY121" fmla="*/ 581692 h 1458087"/>
              <a:gd name="connsiteX122" fmla="*/ 2267617 w 3308032"/>
              <a:gd name="connsiteY122" fmla="*/ 547878 h 1458087"/>
              <a:gd name="connsiteX123" fmla="*/ 2717292 w 3308032"/>
              <a:gd name="connsiteY123" fmla="*/ 237554 h 1458087"/>
              <a:gd name="connsiteX124" fmla="*/ 2769584 w 3308032"/>
              <a:gd name="connsiteY124" fmla="*/ 378905 h 1458087"/>
              <a:gd name="connsiteX125" fmla="*/ 2714530 w 3308032"/>
              <a:gd name="connsiteY125" fmla="*/ 524542 h 1458087"/>
              <a:gd name="connsiteX126" fmla="*/ 2569083 w 3308032"/>
              <a:gd name="connsiteY126" fmla="*/ 581692 h 1458087"/>
              <a:gd name="connsiteX127" fmla="*/ 2424875 w 3308032"/>
              <a:gd name="connsiteY127" fmla="*/ 528447 h 1458087"/>
              <a:gd name="connsiteX128" fmla="*/ 2371439 w 3308032"/>
              <a:gd name="connsiteY128" fmla="*/ 385191 h 1458087"/>
              <a:gd name="connsiteX129" fmla="*/ 2428018 w 3308032"/>
              <a:gd name="connsiteY129" fmla="*/ 238411 h 1458087"/>
              <a:gd name="connsiteX130" fmla="*/ 2574227 w 3308032"/>
              <a:gd name="connsiteY130" fmla="*/ 182785 h 1458087"/>
              <a:gd name="connsiteX131" fmla="*/ 2717292 w 3308032"/>
              <a:gd name="connsiteY131" fmla="*/ 237458 h 1458087"/>
              <a:gd name="connsiteX132" fmla="*/ 2678430 w 3308032"/>
              <a:gd name="connsiteY132" fmla="*/ 381191 h 1458087"/>
              <a:gd name="connsiteX133" fmla="*/ 2650522 w 3308032"/>
              <a:gd name="connsiteY133" fmla="*/ 289655 h 1458087"/>
              <a:gd name="connsiteX134" fmla="*/ 2572036 w 3308032"/>
              <a:gd name="connsiteY134" fmla="*/ 255079 h 1458087"/>
              <a:gd name="connsiteX135" fmla="*/ 2492216 w 3308032"/>
              <a:gd name="connsiteY135" fmla="*/ 290798 h 1458087"/>
              <a:gd name="connsiteX136" fmla="*/ 2462308 w 3308032"/>
              <a:gd name="connsiteY136" fmla="*/ 383477 h 1458087"/>
              <a:gd name="connsiteX137" fmla="*/ 2491931 w 3308032"/>
              <a:gd name="connsiteY137" fmla="*/ 476155 h 1458087"/>
              <a:gd name="connsiteX138" fmla="*/ 2572512 w 3308032"/>
              <a:gd name="connsiteY138" fmla="*/ 509969 h 1458087"/>
              <a:gd name="connsiteX139" fmla="*/ 2650808 w 3308032"/>
              <a:gd name="connsiteY139" fmla="*/ 475012 h 1458087"/>
              <a:gd name="connsiteX140" fmla="*/ 2678525 w 3308032"/>
              <a:gd name="connsiteY140" fmla="*/ 381286 h 1458087"/>
              <a:gd name="connsiteX141" fmla="*/ 3280410 w 3308032"/>
              <a:gd name="connsiteY141" fmla="*/ 494729 h 1458087"/>
              <a:gd name="connsiteX142" fmla="*/ 3257360 w 3308032"/>
              <a:gd name="connsiteY142" fmla="*/ 507397 h 1458087"/>
              <a:gd name="connsiteX143" fmla="*/ 3236500 w 3308032"/>
              <a:gd name="connsiteY143" fmla="*/ 511112 h 1458087"/>
              <a:gd name="connsiteX144" fmla="*/ 3205258 w 3308032"/>
              <a:gd name="connsiteY144" fmla="*/ 497872 h 1458087"/>
              <a:gd name="connsiteX145" fmla="*/ 3194114 w 3308032"/>
              <a:gd name="connsiteY145" fmla="*/ 456724 h 1458087"/>
              <a:gd name="connsiteX146" fmla="*/ 3194114 w 3308032"/>
              <a:gd name="connsiteY146" fmla="*/ 260985 h 1458087"/>
              <a:gd name="connsiteX147" fmla="*/ 3291269 w 3308032"/>
              <a:gd name="connsiteY147" fmla="*/ 260985 h 1458087"/>
              <a:gd name="connsiteX148" fmla="*/ 3291269 w 3308032"/>
              <a:gd name="connsiteY148" fmla="*/ 191738 h 1458087"/>
              <a:gd name="connsiteX149" fmla="*/ 3194114 w 3308032"/>
              <a:gd name="connsiteY149" fmla="*/ 191738 h 1458087"/>
              <a:gd name="connsiteX150" fmla="*/ 3194114 w 3308032"/>
              <a:gd name="connsiteY150" fmla="*/ 82677 h 1458087"/>
              <a:gd name="connsiteX151" fmla="*/ 3105150 w 3308032"/>
              <a:gd name="connsiteY151" fmla="*/ 98298 h 1458087"/>
              <a:gd name="connsiteX152" fmla="*/ 3105150 w 3308032"/>
              <a:gd name="connsiteY152" fmla="*/ 191643 h 1458087"/>
              <a:gd name="connsiteX153" fmla="*/ 2957227 w 3308032"/>
              <a:gd name="connsiteY153" fmla="*/ 191643 h 1458087"/>
              <a:gd name="connsiteX154" fmla="*/ 2957227 w 3308032"/>
              <a:gd name="connsiteY154" fmla="*/ 130969 h 1458087"/>
              <a:gd name="connsiteX155" fmla="*/ 2970086 w 3308032"/>
              <a:gd name="connsiteY155" fmla="*/ 86297 h 1458087"/>
              <a:gd name="connsiteX156" fmla="*/ 3006757 w 3308032"/>
              <a:gd name="connsiteY156" fmla="*/ 71438 h 1458087"/>
              <a:gd name="connsiteX157" fmla="*/ 3029236 w 3308032"/>
              <a:gd name="connsiteY157" fmla="*/ 74962 h 1458087"/>
              <a:gd name="connsiteX158" fmla="*/ 3049143 w 3308032"/>
              <a:gd name="connsiteY158" fmla="*/ 84868 h 1458087"/>
              <a:gd name="connsiteX159" fmla="*/ 3085624 w 3308032"/>
              <a:gd name="connsiteY159" fmla="*/ 20479 h 1458087"/>
              <a:gd name="connsiteX160" fmla="*/ 3045429 w 3308032"/>
              <a:gd name="connsiteY160" fmla="*/ 5048 h 1458087"/>
              <a:gd name="connsiteX161" fmla="*/ 3003042 w 3308032"/>
              <a:gd name="connsiteY161" fmla="*/ 0 h 1458087"/>
              <a:gd name="connsiteX162" fmla="*/ 2903887 w 3308032"/>
              <a:gd name="connsiteY162" fmla="*/ 34957 h 1458087"/>
              <a:gd name="connsiteX163" fmla="*/ 2868740 w 3308032"/>
              <a:gd name="connsiteY163" fmla="*/ 130207 h 1458087"/>
              <a:gd name="connsiteX164" fmla="*/ 2868740 w 3308032"/>
              <a:gd name="connsiteY164" fmla="*/ 191643 h 1458087"/>
              <a:gd name="connsiteX165" fmla="*/ 2803970 w 3308032"/>
              <a:gd name="connsiteY165" fmla="*/ 191643 h 1458087"/>
              <a:gd name="connsiteX166" fmla="*/ 2803970 w 3308032"/>
              <a:gd name="connsiteY166" fmla="*/ 260890 h 1458087"/>
              <a:gd name="connsiteX167" fmla="*/ 2868740 w 3308032"/>
              <a:gd name="connsiteY167" fmla="*/ 260890 h 1458087"/>
              <a:gd name="connsiteX168" fmla="*/ 2868740 w 3308032"/>
              <a:gd name="connsiteY168" fmla="*/ 572643 h 1458087"/>
              <a:gd name="connsiteX169" fmla="*/ 2957322 w 3308032"/>
              <a:gd name="connsiteY169" fmla="*/ 572643 h 1458087"/>
              <a:gd name="connsiteX170" fmla="*/ 2957322 w 3308032"/>
              <a:gd name="connsiteY170" fmla="*/ 260890 h 1458087"/>
              <a:gd name="connsiteX171" fmla="*/ 3105246 w 3308032"/>
              <a:gd name="connsiteY171" fmla="*/ 260890 h 1458087"/>
              <a:gd name="connsiteX172" fmla="*/ 3105246 w 3308032"/>
              <a:gd name="connsiteY172" fmla="*/ 469297 h 1458087"/>
              <a:gd name="connsiteX173" fmla="*/ 3133535 w 3308032"/>
              <a:gd name="connsiteY173" fmla="*/ 553022 h 1458087"/>
              <a:gd name="connsiteX174" fmla="*/ 3218021 w 3308032"/>
              <a:gd name="connsiteY174" fmla="*/ 581692 h 1458087"/>
              <a:gd name="connsiteX175" fmla="*/ 3269171 w 3308032"/>
              <a:gd name="connsiteY175" fmla="*/ 574453 h 1458087"/>
              <a:gd name="connsiteX176" fmla="*/ 3308033 w 3308032"/>
              <a:gd name="connsiteY176" fmla="*/ 554926 h 1458087"/>
              <a:gd name="connsiteX177" fmla="*/ 3280505 w 3308032"/>
              <a:gd name="connsiteY177" fmla="*/ 494633 h 1458087"/>
              <a:gd name="connsiteX178" fmla="*/ 301181 w 3308032"/>
              <a:gd name="connsiteY178" fmla="*/ 915543 h 1458087"/>
              <a:gd name="connsiteX179" fmla="*/ 497300 w 3308032"/>
              <a:gd name="connsiteY179" fmla="*/ 1449134 h 1458087"/>
              <a:gd name="connsiteX180" fmla="*/ 399860 w 3308032"/>
              <a:gd name="connsiteY180" fmla="*/ 1449134 h 1458087"/>
              <a:gd name="connsiteX181" fmla="*/ 354139 w 3308032"/>
              <a:gd name="connsiteY181" fmla="*/ 1324166 h 1458087"/>
              <a:gd name="connsiteX182" fmla="*/ 140970 w 3308032"/>
              <a:gd name="connsiteY182" fmla="*/ 1324166 h 1458087"/>
              <a:gd name="connsiteX183" fmla="*/ 97441 w 3308032"/>
              <a:gd name="connsiteY183" fmla="*/ 1449134 h 1458087"/>
              <a:gd name="connsiteX184" fmla="*/ 0 w 3308032"/>
              <a:gd name="connsiteY184" fmla="*/ 1449134 h 1458087"/>
              <a:gd name="connsiteX185" fmla="*/ 197930 w 3308032"/>
              <a:gd name="connsiteY185" fmla="*/ 915543 h 1458087"/>
              <a:gd name="connsiteX186" fmla="*/ 301371 w 3308032"/>
              <a:gd name="connsiteY186" fmla="*/ 915543 h 1458087"/>
              <a:gd name="connsiteX187" fmla="*/ 329851 w 3308032"/>
              <a:gd name="connsiteY187" fmla="*/ 1247108 h 1458087"/>
              <a:gd name="connsiteX188" fmla="*/ 257651 w 3308032"/>
              <a:gd name="connsiteY188" fmla="*/ 1037654 h 1458087"/>
              <a:gd name="connsiteX189" fmla="*/ 252984 w 3308032"/>
              <a:gd name="connsiteY189" fmla="*/ 1022795 h 1458087"/>
              <a:gd name="connsiteX190" fmla="*/ 248317 w 3308032"/>
              <a:gd name="connsiteY190" fmla="*/ 1006412 h 1458087"/>
              <a:gd name="connsiteX191" fmla="*/ 246126 w 3308032"/>
              <a:gd name="connsiteY191" fmla="*/ 1006412 h 1458087"/>
              <a:gd name="connsiteX192" fmla="*/ 241459 w 3308032"/>
              <a:gd name="connsiteY192" fmla="*/ 1022223 h 1458087"/>
              <a:gd name="connsiteX193" fmla="*/ 236411 w 3308032"/>
              <a:gd name="connsiteY193" fmla="*/ 1037654 h 1458087"/>
              <a:gd name="connsiteX194" fmla="*/ 164973 w 3308032"/>
              <a:gd name="connsiteY194" fmla="*/ 1247108 h 1458087"/>
              <a:gd name="connsiteX195" fmla="*/ 329756 w 3308032"/>
              <a:gd name="connsiteY195" fmla="*/ 1247108 h 1458087"/>
              <a:gd name="connsiteX196" fmla="*/ 557403 w 3308032"/>
              <a:gd name="connsiteY196" fmla="*/ 1449134 h 1458087"/>
              <a:gd name="connsiteX197" fmla="*/ 648557 w 3308032"/>
              <a:gd name="connsiteY197" fmla="*/ 1449134 h 1458087"/>
              <a:gd name="connsiteX198" fmla="*/ 648557 w 3308032"/>
              <a:gd name="connsiteY198" fmla="*/ 915543 h 1458087"/>
              <a:gd name="connsiteX199" fmla="*/ 557403 w 3308032"/>
              <a:gd name="connsiteY199" fmla="*/ 915543 h 1458087"/>
              <a:gd name="connsiteX200" fmla="*/ 557403 w 3308032"/>
              <a:gd name="connsiteY200" fmla="*/ 1449134 h 1458087"/>
              <a:gd name="connsiteX201" fmla="*/ 1271778 w 3308032"/>
              <a:gd name="connsiteY201" fmla="*/ 915543 h 1458087"/>
              <a:gd name="connsiteX202" fmla="*/ 883730 w 3308032"/>
              <a:gd name="connsiteY202" fmla="*/ 915543 h 1458087"/>
              <a:gd name="connsiteX203" fmla="*/ 883730 w 3308032"/>
              <a:gd name="connsiteY203" fmla="*/ 992600 h 1458087"/>
              <a:gd name="connsiteX204" fmla="*/ 1031843 w 3308032"/>
              <a:gd name="connsiteY204" fmla="*/ 992600 h 1458087"/>
              <a:gd name="connsiteX205" fmla="*/ 1031843 w 3308032"/>
              <a:gd name="connsiteY205" fmla="*/ 1449134 h 1458087"/>
              <a:gd name="connsiteX206" fmla="*/ 1122998 w 3308032"/>
              <a:gd name="connsiteY206" fmla="*/ 1449134 h 1458087"/>
              <a:gd name="connsiteX207" fmla="*/ 1122998 w 3308032"/>
              <a:gd name="connsiteY207" fmla="*/ 992600 h 1458087"/>
              <a:gd name="connsiteX208" fmla="*/ 1271778 w 3308032"/>
              <a:gd name="connsiteY208" fmla="*/ 992600 h 1458087"/>
              <a:gd name="connsiteX209" fmla="*/ 1271778 w 3308032"/>
              <a:gd name="connsiteY209" fmla="*/ 915543 h 1458087"/>
              <a:gd name="connsiteX210" fmla="*/ 1581340 w 3308032"/>
              <a:gd name="connsiteY210" fmla="*/ 1113854 h 1458087"/>
              <a:gd name="connsiteX211" fmla="*/ 1633633 w 3308032"/>
              <a:gd name="connsiteY211" fmla="*/ 1255205 h 1458087"/>
              <a:gd name="connsiteX212" fmla="*/ 1578578 w 3308032"/>
              <a:gd name="connsiteY212" fmla="*/ 1400842 h 1458087"/>
              <a:gd name="connsiteX213" fmla="*/ 1433132 w 3308032"/>
              <a:gd name="connsiteY213" fmla="*/ 1457992 h 1458087"/>
              <a:gd name="connsiteX214" fmla="*/ 1288923 w 3308032"/>
              <a:gd name="connsiteY214" fmla="*/ 1404747 h 1458087"/>
              <a:gd name="connsiteX215" fmla="*/ 1235488 w 3308032"/>
              <a:gd name="connsiteY215" fmla="*/ 1261491 h 1458087"/>
              <a:gd name="connsiteX216" fmla="*/ 1292066 w 3308032"/>
              <a:gd name="connsiteY216" fmla="*/ 1114711 h 1458087"/>
              <a:gd name="connsiteX217" fmla="*/ 1438275 w 3308032"/>
              <a:gd name="connsiteY217" fmla="*/ 1059085 h 1458087"/>
              <a:gd name="connsiteX218" fmla="*/ 1581340 w 3308032"/>
              <a:gd name="connsiteY218" fmla="*/ 1113758 h 1458087"/>
              <a:gd name="connsiteX219" fmla="*/ 1542479 w 3308032"/>
              <a:gd name="connsiteY219" fmla="*/ 1257491 h 1458087"/>
              <a:gd name="connsiteX220" fmla="*/ 1514570 w 3308032"/>
              <a:gd name="connsiteY220" fmla="*/ 1165955 h 1458087"/>
              <a:gd name="connsiteX221" fmla="*/ 1436084 w 3308032"/>
              <a:gd name="connsiteY221" fmla="*/ 1131380 h 1458087"/>
              <a:gd name="connsiteX222" fmla="*/ 1356265 w 3308032"/>
              <a:gd name="connsiteY222" fmla="*/ 1167098 h 1458087"/>
              <a:gd name="connsiteX223" fmla="*/ 1326356 w 3308032"/>
              <a:gd name="connsiteY223" fmla="*/ 1259777 h 1458087"/>
              <a:gd name="connsiteX224" fmla="*/ 1355979 w 3308032"/>
              <a:gd name="connsiteY224" fmla="*/ 1352455 h 1458087"/>
              <a:gd name="connsiteX225" fmla="*/ 1436561 w 3308032"/>
              <a:gd name="connsiteY225" fmla="*/ 1386269 h 1458087"/>
              <a:gd name="connsiteX226" fmla="*/ 1514856 w 3308032"/>
              <a:gd name="connsiteY226" fmla="*/ 1351312 h 1458087"/>
              <a:gd name="connsiteX227" fmla="*/ 1542574 w 3308032"/>
              <a:gd name="connsiteY227" fmla="*/ 1257586 h 1458087"/>
              <a:gd name="connsiteX228" fmla="*/ 1951577 w 3308032"/>
              <a:gd name="connsiteY228" fmla="*/ 1285399 h 1458087"/>
              <a:gd name="connsiteX229" fmla="*/ 1926622 w 3308032"/>
              <a:gd name="connsiteY229" fmla="*/ 1357598 h 1458087"/>
              <a:gd name="connsiteX230" fmla="*/ 1862233 w 3308032"/>
              <a:gd name="connsiteY230" fmla="*/ 1386269 h 1458087"/>
              <a:gd name="connsiteX231" fmla="*/ 1805273 w 3308032"/>
              <a:gd name="connsiteY231" fmla="*/ 1362266 h 1458087"/>
              <a:gd name="connsiteX232" fmla="*/ 1787081 w 3308032"/>
              <a:gd name="connsiteY232" fmla="*/ 1290638 h 1458087"/>
              <a:gd name="connsiteX233" fmla="*/ 1787081 w 3308032"/>
              <a:gd name="connsiteY233" fmla="*/ 1068134 h 1458087"/>
              <a:gd name="connsiteX234" fmla="*/ 1698498 w 3308032"/>
              <a:gd name="connsiteY234" fmla="*/ 1068134 h 1458087"/>
              <a:gd name="connsiteX235" fmla="*/ 1698498 w 3308032"/>
              <a:gd name="connsiteY235" fmla="*/ 1302544 h 1458087"/>
              <a:gd name="connsiteX236" fmla="*/ 1732502 w 3308032"/>
              <a:gd name="connsiteY236" fmla="*/ 1418463 h 1458087"/>
              <a:gd name="connsiteX237" fmla="*/ 1833563 w 3308032"/>
              <a:gd name="connsiteY237" fmla="*/ 1458087 h 1458087"/>
              <a:gd name="connsiteX238" fmla="*/ 1899571 w 3308032"/>
              <a:gd name="connsiteY238" fmla="*/ 1441514 h 1458087"/>
              <a:gd name="connsiteX239" fmla="*/ 1949577 w 3308032"/>
              <a:gd name="connsiteY239" fmla="*/ 1397413 h 1458087"/>
              <a:gd name="connsiteX240" fmla="*/ 1951482 w 3308032"/>
              <a:gd name="connsiteY240" fmla="*/ 1397413 h 1458087"/>
              <a:gd name="connsiteX241" fmla="*/ 1951482 w 3308032"/>
              <a:gd name="connsiteY241" fmla="*/ 1449134 h 1458087"/>
              <a:gd name="connsiteX242" fmla="*/ 2040446 w 3308032"/>
              <a:gd name="connsiteY242" fmla="*/ 1449134 h 1458087"/>
              <a:gd name="connsiteX243" fmla="*/ 2040446 w 3308032"/>
              <a:gd name="connsiteY243" fmla="*/ 1068134 h 1458087"/>
              <a:gd name="connsiteX244" fmla="*/ 1951482 w 3308032"/>
              <a:gd name="connsiteY244" fmla="*/ 1068134 h 1458087"/>
              <a:gd name="connsiteX245" fmla="*/ 1951482 w 3308032"/>
              <a:gd name="connsiteY245" fmla="*/ 1285399 h 1458087"/>
              <a:gd name="connsiteX246" fmla="*/ 2326767 w 3308032"/>
              <a:gd name="connsiteY246" fmla="*/ 1061466 h 1458087"/>
              <a:gd name="connsiteX247" fmla="*/ 2266474 w 3308032"/>
              <a:gd name="connsiteY247" fmla="*/ 1080992 h 1458087"/>
              <a:gd name="connsiteX248" fmla="*/ 2227040 w 3308032"/>
              <a:gd name="connsiteY248" fmla="*/ 1136999 h 1458087"/>
              <a:gd name="connsiteX249" fmla="*/ 2225516 w 3308032"/>
              <a:gd name="connsiteY249" fmla="*/ 1136999 h 1458087"/>
              <a:gd name="connsiteX250" fmla="*/ 2225516 w 3308032"/>
              <a:gd name="connsiteY250" fmla="*/ 1068134 h 1458087"/>
              <a:gd name="connsiteX251" fmla="*/ 2136553 w 3308032"/>
              <a:gd name="connsiteY251" fmla="*/ 1068134 h 1458087"/>
              <a:gd name="connsiteX252" fmla="*/ 2136553 w 3308032"/>
              <a:gd name="connsiteY252" fmla="*/ 1449134 h 1458087"/>
              <a:gd name="connsiteX253" fmla="*/ 2225516 w 3308032"/>
              <a:gd name="connsiteY253" fmla="*/ 1449134 h 1458087"/>
              <a:gd name="connsiteX254" fmla="*/ 2225516 w 3308032"/>
              <a:gd name="connsiteY254" fmla="*/ 1260824 h 1458087"/>
              <a:gd name="connsiteX255" fmla="*/ 2249138 w 3308032"/>
              <a:gd name="connsiteY255" fmla="*/ 1172623 h 1458087"/>
              <a:gd name="connsiteX256" fmla="*/ 2311051 w 3308032"/>
              <a:gd name="connsiteY256" fmla="*/ 1139095 h 1458087"/>
              <a:gd name="connsiteX257" fmla="*/ 2334292 w 3308032"/>
              <a:gd name="connsiteY257" fmla="*/ 1141476 h 1458087"/>
              <a:gd name="connsiteX258" fmla="*/ 2356104 w 3308032"/>
              <a:gd name="connsiteY258" fmla="*/ 1147953 h 1458087"/>
              <a:gd name="connsiteX259" fmla="*/ 2379917 w 3308032"/>
              <a:gd name="connsiteY259" fmla="*/ 1072039 h 1458087"/>
              <a:gd name="connsiteX260" fmla="*/ 2353532 w 3308032"/>
              <a:gd name="connsiteY260" fmla="*/ 1063466 h 1458087"/>
              <a:gd name="connsiteX261" fmla="*/ 2326767 w 3308032"/>
              <a:gd name="connsiteY261" fmla="*/ 1061276 h 145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Lst>
            <a:rect l="l" t="t" r="r" b="b"/>
            <a:pathLst>
              <a:path w="3308032" h="1458087">
                <a:moveTo>
                  <a:pt x="542449" y="193453"/>
                </a:moveTo>
                <a:cubicBezTo>
                  <a:pt x="542830" y="180404"/>
                  <a:pt x="543116" y="165640"/>
                  <a:pt x="543401" y="148971"/>
                </a:cubicBezTo>
                <a:lnTo>
                  <a:pt x="541211" y="148971"/>
                </a:lnTo>
                <a:cubicBezTo>
                  <a:pt x="539020" y="156400"/>
                  <a:pt x="536829" y="162877"/>
                  <a:pt x="534924" y="168497"/>
                </a:cubicBezTo>
                <a:cubicBezTo>
                  <a:pt x="532924" y="174117"/>
                  <a:pt x="530733" y="180023"/>
                  <a:pt x="528257" y="186214"/>
                </a:cubicBezTo>
                <a:lnTo>
                  <a:pt x="374618" y="572834"/>
                </a:lnTo>
                <a:lnTo>
                  <a:pt x="310229" y="572834"/>
                </a:lnTo>
                <a:lnTo>
                  <a:pt x="155448" y="189643"/>
                </a:lnTo>
                <a:cubicBezTo>
                  <a:pt x="153448" y="183928"/>
                  <a:pt x="151447" y="178213"/>
                  <a:pt x="149352" y="172307"/>
                </a:cubicBezTo>
                <a:cubicBezTo>
                  <a:pt x="147257" y="166497"/>
                  <a:pt x="144589" y="158687"/>
                  <a:pt x="141351" y="149066"/>
                </a:cubicBezTo>
                <a:lnTo>
                  <a:pt x="139160" y="149066"/>
                </a:lnTo>
                <a:cubicBezTo>
                  <a:pt x="139637" y="164497"/>
                  <a:pt x="140018" y="180023"/>
                  <a:pt x="140303" y="195739"/>
                </a:cubicBezTo>
                <a:cubicBezTo>
                  <a:pt x="140589" y="211455"/>
                  <a:pt x="140684" y="228410"/>
                  <a:pt x="140684" y="246507"/>
                </a:cubicBezTo>
                <a:lnTo>
                  <a:pt x="140684" y="572834"/>
                </a:lnTo>
                <a:lnTo>
                  <a:pt x="55817" y="572834"/>
                </a:lnTo>
                <a:lnTo>
                  <a:pt x="55817" y="39243"/>
                </a:lnTo>
                <a:lnTo>
                  <a:pt x="185642" y="39243"/>
                </a:lnTo>
                <a:lnTo>
                  <a:pt x="322231" y="383381"/>
                </a:lnTo>
                <a:cubicBezTo>
                  <a:pt x="327470" y="396050"/>
                  <a:pt x="331565" y="406813"/>
                  <a:pt x="334709" y="415576"/>
                </a:cubicBezTo>
                <a:cubicBezTo>
                  <a:pt x="337852" y="424339"/>
                  <a:pt x="340805" y="434150"/>
                  <a:pt x="343853" y="444817"/>
                </a:cubicBezTo>
                <a:lnTo>
                  <a:pt x="346043" y="444817"/>
                </a:lnTo>
                <a:cubicBezTo>
                  <a:pt x="350520" y="432911"/>
                  <a:pt x="354520" y="422148"/>
                  <a:pt x="358140" y="412433"/>
                </a:cubicBezTo>
                <a:cubicBezTo>
                  <a:pt x="361760" y="402717"/>
                  <a:pt x="365474" y="392716"/>
                  <a:pt x="369475" y="382334"/>
                </a:cubicBezTo>
                <a:lnTo>
                  <a:pt x="507873" y="39243"/>
                </a:lnTo>
                <a:lnTo>
                  <a:pt x="632555" y="39243"/>
                </a:lnTo>
                <a:lnTo>
                  <a:pt x="632555" y="572834"/>
                </a:lnTo>
                <a:lnTo>
                  <a:pt x="542163" y="572834"/>
                </a:lnTo>
                <a:lnTo>
                  <a:pt x="542163" y="234220"/>
                </a:lnTo>
                <a:cubicBezTo>
                  <a:pt x="542163" y="220123"/>
                  <a:pt x="542354" y="206502"/>
                  <a:pt x="542735" y="193453"/>
                </a:cubicBezTo>
                <a:close/>
                <a:moveTo>
                  <a:pt x="768001" y="14383"/>
                </a:moveTo>
                <a:cubicBezTo>
                  <a:pt x="751904" y="14383"/>
                  <a:pt x="738759" y="19431"/>
                  <a:pt x="728567" y="29623"/>
                </a:cubicBezTo>
                <a:cubicBezTo>
                  <a:pt x="718376" y="39815"/>
                  <a:pt x="713327" y="52292"/>
                  <a:pt x="713327" y="67247"/>
                </a:cubicBezTo>
                <a:cubicBezTo>
                  <a:pt x="713327" y="82201"/>
                  <a:pt x="718376" y="94488"/>
                  <a:pt x="728567" y="104966"/>
                </a:cubicBezTo>
                <a:cubicBezTo>
                  <a:pt x="738759" y="115538"/>
                  <a:pt x="751904" y="120777"/>
                  <a:pt x="768001" y="120777"/>
                </a:cubicBezTo>
                <a:cubicBezTo>
                  <a:pt x="784098" y="120777"/>
                  <a:pt x="798005" y="115729"/>
                  <a:pt x="808196" y="105537"/>
                </a:cubicBezTo>
                <a:cubicBezTo>
                  <a:pt x="818388" y="95345"/>
                  <a:pt x="823436" y="82677"/>
                  <a:pt x="823436" y="67627"/>
                </a:cubicBezTo>
                <a:cubicBezTo>
                  <a:pt x="823436" y="52578"/>
                  <a:pt x="818388" y="39815"/>
                  <a:pt x="808196" y="29718"/>
                </a:cubicBezTo>
                <a:cubicBezTo>
                  <a:pt x="798005" y="19526"/>
                  <a:pt x="784669" y="14478"/>
                  <a:pt x="768001" y="14478"/>
                </a:cubicBezTo>
                <a:close/>
                <a:moveTo>
                  <a:pt x="723329" y="572834"/>
                </a:moveTo>
                <a:lnTo>
                  <a:pt x="812292" y="572834"/>
                </a:lnTo>
                <a:lnTo>
                  <a:pt x="812292" y="191834"/>
                </a:lnTo>
                <a:lnTo>
                  <a:pt x="723329" y="191834"/>
                </a:lnTo>
                <a:lnTo>
                  <a:pt x="723329" y="572834"/>
                </a:lnTo>
                <a:close/>
                <a:moveTo>
                  <a:pt x="1079278" y="581787"/>
                </a:moveTo>
                <a:cubicBezTo>
                  <a:pt x="1112234" y="581787"/>
                  <a:pt x="1142238" y="575120"/>
                  <a:pt x="1169099" y="561689"/>
                </a:cubicBezTo>
                <a:cubicBezTo>
                  <a:pt x="1195959" y="548259"/>
                  <a:pt x="1217867" y="527876"/>
                  <a:pt x="1234726" y="500253"/>
                </a:cubicBezTo>
                <a:lnTo>
                  <a:pt x="1165860" y="461582"/>
                </a:lnTo>
                <a:cubicBezTo>
                  <a:pt x="1154716" y="478250"/>
                  <a:pt x="1142048" y="490061"/>
                  <a:pt x="1127951" y="497110"/>
                </a:cubicBezTo>
                <a:cubicBezTo>
                  <a:pt x="1113854" y="504158"/>
                  <a:pt x="1098328" y="507683"/>
                  <a:pt x="1081469" y="507683"/>
                </a:cubicBezTo>
                <a:cubicBezTo>
                  <a:pt x="1049179" y="507683"/>
                  <a:pt x="1023461" y="496919"/>
                  <a:pt x="1004126" y="475298"/>
                </a:cubicBezTo>
                <a:cubicBezTo>
                  <a:pt x="984790" y="453676"/>
                  <a:pt x="975074" y="423005"/>
                  <a:pt x="975074" y="383000"/>
                </a:cubicBezTo>
                <a:cubicBezTo>
                  <a:pt x="975074" y="342995"/>
                  <a:pt x="984885" y="311087"/>
                  <a:pt x="1004506" y="288512"/>
                </a:cubicBezTo>
                <a:cubicBezTo>
                  <a:pt x="1024128" y="265938"/>
                  <a:pt x="1048988" y="254699"/>
                  <a:pt x="1079278" y="254699"/>
                </a:cubicBezTo>
                <a:cubicBezTo>
                  <a:pt x="1096613" y="254699"/>
                  <a:pt x="1112044" y="258318"/>
                  <a:pt x="1125379" y="265462"/>
                </a:cubicBezTo>
                <a:cubicBezTo>
                  <a:pt x="1138809" y="272701"/>
                  <a:pt x="1151192" y="284798"/>
                  <a:pt x="1162622" y="301943"/>
                </a:cubicBezTo>
                <a:lnTo>
                  <a:pt x="1232535" y="267367"/>
                </a:lnTo>
                <a:cubicBezTo>
                  <a:pt x="1219105" y="239554"/>
                  <a:pt x="1199102" y="218599"/>
                  <a:pt x="1172432" y="204311"/>
                </a:cubicBezTo>
                <a:cubicBezTo>
                  <a:pt x="1145762" y="190024"/>
                  <a:pt x="1115663" y="182880"/>
                  <a:pt x="1082231" y="182880"/>
                </a:cubicBezTo>
                <a:cubicBezTo>
                  <a:pt x="1023652" y="182880"/>
                  <a:pt x="976027" y="201263"/>
                  <a:pt x="939356" y="238125"/>
                </a:cubicBezTo>
                <a:cubicBezTo>
                  <a:pt x="902589" y="274987"/>
                  <a:pt x="884301" y="325279"/>
                  <a:pt x="884301" y="389001"/>
                </a:cubicBezTo>
                <a:cubicBezTo>
                  <a:pt x="884301" y="447008"/>
                  <a:pt x="901541" y="493681"/>
                  <a:pt x="936022" y="528923"/>
                </a:cubicBezTo>
                <a:cubicBezTo>
                  <a:pt x="970502" y="564166"/>
                  <a:pt x="1018223" y="581787"/>
                  <a:pt x="1079278" y="581787"/>
                </a:cubicBezTo>
                <a:close/>
                <a:moveTo>
                  <a:pt x="1393031" y="384524"/>
                </a:moveTo>
                <a:cubicBezTo>
                  <a:pt x="1393031" y="348044"/>
                  <a:pt x="1400937" y="318707"/>
                  <a:pt x="1416653" y="296323"/>
                </a:cubicBezTo>
                <a:cubicBezTo>
                  <a:pt x="1432370" y="274034"/>
                  <a:pt x="1453039" y="262795"/>
                  <a:pt x="1478566" y="262795"/>
                </a:cubicBezTo>
                <a:cubicBezTo>
                  <a:pt x="1486757" y="262795"/>
                  <a:pt x="1494473" y="263557"/>
                  <a:pt x="1501807" y="265176"/>
                </a:cubicBezTo>
                <a:cubicBezTo>
                  <a:pt x="1509141" y="266795"/>
                  <a:pt x="1516380" y="268986"/>
                  <a:pt x="1523619" y="271653"/>
                </a:cubicBezTo>
                <a:lnTo>
                  <a:pt x="1547432" y="195739"/>
                </a:lnTo>
                <a:cubicBezTo>
                  <a:pt x="1538002" y="191548"/>
                  <a:pt x="1529239" y="188690"/>
                  <a:pt x="1521047" y="187166"/>
                </a:cubicBezTo>
                <a:cubicBezTo>
                  <a:pt x="1512856" y="185642"/>
                  <a:pt x="1503902" y="184975"/>
                  <a:pt x="1494282" y="184975"/>
                </a:cubicBezTo>
                <a:cubicBezTo>
                  <a:pt x="1471422" y="184975"/>
                  <a:pt x="1451324" y="191452"/>
                  <a:pt x="1433989" y="204502"/>
                </a:cubicBezTo>
                <a:cubicBezTo>
                  <a:pt x="1416653" y="217551"/>
                  <a:pt x="1403509" y="236220"/>
                  <a:pt x="1394555" y="260509"/>
                </a:cubicBezTo>
                <a:lnTo>
                  <a:pt x="1393031" y="260509"/>
                </a:lnTo>
                <a:lnTo>
                  <a:pt x="1393031" y="191643"/>
                </a:lnTo>
                <a:lnTo>
                  <a:pt x="1304068" y="191643"/>
                </a:lnTo>
                <a:lnTo>
                  <a:pt x="1304068" y="572643"/>
                </a:lnTo>
                <a:lnTo>
                  <a:pt x="1393031" y="572643"/>
                </a:lnTo>
                <a:lnTo>
                  <a:pt x="1393031" y="384334"/>
                </a:lnTo>
                <a:close/>
                <a:moveTo>
                  <a:pt x="1621917" y="528542"/>
                </a:moveTo>
                <a:cubicBezTo>
                  <a:pt x="1586294" y="493109"/>
                  <a:pt x="1568482" y="445294"/>
                  <a:pt x="1568482" y="385286"/>
                </a:cubicBezTo>
                <a:cubicBezTo>
                  <a:pt x="1568768" y="324517"/>
                  <a:pt x="1587532" y="275558"/>
                  <a:pt x="1625060" y="238506"/>
                </a:cubicBezTo>
                <a:cubicBezTo>
                  <a:pt x="1662494" y="201454"/>
                  <a:pt x="1711262" y="182880"/>
                  <a:pt x="1771269" y="182880"/>
                </a:cubicBezTo>
                <a:cubicBezTo>
                  <a:pt x="1831277" y="182880"/>
                  <a:pt x="1879473" y="201073"/>
                  <a:pt x="1914335" y="237554"/>
                </a:cubicBezTo>
                <a:cubicBezTo>
                  <a:pt x="1949196" y="274034"/>
                  <a:pt x="1966627" y="321183"/>
                  <a:pt x="1966627" y="378905"/>
                </a:cubicBezTo>
                <a:cubicBezTo>
                  <a:pt x="1966627" y="436626"/>
                  <a:pt x="1948244" y="486537"/>
                  <a:pt x="1911572" y="524542"/>
                </a:cubicBezTo>
                <a:cubicBezTo>
                  <a:pt x="1874901" y="562642"/>
                  <a:pt x="1826324" y="581692"/>
                  <a:pt x="1766126" y="581692"/>
                </a:cubicBezTo>
                <a:cubicBezTo>
                  <a:pt x="1705928" y="581692"/>
                  <a:pt x="1657540" y="563975"/>
                  <a:pt x="1621917" y="528447"/>
                </a:cubicBezTo>
                <a:close/>
                <a:moveTo>
                  <a:pt x="1659350" y="383477"/>
                </a:moveTo>
                <a:cubicBezTo>
                  <a:pt x="1659350" y="422720"/>
                  <a:pt x="1669256" y="453580"/>
                  <a:pt x="1688973" y="476155"/>
                </a:cubicBezTo>
                <a:cubicBezTo>
                  <a:pt x="1708690" y="498729"/>
                  <a:pt x="1735550" y="509969"/>
                  <a:pt x="1769555" y="509969"/>
                </a:cubicBezTo>
                <a:cubicBezTo>
                  <a:pt x="1803559" y="509969"/>
                  <a:pt x="1829372" y="498348"/>
                  <a:pt x="1847850" y="475012"/>
                </a:cubicBezTo>
                <a:cubicBezTo>
                  <a:pt x="1866329" y="451675"/>
                  <a:pt x="1875568" y="420434"/>
                  <a:pt x="1875568" y="381286"/>
                </a:cubicBezTo>
                <a:cubicBezTo>
                  <a:pt x="1875568" y="342138"/>
                  <a:pt x="1866233" y="312801"/>
                  <a:pt x="1847660" y="289750"/>
                </a:cubicBezTo>
                <a:cubicBezTo>
                  <a:pt x="1829086" y="266700"/>
                  <a:pt x="1802892" y="255175"/>
                  <a:pt x="1769174" y="255175"/>
                </a:cubicBezTo>
                <a:cubicBezTo>
                  <a:pt x="1735455" y="255175"/>
                  <a:pt x="1709357" y="267081"/>
                  <a:pt x="1689354" y="290894"/>
                </a:cubicBezTo>
                <a:cubicBezTo>
                  <a:pt x="1669352" y="314706"/>
                  <a:pt x="1659446" y="345567"/>
                  <a:pt x="1659446" y="383572"/>
                </a:cubicBezTo>
                <a:close/>
                <a:moveTo>
                  <a:pt x="2267426" y="547878"/>
                </a:moveTo>
                <a:cubicBezTo>
                  <a:pt x="2294477" y="525304"/>
                  <a:pt x="2308003" y="495681"/>
                  <a:pt x="2308003" y="458915"/>
                </a:cubicBezTo>
                <a:cubicBezTo>
                  <a:pt x="2308003" y="426149"/>
                  <a:pt x="2297621" y="399859"/>
                  <a:pt x="2276761" y="380048"/>
                </a:cubicBezTo>
                <a:cubicBezTo>
                  <a:pt x="2255901" y="360236"/>
                  <a:pt x="2224373" y="346710"/>
                  <a:pt x="2182273" y="339471"/>
                </a:cubicBezTo>
                <a:cubicBezTo>
                  <a:pt x="2155222" y="334232"/>
                  <a:pt x="2136839" y="328232"/>
                  <a:pt x="2127028" y="321278"/>
                </a:cubicBezTo>
                <a:cubicBezTo>
                  <a:pt x="2117217" y="314325"/>
                  <a:pt x="2112359" y="304705"/>
                  <a:pt x="2112359" y="292227"/>
                </a:cubicBezTo>
                <a:cubicBezTo>
                  <a:pt x="2112359" y="279749"/>
                  <a:pt x="2117027" y="269272"/>
                  <a:pt x="2126456" y="261366"/>
                </a:cubicBezTo>
                <a:cubicBezTo>
                  <a:pt x="2135886" y="253460"/>
                  <a:pt x="2149602" y="249460"/>
                  <a:pt x="2167795" y="249460"/>
                </a:cubicBezTo>
                <a:cubicBezTo>
                  <a:pt x="2184654" y="249460"/>
                  <a:pt x="2199227" y="252413"/>
                  <a:pt x="2211515" y="258413"/>
                </a:cubicBezTo>
                <a:cubicBezTo>
                  <a:pt x="2223802" y="264414"/>
                  <a:pt x="2235613" y="273272"/>
                  <a:pt x="2247043" y="285179"/>
                </a:cubicBezTo>
                <a:lnTo>
                  <a:pt x="2298764" y="238316"/>
                </a:lnTo>
                <a:cubicBezTo>
                  <a:pt x="2284381" y="219742"/>
                  <a:pt x="2265902" y="205835"/>
                  <a:pt x="2243328" y="196596"/>
                </a:cubicBezTo>
                <a:cubicBezTo>
                  <a:pt x="2220754" y="187452"/>
                  <a:pt x="2196465" y="182785"/>
                  <a:pt x="2170367" y="182785"/>
                </a:cubicBezTo>
                <a:cubicBezTo>
                  <a:pt x="2129695" y="182785"/>
                  <a:pt x="2095976" y="193358"/>
                  <a:pt x="2069211" y="214598"/>
                </a:cubicBezTo>
                <a:cubicBezTo>
                  <a:pt x="2042446" y="235839"/>
                  <a:pt x="2029015" y="264986"/>
                  <a:pt x="2029015" y="302228"/>
                </a:cubicBezTo>
                <a:cubicBezTo>
                  <a:pt x="2029015" y="331280"/>
                  <a:pt x="2038922" y="355664"/>
                  <a:pt x="2058638" y="375380"/>
                </a:cubicBezTo>
                <a:cubicBezTo>
                  <a:pt x="2078355" y="395097"/>
                  <a:pt x="2113121" y="409289"/>
                  <a:pt x="2163032" y="417957"/>
                </a:cubicBezTo>
                <a:cubicBezTo>
                  <a:pt x="2183321" y="421672"/>
                  <a:pt x="2198656" y="427673"/>
                  <a:pt x="2208943" y="435959"/>
                </a:cubicBezTo>
                <a:cubicBezTo>
                  <a:pt x="2219230" y="444246"/>
                  <a:pt x="2224373" y="454628"/>
                  <a:pt x="2224373" y="467011"/>
                </a:cubicBezTo>
                <a:cubicBezTo>
                  <a:pt x="2224373" y="482155"/>
                  <a:pt x="2218944" y="493871"/>
                  <a:pt x="2207990" y="502158"/>
                </a:cubicBezTo>
                <a:cubicBezTo>
                  <a:pt x="2197037" y="510445"/>
                  <a:pt x="2181797" y="514636"/>
                  <a:pt x="2162271" y="514636"/>
                </a:cubicBezTo>
                <a:cubicBezTo>
                  <a:pt x="2144935" y="514636"/>
                  <a:pt x="2128361" y="510730"/>
                  <a:pt x="2112645" y="502920"/>
                </a:cubicBezTo>
                <a:cubicBezTo>
                  <a:pt x="2096929" y="495109"/>
                  <a:pt x="2082070" y="482060"/>
                  <a:pt x="2068163" y="463677"/>
                </a:cubicBezTo>
                <a:lnTo>
                  <a:pt x="2014633" y="511683"/>
                </a:lnTo>
                <a:cubicBezTo>
                  <a:pt x="2028730" y="534543"/>
                  <a:pt x="2048828" y="551879"/>
                  <a:pt x="2074926" y="563785"/>
                </a:cubicBezTo>
                <a:cubicBezTo>
                  <a:pt x="2101025" y="575691"/>
                  <a:pt x="2129885" y="581692"/>
                  <a:pt x="2161604" y="581692"/>
                </a:cubicBezTo>
                <a:cubicBezTo>
                  <a:pt x="2205228" y="581692"/>
                  <a:pt x="2240566" y="570452"/>
                  <a:pt x="2267617" y="547878"/>
                </a:cubicBezTo>
                <a:close/>
                <a:moveTo>
                  <a:pt x="2717292" y="237554"/>
                </a:moveTo>
                <a:cubicBezTo>
                  <a:pt x="2752154" y="274034"/>
                  <a:pt x="2769584" y="321183"/>
                  <a:pt x="2769584" y="378905"/>
                </a:cubicBezTo>
                <a:cubicBezTo>
                  <a:pt x="2769584" y="436626"/>
                  <a:pt x="2751201" y="486537"/>
                  <a:pt x="2714530" y="524542"/>
                </a:cubicBezTo>
                <a:cubicBezTo>
                  <a:pt x="2677859" y="562642"/>
                  <a:pt x="2629281" y="581692"/>
                  <a:pt x="2569083" y="581692"/>
                </a:cubicBezTo>
                <a:cubicBezTo>
                  <a:pt x="2508885" y="581692"/>
                  <a:pt x="2460498" y="563975"/>
                  <a:pt x="2424875" y="528447"/>
                </a:cubicBezTo>
                <a:cubicBezTo>
                  <a:pt x="2389251" y="493014"/>
                  <a:pt x="2371439" y="445199"/>
                  <a:pt x="2371439" y="385191"/>
                </a:cubicBezTo>
                <a:cubicBezTo>
                  <a:pt x="2371725" y="324422"/>
                  <a:pt x="2390489" y="275463"/>
                  <a:pt x="2428018" y="238411"/>
                </a:cubicBezTo>
                <a:cubicBezTo>
                  <a:pt x="2465451" y="201359"/>
                  <a:pt x="2514219" y="182785"/>
                  <a:pt x="2574227" y="182785"/>
                </a:cubicBezTo>
                <a:cubicBezTo>
                  <a:pt x="2634234" y="182785"/>
                  <a:pt x="2682431" y="200977"/>
                  <a:pt x="2717292" y="237458"/>
                </a:cubicBezTo>
                <a:close/>
                <a:moveTo>
                  <a:pt x="2678430" y="381191"/>
                </a:moveTo>
                <a:cubicBezTo>
                  <a:pt x="2678430" y="343281"/>
                  <a:pt x="2669096" y="312706"/>
                  <a:pt x="2650522" y="289655"/>
                </a:cubicBezTo>
                <a:cubicBezTo>
                  <a:pt x="2631948" y="266605"/>
                  <a:pt x="2605754" y="255079"/>
                  <a:pt x="2572036" y="255079"/>
                </a:cubicBezTo>
                <a:cubicBezTo>
                  <a:pt x="2538317" y="255079"/>
                  <a:pt x="2512219" y="266986"/>
                  <a:pt x="2492216" y="290798"/>
                </a:cubicBezTo>
                <a:cubicBezTo>
                  <a:pt x="2472214" y="314611"/>
                  <a:pt x="2462308" y="345472"/>
                  <a:pt x="2462308" y="383477"/>
                </a:cubicBezTo>
                <a:cubicBezTo>
                  <a:pt x="2462308" y="421481"/>
                  <a:pt x="2472214" y="453580"/>
                  <a:pt x="2491931" y="476155"/>
                </a:cubicBezTo>
                <a:cubicBezTo>
                  <a:pt x="2511647" y="498729"/>
                  <a:pt x="2538508" y="509969"/>
                  <a:pt x="2572512" y="509969"/>
                </a:cubicBezTo>
                <a:cubicBezTo>
                  <a:pt x="2606516" y="509969"/>
                  <a:pt x="2632329" y="498348"/>
                  <a:pt x="2650808" y="475012"/>
                </a:cubicBezTo>
                <a:cubicBezTo>
                  <a:pt x="2669286" y="451675"/>
                  <a:pt x="2678525" y="420434"/>
                  <a:pt x="2678525" y="381286"/>
                </a:cubicBezTo>
                <a:close/>
                <a:moveTo>
                  <a:pt x="3280410" y="494729"/>
                </a:moveTo>
                <a:cubicBezTo>
                  <a:pt x="3272028" y="500634"/>
                  <a:pt x="3264313" y="504920"/>
                  <a:pt x="3257360" y="507397"/>
                </a:cubicBezTo>
                <a:cubicBezTo>
                  <a:pt x="3250406" y="509873"/>
                  <a:pt x="3243453" y="511112"/>
                  <a:pt x="3236500" y="511112"/>
                </a:cubicBezTo>
                <a:cubicBezTo>
                  <a:pt x="3223070" y="511112"/>
                  <a:pt x="3212687" y="506730"/>
                  <a:pt x="3205258" y="497872"/>
                </a:cubicBezTo>
                <a:cubicBezTo>
                  <a:pt x="3197829" y="489109"/>
                  <a:pt x="3194114" y="475393"/>
                  <a:pt x="3194114" y="456724"/>
                </a:cubicBezTo>
                <a:lnTo>
                  <a:pt x="3194114" y="260985"/>
                </a:lnTo>
                <a:lnTo>
                  <a:pt x="3291269" y="260985"/>
                </a:lnTo>
                <a:lnTo>
                  <a:pt x="3291269" y="191738"/>
                </a:lnTo>
                <a:lnTo>
                  <a:pt x="3194114" y="191738"/>
                </a:lnTo>
                <a:lnTo>
                  <a:pt x="3194114" y="82677"/>
                </a:lnTo>
                <a:lnTo>
                  <a:pt x="3105150" y="98298"/>
                </a:lnTo>
                <a:lnTo>
                  <a:pt x="3105150" y="191643"/>
                </a:lnTo>
                <a:lnTo>
                  <a:pt x="2957227" y="191643"/>
                </a:lnTo>
                <a:lnTo>
                  <a:pt x="2957227" y="130969"/>
                </a:lnTo>
                <a:cubicBezTo>
                  <a:pt x="2957227" y="111157"/>
                  <a:pt x="2961513" y="96202"/>
                  <a:pt x="2970086" y="86297"/>
                </a:cubicBezTo>
                <a:cubicBezTo>
                  <a:pt x="2978658" y="76391"/>
                  <a:pt x="2990850" y="71438"/>
                  <a:pt x="3006757" y="71438"/>
                </a:cubicBezTo>
                <a:cubicBezTo>
                  <a:pt x="3014948" y="71438"/>
                  <a:pt x="3022473" y="72581"/>
                  <a:pt x="3029236" y="74962"/>
                </a:cubicBezTo>
                <a:cubicBezTo>
                  <a:pt x="3036094" y="77343"/>
                  <a:pt x="3042666" y="80581"/>
                  <a:pt x="3049143" y="84868"/>
                </a:cubicBezTo>
                <a:lnTo>
                  <a:pt x="3085624" y="20479"/>
                </a:lnTo>
                <a:cubicBezTo>
                  <a:pt x="3072479" y="13525"/>
                  <a:pt x="3059049" y="8382"/>
                  <a:pt x="3045429" y="5048"/>
                </a:cubicBezTo>
                <a:cubicBezTo>
                  <a:pt x="3031808" y="1715"/>
                  <a:pt x="3017615" y="0"/>
                  <a:pt x="3003042" y="0"/>
                </a:cubicBezTo>
                <a:cubicBezTo>
                  <a:pt x="2960370" y="0"/>
                  <a:pt x="2927318" y="11621"/>
                  <a:pt x="2903887" y="34957"/>
                </a:cubicBezTo>
                <a:cubicBezTo>
                  <a:pt x="2880455" y="58293"/>
                  <a:pt x="2868740" y="90011"/>
                  <a:pt x="2868740" y="130207"/>
                </a:cubicBezTo>
                <a:lnTo>
                  <a:pt x="2868740" y="191643"/>
                </a:lnTo>
                <a:lnTo>
                  <a:pt x="2803970" y="191643"/>
                </a:lnTo>
                <a:lnTo>
                  <a:pt x="2803970" y="260890"/>
                </a:lnTo>
                <a:lnTo>
                  <a:pt x="2868740" y="260890"/>
                </a:lnTo>
                <a:lnTo>
                  <a:pt x="2868740" y="572643"/>
                </a:lnTo>
                <a:lnTo>
                  <a:pt x="2957322" y="572643"/>
                </a:lnTo>
                <a:lnTo>
                  <a:pt x="2957322" y="260890"/>
                </a:lnTo>
                <a:lnTo>
                  <a:pt x="3105246" y="260890"/>
                </a:lnTo>
                <a:lnTo>
                  <a:pt x="3105246" y="469297"/>
                </a:lnTo>
                <a:cubicBezTo>
                  <a:pt x="3105246" y="505968"/>
                  <a:pt x="3114675" y="533876"/>
                  <a:pt x="3133535" y="553022"/>
                </a:cubicBezTo>
                <a:cubicBezTo>
                  <a:pt x="3152394" y="572167"/>
                  <a:pt x="3180588" y="581692"/>
                  <a:pt x="3218021" y="581692"/>
                </a:cubicBezTo>
                <a:cubicBezTo>
                  <a:pt x="3236405" y="581692"/>
                  <a:pt x="3253454" y="579311"/>
                  <a:pt x="3269171" y="574453"/>
                </a:cubicBezTo>
                <a:cubicBezTo>
                  <a:pt x="3284887" y="569595"/>
                  <a:pt x="3297841" y="563118"/>
                  <a:pt x="3308033" y="554926"/>
                </a:cubicBezTo>
                <a:lnTo>
                  <a:pt x="3280505" y="494633"/>
                </a:lnTo>
                <a:close/>
                <a:moveTo>
                  <a:pt x="301181" y="915543"/>
                </a:moveTo>
                <a:lnTo>
                  <a:pt x="497300" y="1449134"/>
                </a:lnTo>
                <a:lnTo>
                  <a:pt x="399860" y="1449134"/>
                </a:lnTo>
                <a:lnTo>
                  <a:pt x="354139" y="1324166"/>
                </a:lnTo>
                <a:lnTo>
                  <a:pt x="140970" y="1324166"/>
                </a:lnTo>
                <a:lnTo>
                  <a:pt x="97441" y="1449134"/>
                </a:lnTo>
                <a:lnTo>
                  <a:pt x="0" y="1449134"/>
                </a:lnTo>
                <a:lnTo>
                  <a:pt x="197930" y="915543"/>
                </a:lnTo>
                <a:lnTo>
                  <a:pt x="301371" y="915543"/>
                </a:lnTo>
                <a:close/>
                <a:moveTo>
                  <a:pt x="329851" y="1247108"/>
                </a:moveTo>
                <a:lnTo>
                  <a:pt x="257651" y="1037654"/>
                </a:lnTo>
                <a:cubicBezTo>
                  <a:pt x="255937" y="1032224"/>
                  <a:pt x="254318" y="1027271"/>
                  <a:pt x="252984" y="1022795"/>
                </a:cubicBezTo>
                <a:cubicBezTo>
                  <a:pt x="251651" y="1018318"/>
                  <a:pt x="250031" y="1012888"/>
                  <a:pt x="248317" y="1006412"/>
                </a:cubicBezTo>
                <a:lnTo>
                  <a:pt x="246126" y="1006412"/>
                </a:lnTo>
                <a:cubicBezTo>
                  <a:pt x="244412" y="1012317"/>
                  <a:pt x="242792" y="1017651"/>
                  <a:pt x="241459" y="1022223"/>
                </a:cubicBezTo>
                <a:cubicBezTo>
                  <a:pt x="240125" y="1026795"/>
                  <a:pt x="238411" y="1031938"/>
                  <a:pt x="236411" y="1037654"/>
                </a:cubicBezTo>
                <a:lnTo>
                  <a:pt x="164973" y="1247108"/>
                </a:lnTo>
                <a:lnTo>
                  <a:pt x="329756" y="1247108"/>
                </a:lnTo>
                <a:close/>
                <a:moveTo>
                  <a:pt x="557403" y="1449134"/>
                </a:moveTo>
                <a:lnTo>
                  <a:pt x="648557" y="1449134"/>
                </a:lnTo>
                <a:lnTo>
                  <a:pt x="648557" y="915543"/>
                </a:lnTo>
                <a:lnTo>
                  <a:pt x="557403" y="915543"/>
                </a:lnTo>
                <a:lnTo>
                  <a:pt x="557403" y="1449134"/>
                </a:lnTo>
                <a:close/>
                <a:moveTo>
                  <a:pt x="1271778" y="915543"/>
                </a:moveTo>
                <a:lnTo>
                  <a:pt x="883730" y="915543"/>
                </a:lnTo>
                <a:lnTo>
                  <a:pt x="883730" y="992600"/>
                </a:lnTo>
                <a:lnTo>
                  <a:pt x="1031843" y="992600"/>
                </a:lnTo>
                <a:lnTo>
                  <a:pt x="1031843" y="1449134"/>
                </a:lnTo>
                <a:lnTo>
                  <a:pt x="1122998" y="1449134"/>
                </a:lnTo>
                <a:lnTo>
                  <a:pt x="1122998" y="992600"/>
                </a:lnTo>
                <a:lnTo>
                  <a:pt x="1271778" y="992600"/>
                </a:lnTo>
                <a:lnTo>
                  <a:pt x="1271778" y="915543"/>
                </a:lnTo>
                <a:close/>
                <a:moveTo>
                  <a:pt x="1581340" y="1113854"/>
                </a:moveTo>
                <a:cubicBezTo>
                  <a:pt x="1616202" y="1150334"/>
                  <a:pt x="1633633" y="1197483"/>
                  <a:pt x="1633633" y="1255205"/>
                </a:cubicBezTo>
                <a:cubicBezTo>
                  <a:pt x="1633633" y="1312926"/>
                  <a:pt x="1615250" y="1362837"/>
                  <a:pt x="1578578" y="1400842"/>
                </a:cubicBezTo>
                <a:cubicBezTo>
                  <a:pt x="1541812" y="1438942"/>
                  <a:pt x="1493330" y="1457992"/>
                  <a:pt x="1433132" y="1457992"/>
                </a:cubicBezTo>
                <a:cubicBezTo>
                  <a:pt x="1372934" y="1457992"/>
                  <a:pt x="1324547" y="1440275"/>
                  <a:pt x="1288923" y="1404747"/>
                </a:cubicBezTo>
                <a:cubicBezTo>
                  <a:pt x="1253300" y="1369314"/>
                  <a:pt x="1235488" y="1321499"/>
                  <a:pt x="1235488" y="1261491"/>
                </a:cubicBezTo>
                <a:cubicBezTo>
                  <a:pt x="1235774" y="1200722"/>
                  <a:pt x="1254538" y="1151763"/>
                  <a:pt x="1292066" y="1114711"/>
                </a:cubicBezTo>
                <a:cubicBezTo>
                  <a:pt x="1329500" y="1077659"/>
                  <a:pt x="1378268" y="1059085"/>
                  <a:pt x="1438275" y="1059085"/>
                </a:cubicBezTo>
                <a:cubicBezTo>
                  <a:pt x="1498283" y="1059085"/>
                  <a:pt x="1546479" y="1077278"/>
                  <a:pt x="1581340" y="1113758"/>
                </a:cubicBezTo>
                <a:close/>
                <a:moveTo>
                  <a:pt x="1542479" y="1257491"/>
                </a:moveTo>
                <a:cubicBezTo>
                  <a:pt x="1542479" y="1219581"/>
                  <a:pt x="1533144" y="1189006"/>
                  <a:pt x="1514570" y="1165955"/>
                </a:cubicBezTo>
                <a:cubicBezTo>
                  <a:pt x="1495997" y="1142905"/>
                  <a:pt x="1469803" y="1131380"/>
                  <a:pt x="1436084" y="1131380"/>
                </a:cubicBezTo>
                <a:cubicBezTo>
                  <a:pt x="1402366" y="1131380"/>
                  <a:pt x="1376267" y="1143286"/>
                  <a:pt x="1356265" y="1167098"/>
                </a:cubicBezTo>
                <a:cubicBezTo>
                  <a:pt x="1336262" y="1190911"/>
                  <a:pt x="1326356" y="1221772"/>
                  <a:pt x="1326356" y="1259777"/>
                </a:cubicBezTo>
                <a:cubicBezTo>
                  <a:pt x="1326356" y="1297781"/>
                  <a:pt x="1336262" y="1329881"/>
                  <a:pt x="1355979" y="1352455"/>
                </a:cubicBezTo>
                <a:cubicBezTo>
                  <a:pt x="1375696" y="1375029"/>
                  <a:pt x="1402556" y="1386269"/>
                  <a:pt x="1436561" y="1386269"/>
                </a:cubicBezTo>
                <a:cubicBezTo>
                  <a:pt x="1470565" y="1386269"/>
                  <a:pt x="1496378" y="1374648"/>
                  <a:pt x="1514856" y="1351312"/>
                </a:cubicBezTo>
                <a:cubicBezTo>
                  <a:pt x="1533335" y="1327976"/>
                  <a:pt x="1542574" y="1296734"/>
                  <a:pt x="1542574" y="1257586"/>
                </a:cubicBezTo>
                <a:close/>
                <a:moveTo>
                  <a:pt x="1951577" y="1285399"/>
                </a:moveTo>
                <a:cubicBezTo>
                  <a:pt x="1951577" y="1314450"/>
                  <a:pt x="1943290" y="1338453"/>
                  <a:pt x="1926622" y="1357598"/>
                </a:cubicBezTo>
                <a:cubicBezTo>
                  <a:pt x="1910048" y="1376744"/>
                  <a:pt x="1888522" y="1386269"/>
                  <a:pt x="1862233" y="1386269"/>
                </a:cubicBezTo>
                <a:cubicBezTo>
                  <a:pt x="1835944" y="1386269"/>
                  <a:pt x="1817465" y="1378268"/>
                  <a:pt x="1805273" y="1362266"/>
                </a:cubicBezTo>
                <a:cubicBezTo>
                  <a:pt x="1793081" y="1346264"/>
                  <a:pt x="1787081" y="1322356"/>
                  <a:pt x="1787081" y="1290638"/>
                </a:cubicBezTo>
                <a:lnTo>
                  <a:pt x="1787081" y="1068134"/>
                </a:lnTo>
                <a:lnTo>
                  <a:pt x="1698498" y="1068134"/>
                </a:lnTo>
                <a:lnTo>
                  <a:pt x="1698498" y="1302544"/>
                </a:lnTo>
                <a:cubicBezTo>
                  <a:pt x="1698498" y="1353407"/>
                  <a:pt x="1709833" y="1391984"/>
                  <a:pt x="1732502" y="1418463"/>
                </a:cubicBezTo>
                <a:cubicBezTo>
                  <a:pt x="1755172" y="1444943"/>
                  <a:pt x="1788890" y="1458087"/>
                  <a:pt x="1833563" y="1458087"/>
                </a:cubicBezTo>
                <a:cubicBezTo>
                  <a:pt x="1856423" y="1458087"/>
                  <a:pt x="1878425" y="1452563"/>
                  <a:pt x="1899571" y="1441514"/>
                </a:cubicBezTo>
                <a:cubicBezTo>
                  <a:pt x="1920716" y="1430465"/>
                  <a:pt x="1937480" y="1415796"/>
                  <a:pt x="1949577" y="1397413"/>
                </a:cubicBezTo>
                <a:lnTo>
                  <a:pt x="1951482" y="1397413"/>
                </a:lnTo>
                <a:lnTo>
                  <a:pt x="1951482" y="1449134"/>
                </a:lnTo>
                <a:lnTo>
                  <a:pt x="2040446" y="1449134"/>
                </a:lnTo>
                <a:lnTo>
                  <a:pt x="2040446" y="1068134"/>
                </a:lnTo>
                <a:lnTo>
                  <a:pt x="1951482" y="1068134"/>
                </a:lnTo>
                <a:lnTo>
                  <a:pt x="1951482" y="1285399"/>
                </a:lnTo>
                <a:close/>
                <a:moveTo>
                  <a:pt x="2326767" y="1061466"/>
                </a:moveTo>
                <a:cubicBezTo>
                  <a:pt x="2303907" y="1061466"/>
                  <a:pt x="2283809" y="1067943"/>
                  <a:pt x="2266474" y="1080992"/>
                </a:cubicBezTo>
                <a:cubicBezTo>
                  <a:pt x="2249138" y="1094042"/>
                  <a:pt x="2235994" y="1112711"/>
                  <a:pt x="2227040" y="1136999"/>
                </a:cubicBezTo>
                <a:lnTo>
                  <a:pt x="2225516" y="1136999"/>
                </a:lnTo>
                <a:lnTo>
                  <a:pt x="2225516" y="1068134"/>
                </a:lnTo>
                <a:lnTo>
                  <a:pt x="2136553" y="1068134"/>
                </a:lnTo>
                <a:lnTo>
                  <a:pt x="2136553" y="1449134"/>
                </a:lnTo>
                <a:lnTo>
                  <a:pt x="2225516" y="1449134"/>
                </a:lnTo>
                <a:lnTo>
                  <a:pt x="2225516" y="1260824"/>
                </a:lnTo>
                <a:cubicBezTo>
                  <a:pt x="2225516" y="1224344"/>
                  <a:pt x="2233422" y="1195007"/>
                  <a:pt x="2249138" y="1172623"/>
                </a:cubicBezTo>
                <a:cubicBezTo>
                  <a:pt x="2264855" y="1150334"/>
                  <a:pt x="2285524" y="1139095"/>
                  <a:pt x="2311051" y="1139095"/>
                </a:cubicBezTo>
                <a:cubicBezTo>
                  <a:pt x="2319242" y="1139095"/>
                  <a:pt x="2326958" y="1139857"/>
                  <a:pt x="2334292" y="1141476"/>
                </a:cubicBezTo>
                <a:cubicBezTo>
                  <a:pt x="2341626" y="1143095"/>
                  <a:pt x="2348865" y="1145286"/>
                  <a:pt x="2356104" y="1147953"/>
                </a:cubicBezTo>
                <a:lnTo>
                  <a:pt x="2379917" y="1072039"/>
                </a:lnTo>
                <a:cubicBezTo>
                  <a:pt x="2370487" y="1067848"/>
                  <a:pt x="2361724" y="1064990"/>
                  <a:pt x="2353532" y="1063466"/>
                </a:cubicBezTo>
                <a:cubicBezTo>
                  <a:pt x="2345341" y="1061942"/>
                  <a:pt x="2336387" y="1061276"/>
                  <a:pt x="2326767" y="1061276"/>
                </a:cubicBezTo>
                <a:close/>
              </a:path>
            </a:pathLst>
          </a:custGeom>
          <a:gradFill>
            <a:gsLst>
              <a:gs pos="0">
                <a:srgbClr val="FFFFFF"/>
              </a:gs>
              <a:gs pos="33000">
                <a:srgbClr val="FFFFFF"/>
              </a:gs>
              <a:gs pos="69000">
                <a:srgbClr val="D4EC8E"/>
              </a:gs>
            </a:gsLst>
            <a:lin ang="2700000" scaled="0"/>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93230062"/>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D3C8DE-A151-6229-4ABB-693D018AB92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pic>
        <p:nvPicPr>
          <p:cNvPr id="7" name="MS logo white - EMF" descr="Microsoft logo white text version">
            <a:extLst>
              <a:ext uri="{FF2B5EF4-FFF2-40B4-BE49-F238E27FC236}">
                <a16:creationId xmlns:a16="http://schemas.microsoft.com/office/drawing/2014/main" id="{7402CA17-47CB-D841-851F-EAC4B87C209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21979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7097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41492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4616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60430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2820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79391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149028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044051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256659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86421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5922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6309365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7312234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7723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22629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2648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353198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52569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8441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95765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431763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7545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3936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940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3598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24787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288631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03741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74617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33605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31312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730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23114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761019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4826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548049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2662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8140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30A553-BFB8-57D4-AE28-9398552BB451}"/>
              </a:ext>
            </a:extLst>
          </p:cNvPr>
          <p:cNvPicPr>
            <a:picLocks noChangeAspect="1"/>
          </p:cNvPicPr>
          <p:nvPr userDrawn="1"/>
        </p:nvPicPr>
        <p:blipFill>
          <a:blip r:embed="rId2"/>
          <a:srcRect/>
          <a:stretch/>
        </p:blipFill>
        <p:spPr>
          <a:xfrm>
            <a:off x="592" y="333"/>
            <a:ext cx="12190815" cy="6857333"/>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91F2C"/>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rgbClr val="091F2C"/>
                </a:solidFill>
                <a:latin typeface="+mn-lt"/>
              </a:defRPr>
            </a:lvl1pPr>
          </a:lstStyle>
          <a:p>
            <a:pPr lvl="0"/>
            <a:r>
              <a:rPr lang="en-US"/>
              <a:t>Speaker name</a:t>
            </a:r>
          </a:p>
        </p:txBody>
      </p:sp>
    </p:spTree>
    <p:extLst>
      <p:ext uri="{BB962C8B-B14F-4D97-AF65-F5344CB8AC3E}">
        <p14:creationId xmlns:p14="http://schemas.microsoft.com/office/powerpoint/2010/main" val="1859667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5963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13ECED-2129-6B62-31D3-80AD61D9A422}"/>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91F2C"/>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6985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37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78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314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45808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5231095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292971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50" Type="http://schemas.openxmlformats.org/officeDocument/2006/relationships/theme" Target="../theme/theme2.xml"/><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slideLayout" Target="../slideLayouts/slideLayout99.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52" Type="http://schemas.openxmlformats.org/officeDocument/2006/relationships/image" Target="../media/image2.svg"/><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51" Type="http://schemas.openxmlformats.org/officeDocument/2006/relationships/image" Target="../media/image1.png"/><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1" Type="http://schemas.openxmlformats.org/officeDocument/2006/relationships/slideLayout" Target="../slideLayouts/slideLayout51.xml"/><Relationship Id="rId6"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52">
            <a:extLst>
              <a:ext uri="{96DAC541-7B7A-43D3-8B79-37D633B846F1}">
                <asvg:svgBlip xmlns:asvg="http://schemas.microsoft.com/office/drawing/2016/SVG/main" r:embed="rId53"/>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497" r:id="rId1"/>
    <p:sldLayoutId id="2147485450" r:id="rId2"/>
    <p:sldLayoutId id="2147485451" r:id="rId3"/>
    <p:sldLayoutId id="2147485452" r:id="rId4"/>
    <p:sldLayoutId id="2147485453" r:id="rId5"/>
    <p:sldLayoutId id="2147485454" r:id="rId6"/>
    <p:sldLayoutId id="2147485455" r:id="rId7"/>
    <p:sldLayoutId id="2147485456" r:id="rId8"/>
    <p:sldLayoutId id="2147485457" r:id="rId9"/>
    <p:sldLayoutId id="2147485458" r:id="rId10"/>
    <p:sldLayoutId id="2147485459" r:id="rId11"/>
    <p:sldLayoutId id="2147485460" r:id="rId12"/>
    <p:sldLayoutId id="2147485461" r:id="rId13"/>
    <p:sldLayoutId id="2147485462" r:id="rId14"/>
    <p:sldLayoutId id="2147485463" r:id="rId15"/>
    <p:sldLayoutId id="2147485464" r:id="rId16"/>
    <p:sldLayoutId id="2147485465" r:id="rId17"/>
    <p:sldLayoutId id="2147485466" r:id="rId18"/>
    <p:sldLayoutId id="2147485467" r:id="rId19"/>
    <p:sldLayoutId id="2147485468" r:id="rId20"/>
    <p:sldLayoutId id="2147485469" r:id="rId21"/>
    <p:sldLayoutId id="2147485470" r:id="rId22"/>
    <p:sldLayoutId id="2147485471" r:id="rId23"/>
    <p:sldLayoutId id="2147485472" r:id="rId24"/>
    <p:sldLayoutId id="2147485473" r:id="rId25"/>
    <p:sldLayoutId id="2147485474" r:id="rId26"/>
    <p:sldLayoutId id="2147485475" r:id="rId27"/>
    <p:sldLayoutId id="2147485476" r:id="rId28"/>
    <p:sldLayoutId id="2147485477" r:id="rId29"/>
    <p:sldLayoutId id="2147485478" r:id="rId30"/>
    <p:sldLayoutId id="2147485479" r:id="rId31"/>
    <p:sldLayoutId id="2147485480" r:id="rId32"/>
    <p:sldLayoutId id="2147485481" r:id="rId33"/>
    <p:sldLayoutId id="2147485482" r:id="rId34"/>
    <p:sldLayoutId id="2147485483" r:id="rId35"/>
    <p:sldLayoutId id="2147485484" r:id="rId36"/>
    <p:sldLayoutId id="2147485485" r:id="rId37"/>
    <p:sldLayoutId id="2147485486" r:id="rId38"/>
    <p:sldLayoutId id="2147485487" r:id="rId39"/>
    <p:sldLayoutId id="2147485488" r:id="rId40"/>
    <p:sldLayoutId id="2147485489" r:id="rId41"/>
    <p:sldLayoutId id="2147485490" r:id="rId42"/>
    <p:sldLayoutId id="2147485491" r:id="rId43"/>
    <p:sldLayoutId id="2147485492" r:id="rId44"/>
    <p:sldLayoutId id="2147485493" r:id="rId45"/>
    <p:sldLayoutId id="2147485494" r:id="rId46"/>
    <p:sldLayoutId id="2147485495" r:id="rId47"/>
    <p:sldLayoutId id="2147485496" r:id="rId48"/>
    <p:sldLayoutId id="2147485603" r:id="rId49"/>
    <p:sldLayoutId id="2147485607" r:id="rId5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51">
            <a:extLst>
              <a:ext uri="{96DAC541-7B7A-43D3-8B79-37D633B846F1}">
                <asvg:svgBlip xmlns:asvg="http://schemas.microsoft.com/office/drawing/2016/SVG/main" r:embed="rId52"/>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63631770"/>
      </p:ext>
    </p:extLst>
  </p:cSld>
  <p:clrMap bg1="dk1" tx1="lt1" bg2="dk2" tx2="lt2" accent1="accent1" accent2="accent2" accent3="accent3" accent4="accent4" accent5="accent5" accent6="accent6" hlink="hlink" folHlink="folHlink"/>
  <p:sldLayoutIdLst>
    <p:sldLayoutId id="2147485601" r:id="rId1"/>
    <p:sldLayoutId id="2147485554" r:id="rId2"/>
    <p:sldLayoutId id="2147485555" r:id="rId3"/>
    <p:sldLayoutId id="2147485556" r:id="rId4"/>
    <p:sldLayoutId id="2147485557" r:id="rId5"/>
    <p:sldLayoutId id="2147485558" r:id="rId6"/>
    <p:sldLayoutId id="2147485559" r:id="rId7"/>
    <p:sldLayoutId id="2147485560" r:id="rId8"/>
    <p:sldLayoutId id="2147485561" r:id="rId9"/>
    <p:sldLayoutId id="2147485562" r:id="rId10"/>
    <p:sldLayoutId id="2147485563" r:id="rId11"/>
    <p:sldLayoutId id="2147485564" r:id="rId12"/>
    <p:sldLayoutId id="2147485565" r:id="rId13"/>
    <p:sldLayoutId id="2147485566" r:id="rId14"/>
    <p:sldLayoutId id="2147485567" r:id="rId15"/>
    <p:sldLayoutId id="2147485568" r:id="rId16"/>
    <p:sldLayoutId id="2147485569" r:id="rId17"/>
    <p:sldLayoutId id="2147485570" r:id="rId18"/>
    <p:sldLayoutId id="2147485571" r:id="rId19"/>
    <p:sldLayoutId id="2147485572" r:id="rId20"/>
    <p:sldLayoutId id="2147485573" r:id="rId21"/>
    <p:sldLayoutId id="2147485574" r:id="rId22"/>
    <p:sldLayoutId id="2147485575" r:id="rId23"/>
    <p:sldLayoutId id="2147485576" r:id="rId24"/>
    <p:sldLayoutId id="2147485577" r:id="rId25"/>
    <p:sldLayoutId id="2147485578" r:id="rId26"/>
    <p:sldLayoutId id="2147485579" r:id="rId27"/>
    <p:sldLayoutId id="2147485580" r:id="rId28"/>
    <p:sldLayoutId id="2147485581" r:id="rId29"/>
    <p:sldLayoutId id="2147485582" r:id="rId30"/>
    <p:sldLayoutId id="2147485583" r:id="rId31"/>
    <p:sldLayoutId id="2147485584" r:id="rId32"/>
    <p:sldLayoutId id="2147485585" r:id="rId33"/>
    <p:sldLayoutId id="2147485586" r:id="rId34"/>
    <p:sldLayoutId id="2147485587" r:id="rId35"/>
    <p:sldLayoutId id="2147485588" r:id="rId36"/>
    <p:sldLayoutId id="2147485589" r:id="rId37"/>
    <p:sldLayoutId id="2147485590" r:id="rId38"/>
    <p:sldLayoutId id="2147485591" r:id="rId39"/>
    <p:sldLayoutId id="2147485592" r:id="rId40"/>
    <p:sldLayoutId id="2147485593" r:id="rId41"/>
    <p:sldLayoutId id="2147485594" r:id="rId42"/>
    <p:sldLayoutId id="2147485595" r:id="rId43"/>
    <p:sldLayoutId id="2147485596" r:id="rId44"/>
    <p:sldLayoutId id="2147485597" r:id="rId45"/>
    <p:sldLayoutId id="2147485598" r:id="rId46"/>
    <p:sldLayoutId id="2147485599" r:id="rId47"/>
    <p:sldLayoutId id="2147485600" r:id="rId48"/>
    <p:sldLayoutId id="2147485602" r:id="rId4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3" Type="http://schemas.openxmlformats.org/officeDocument/2006/relationships/hyperlink" Target="https://public-buyers-community.ec.europa.eu/communities/procurement-ai/resources/updated-eu-ai-model-contractual-clauses"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hyperlink" Target="https://www.microsoft.com/licensing/docs/view/microsoft-products-and-services-data-protection-addendum-dpa" TargetMode="External"/><Relationship Id="rId5" Type="http://schemas.openxmlformats.org/officeDocument/2006/relationships/image" Target="../media/image48.png"/><Relationship Id="rId4" Type="http://schemas.openxmlformats.org/officeDocument/2006/relationships/hyperlink" Target="https://www.microsoft.com/pl-pl/servicesagreement#13r_CopilotAIExperiences"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hyperlink" Target="https://www.microsoft.com/licensing/terms/product/Glossary/all" TargetMode="External"/><Relationship Id="rId7" Type="http://schemas.microsoft.com/office/2007/relationships/hdphoto" Target="../media/hdphoto1.wdp"/><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51.png"/><Relationship Id="rId11" Type="http://schemas.microsoft.com/office/2007/relationships/hdphoto" Target="../media/hdphoto3.wdp"/><Relationship Id="rId5" Type="http://schemas.openxmlformats.org/officeDocument/2006/relationships/image" Target="../media/image50.svg"/><Relationship Id="rId10" Type="http://schemas.openxmlformats.org/officeDocument/2006/relationships/image" Target="../media/image53.png"/><Relationship Id="rId4" Type="http://schemas.openxmlformats.org/officeDocument/2006/relationships/image" Target="../media/image49.png"/><Relationship Id="rId9" Type="http://schemas.microsoft.com/office/2007/relationships/hdphoto" Target="../media/hdphoto2.wdp"/></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microsoft.com/office/2007/relationships/hdphoto" Target="../media/hdphoto3.wdp"/><Relationship Id="rId5" Type="http://schemas.openxmlformats.org/officeDocument/2006/relationships/image" Target="../media/image53.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hyperlink" Target="https://openai.com/pl-PL/policies/" TargetMode="External"/><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9.png"/><Relationship Id="rId7"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hyperlink" Target="https://bielik.ai/regulamin/" TargetMode="External"/><Relationship Id="rId5" Type="http://schemas.openxmlformats.org/officeDocument/2006/relationships/image" Target="../media/image61.png"/><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hyperlink" Target="https://x.ai/legal/privacy-policy" TargetMode="External"/><Relationship Id="rId2" Type="http://schemas.openxmlformats.org/officeDocument/2006/relationships/notesSlide" Target="../notesSlides/notesSlide26.xml"/><Relationship Id="rId1" Type="http://schemas.openxmlformats.org/officeDocument/2006/relationships/slideLayout" Target="../slideLayouts/slideLayout16.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7.xml"/><Relationship Id="rId1" Type="http://schemas.openxmlformats.org/officeDocument/2006/relationships/slideLayout" Target="../slideLayouts/slideLayout26.xml"/><Relationship Id="rId4" Type="http://schemas.openxmlformats.org/officeDocument/2006/relationships/image" Target="../media/image69.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5115DFD-7798-3764-F978-3FD40F6259FE}"/>
              </a:ext>
            </a:extLst>
          </p:cNvPr>
          <p:cNvSpPr>
            <a:spLocks noGrp="1"/>
          </p:cNvSpPr>
          <p:nvPr>
            <p:ph type="title"/>
          </p:nvPr>
        </p:nvSpPr>
        <p:spPr>
          <a:xfrm>
            <a:off x="584200" y="1464403"/>
            <a:ext cx="7361622" cy="2585323"/>
          </a:xfrm>
        </p:spPr>
        <p:txBody>
          <a:bodyPr/>
          <a:lstStyle/>
          <a:p>
            <a:r>
              <a:rPr lang="pl-PL" sz="4800" dirty="0">
                <a:latin typeface="Segoe Sans Display Semibold"/>
                <a:cs typeface="Segoe Sans Display Semibold"/>
              </a:rPr>
              <a:t>Umowy z dostawcami AI – aspekty praktyczne i kluczowe </a:t>
            </a:r>
            <a:r>
              <a:rPr lang="pl-PL" sz="4800" dirty="0" err="1">
                <a:latin typeface="Segoe Sans Display Semibold"/>
                <a:cs typeface="Segoe Sans Display Semibold"/>
              </a:rPr>
              <a:t>klazule</a:t>
            </a:r>
            <a:r>
              <a:rPr lang="pl-PL" sz="4800" dirty="0">
                <a:latin typeface="Segoe Sans Display Semibold"/>
                <a:cs typeface="Segoe Sans Display Semibold"/>
              </a:rPr>
              <a:t>   </a:t>
            </a:r>
            <a:br>
              <a:rPr lang="pl-PL" dirty="0"/>
            </a:br>
            <a:r>
              <a:rPr lang="pl-PL" sz="2400" dirty="0">
                <a:latin typeface="Segoe Sans Display Semibold"/>
                <a:cs typeface="Segoe Sans Display Semibold"/>
              </a:rPr>
              <a:t>Zajęcia nr 4  </a:t>
            </a:r>
            <a:endParaRPr lang="nn-NO" dirty="0">
              <a:latin typeface="Segoe Sans Display Semibold"/>
              <a:cs typeface="Segoe Sans Display Semibold"/>
            </a:endParaRPr>
          </a:p>
        </p:txBody>
      </p:sp>
      <p:sp>
        <p:nvSpPr>
          <p:cNvPr id="4" name="Symbol zastępczy tekstu 2">
            <a:extLst>
              <a:ext uri="{FF2B5EF4-FFF2-40B4-BE49-F238E27FC236}">
                <a16:creationId xmlns:a16="http://schemas.microsoft.com/office/drawing/2014/main" id="{CF343890-32B2-49CF-3B19-D3FAD8495E9C}"/>
              </a:ext>
            </a:extLst>
          </p:cNvPr>
          <p:cNvSpPr txBox="1">
            <a:spLocks/>
          </p:cNvSpPr>
          <p:nvPr/>
        </p:nvSpPr>
        <p:spPr bwMode="white">
          <a:xfrm>
            <a:off x="584199" y="5714118"/>
            <a:ext cx="5577840" cy="263149"/>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1800" kern="1200" spc="0" baseline="0" dirty="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5000"/>
              </a:lnSpc>
            </a:pPr>
            <a:r>
              <a:rPr lang="pl-PL"/>
              <a:t>Agata Szeliga – Partner, radca prawny</a:t>
            </a:r>
          </a:p>
        </p:txBody>
      </p:sp>
      <p:sp>
        <p:nvSpPr>
          <p:cNvPr id="3" name="Symbol zastępczy tekstu 2">
            <a:extLst>
              <a:ext uri="{FF2B5EF4-FFF2-40B4-BE49-F238E27FC236}">
                <a16:creationId xmlns:a16="http://schemas.microsoft.com/office/drawing/2014/main" id="{EE21B618-77E6-80DF-47D3-7CCEBDE871E7}"/>
              </a:ext>
            </a:extLst>
          </p:cNvPr>
          <p:cNvSpPr txBox="1">
            <a:spLocks/>
          </p:cNvSpPr>
          <p:nvPr/>
        </p:nvSpPr>
        <p:spPr bwMode="white">
          <a:xfrm>
            <a:off x="584199" y="5450969"/>
            <a:ext cx="5577840" cy="263149"/>
          </a:xfrm>
          <a:prstGeom prst="rect">
            <a:avLst/>
          </a:prstGeom>
          <a:noFill/>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1800" kern="1200" spc="0" baseline="0" dirty="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5000"/>
              </a:lnSpc>
            </a:pPr>
            <a:r>
              <a:rPr lang="pl-PL">
                <a:cs typeface="Segoe UI"/>
              </a:rPr>
              <a:t>Renata Zalewska –  Head of Legal, radca prawny </a:t>
            </a:r>
          </a:p>
        </p:txBody>
      </p:sp>
    </p:spTree>
    <p:extLst>
      <p:ext uri="{BB962C8B-B14F-4D97-AF65-F5344CB8AC3E}">
        <p14:creationId xmlns:p14="http://schemas.microsoft.com/office/powerpoint/2010/main" val="3965704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3D13ECF-1877-E2AA-D522-E6B08C721E13}"/>
              </a:ext>
            </a:extLst>
          </p:cNvPr>
          <p:cNvSpPr>
            <a:spLocks noGrp="1"/>
          </p:cNvSpPr>
          <p:nvPr>
            <p:ph type="title"/>
          </p:nvPr>
        </p:nvSpPr>
        <p:spPr>
          <a:xfrm>
            <a:off x="585216" y="2309812"/>
            <a:ext cx="3182027" cy="3959225"/>
          </a:xfrm>
        </p:spPr>
        <p:txBody>
          <a:bodyPr wrap="square" anchor="t">
            <a:normAutofit/>
          </a:bodyPr>
          <a:lstStyle/>
          <a:p>
            <a:r>
              <a:rPr lang="pl-PL"/>
              <a:t>Agenda</a:t>
            </a:r>
          </a:p>
        </p:txBody>
      </p:sp>
      <p:sp>
        <p:nvSpPr>
          <p:cNvPr id="3" name="Symbol zastępczy tekstu 2">
            <a:extLst>
              <a:ext uri="{FF2B5EF4-FFF2-40B4-BE49-F238E27FC236}">
                <a16:creationId xmlns:a16="http://schemas.microsoft.com/office/drawing/2014/main" id="{CC6D5661-6ED9-6DDD-062D-F0799877A96D}"/>
              </a:ext>
            </a:extLst>
          </p:cNvPr>
          <p:cNvSpPr>
            <a:spLocks noGrp="1"/>
          </p:cNvSpPr>
          <p:nvPr>
            <p:ph type="body" sz="quarter" idx="11"/>
            <p:extLst>
              <p:ext uri="{E7BDC344-281C-4309-B0C6-D0EE65EED2A8}">
                <p202:designPr xmlns:p202="http://schemas.microsoft.com/office/powerpoint/2020/02/main">
                  <p202:designTagLst>
                    <p202:designTag name="ARCH:1:CLS" val="BulletedText"/>
                  </p202:designTagLst>
                </p202:designPr>
              </p:ext>
            </p:extLst>
          </p:nvPr>
        </p:nvSpPr>
        <p:spPr>
          <a:xfrm>
            <a:off x="4356100" y="2309812"/>
            <a:ext cx="7253288" cy="3959223"/>
          </a:xfrm>
        </p:spPr>
        <p:txBody>
          <a:bodyPr wrap="square" anchor="t">
            <a:normAutofit/>
          </a:bodyPr>
          <a:lstStyle/>
          <a:p>
            <a:pPr algn="just">
              <a:spcBef>
                <a:spcPts val="1800"/>
              </a:spcBef>
              <a:spcAft>
                <a:spcPts val="1800"/>
              </a:spcAft>
              <a:buFont typeface="Arial" panose="020B0604020202020204" pitchFamily="34" charset="0"/>
              <a:buChar char="•"/>
            </a:pPr>
            <a:r>
              <a:rPr lang="pl-PL" sz="2400">
                <a:solidFill>
                  <a:schemeClr val="accent1"/>
                </a:solidFill>
                <a:cs typeface="Segoe UI"/>
              </a:rPr>
              <a:t>I część</a:t>
            </a:r>
            <a:r>
              <a:rPr lang="pl-PL" sz="2400">
                <a:cs typeface="Segoe UI"/>
              </a:rPr>
              <a:t>: Typy umów w ekosystemie AI </a:t>
            </a:r>
          </a:p>
          <a:p>
            <a:pPr algn="just">
              <a:spcBef>
                <a:spcPts val="1800"/>
              </a:spcBef>
              <a:spcAft>
                <a:spcPts val="1800"/>
              </a:spcAft>
              <a:buFont typeface="Arial" panose="020B0604020202020204" pitchFamily="34" charset="0"/>
              <a:buChar char="•"/>
            </a:pPr>
            <a:r>
              <a:rPr lang="pl-PL" sz="2400">
                <a:solidFill>
                  <a:schemeClr val="accent1"/>
                </a:solidFill>
                <a:cs typeface="Segoe UI"/>
              </a:rPr>
              <a:t>II część</a:t>
            </a:r>
            <a:r>
              <a:rPr lang="pl-PL" sz="2400">
                <a:cs typeface="Segoe UI"/>
              </a:rPr>
              <a:t>: Kluczowe postanowienia umowne i na co zwracać uwagę </a:t>
            </a:r>
            <a:endParaRPr lang="pl-PL" sz="2400"/>
          </a:p>
          <a:p>
            <a:pPr algn="just">
              <a:spcBef>
                <a:spcPts val="1800"/>
              </a:spcBef>
              <a:spcAft>
                <a:spcPts val="1800"/>
              </a:spcAft>
              <a:buFont typeface="Arial" panose="020B0604020202020204" pitchFamily="34" charset="0"/>
              <a:buChar char="•"/>
            </a:pPr>
            <a:r>
              <a:rPr lang="pl-PL" sz="2400">
                <a:solidFill>
                  <a:schemeClr val="accent1"/>
                </a:solidFill>
                <a:cs typeface="Segoe UI"/>
              </a:rPr>
              <a:t>III część</a:t>
            </a:r>
            <a:r>
              <a:rPr lang="pl-PL" sz="2400">
                <a:cs typeface="Segoe UI"/>
              </a:rPr>
              <a:t>: Case </a:t>
            </a:r>
            <a:r>
              <a:rPr lang="pl-PL" sz="2400" err="1">
                <a:cs typeface="Segoe UI"/>
              </a:rPr>
              <a:t>study</a:t>
            </a:r>
            <a:r>
              <a:rPr lang="pl-PL" sz="2400">
                <a:cs typeface="Segoe UI"/>
              </a:rPr>
              <a:t> </a:t>
            </a:r>
          </a:p>
        </p:txBody>
      </p:sp>
    </p:spTree>
    <p:extLst>
      <p:ext uri="{BB962C8B-B14F-4D97-AF65-F5344CB8AC3E}">
        <p14:creationId xmlns:p14="http://schemas.microsoft.com/office/powerpoint/2010/main" val="703852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E3142-4DA3-B2BB-EDEE-955EB4BC2253}"/>
            </a:ext>
          </a:extLst>
        </p:cNvPr>
        <p:cNvGrpSpPr/>
        <p:nvPr/>
      </p:nvGrpSpPr>
      <p:grpSpPr>
        <a:xfrm>
          <a:off x="0" y="0"/>
          <a:ext cx="0" cy="0"/>
          <a:chOff x="0" y="0"/>
          <a:chExt cx="0" cy="0"/>
        </a:xfrm>
      </p:grpSpPr>
      <p:sp>
        <p:nvSpPr>
          <p:cNvPr id="3" name="Tytuł 2">
            <a:extLst>
              <a:ext uri="{FF2B5EF4-FFF2-40B4-BE49-F238E27FC236}">
                <a16:creationId xmlns:a16="http://schemas.microsoft.com/office/drawing/2014/main" id="{B26650F4-E0E0-9867-032F-3A92C5573637}"/>
              </a:ext>
            </a:extLst>
          </p:cNvPr>
          <p:cNvSpPr>
            <a:spLocks noGrp="1"/>
          </p:cNvSpPr>
          <p:nvPr>
            <p:ph type="title"/>
          </p:nvPr>
        </p:nvSpPr>
        <p:spPr>
          <a:xfrm>
            <a:off x="585216" y="2758809"/>
            <a:ext cx="6675120" cy="553998"/>
          </a:xfrm>
        </p:spPr>
        <p:txBody>
          <a:bodyPr/>
          <a:lstStyle/>
          <a:p>
            <a:r>
              <a:rPr lang="pl-PL">
                <a:ea typeface="+mj-lt"/>
                <a:cs typeface="+mj-lt"/>
              </a:rPr>
              <a:t>Typy umów w ekosystemie AI </a:t>
            </a:r>
            <a:endParaRPr lang="en-US">
              <a:ea typeface="+mj-lt"/>
              <a:cs typeface="+mj-lt"/>
            </a:endParaRPr>
          </a:p>
        </p:txBody>
      </p:sp>
    </p:spTree>
    <p:extLst>
      <p:ext uri="{BB962C8B-B14F-4D97-AF65-F5344CB8AC3E}">
        <p14:creationId xmlns:p14="http://schemas.microsoft.com/office/powerpoint/2010/main" val="3206503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1C62-8CBE-4B0E-F38E-57F6CBD9070E}"/>
            </a:ext>
          </a:extLst>
        </p:cNvPr>
        <p:cNvGrpSpPr/>
        <p:nvPr/>
      </p:nvGrpSpPr>
      <p:grpSpPr>
        <a:xfrm>
          <a:off x="0" y="0"/>
          <a:ext cx="0" cy="0"/>
          <a:chOff x="0" y="0"/>
          <a:chExt cx="0" cy="0"/>
        </a:xfrm>
      </p:grpSpPr>
      <p:sp>
        <p:nvSpPr>
          <p:cNvPr id="7" name="Tytuł 1">
            <a:extLst>
              <a:ext uri="{FF2B5EF4-FFF2-40B4-BE49-F238E27FC236}">
                <a16:creationId xmlns:a16="http://schemas.microsoft.com/office/drawing/2014/main" id="{FDCBEA41-E8A7-61D9-1A62-4E28A62BB7EA}"/>
              </a:ext>
            </a:extLst>
          </p:cNvPr>
          <p:cNvSpPr>
            <a:spLocks noGrp="1"/>
          </p:cNvSpPr>
          <p:nvPr>
            <p:ph type="title"/>
          </p:nvPr>
        </p:nvSpPr>
        <p:spPr>
          <a:xfrm>
            <a:off x="588263" y="457200"/>
            <a:ext cx="5244978" cy="553998"/>
          </a:xfrm>
        </p:spPr>
        <p:txBody>
          <a:bodyPr/>
          <a:lstStyle/>
          <a:p>
            <a:r>
              <a:rPr lang="pl-PL" b="1"/>
              <a:t>Rodzaje głównych umów </a:t>
            </a:r>
            <a:endParaRPr lang="en-US"/>
          </a:p>
        </p:txBody>
      </p:sp>
      <p:sp>
        <p:nvSpPr>
          <p:cNvPr id="6" name="Prostokąt: zaokrąglone rogi 5">
            <a:extLst>
              <a:ext uri="{FF2B5EF4-FFF2-40B4-BE49-F238E27FC236}">
                <a16:creationId xmlns:a16="http://schemas.microsoft.com/office/drawing/2014/main" id="{7E1774BD-0D5E-D225-D25E-4330154901C8}"/>
              </a:ext>
            </a:extLst>
          </p:cNvPr>
          <p:cNvSpPr/>
          <p:nvPr/>
        </p:nvSpPr>
        <p:spPr>
          <a:xfrm>
            <a:off x="729651" y="1983041"/>
            <a:ext cx="1672026" cy="2149627"/>
          </a:xfrm>
          <a:prstGeom prst="roundRect">
            <a:avLst/>
          </a:prstGeom>
          <a:solidFill>
            <a:schemeClr val="accent1">
              <a:lumMod val="20000"/>
              <a:lumOff val="80000"/>
              <a:alpha val="77000"/>
            </a:schemeClr>
          </a:solidFill>
          <a:ln w="3175">
            <a:solidFill>
              <a:schemeClr val="accent1"/>
            </a:soli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36000" tIns="146304" rIns="36000" bIns="146304"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a:spcBef>
                <a:spcPts val="1000"/>
              </a:spcBef>
              <a:spcAft>
                <a:spcPts val="1000"/>
              </a:spcAft>
              <a:buClr>
                <a:schemeClr val="tx2"/>
              </a:buClr>
            </a:pPr>
            <a:r>
              <a:rPr lang="pl-PL" sz="1400" b="1">
                <a:solidFill>
                  <a:schemeClr val="accent1"/>
                </a:solidFill>
              </a:rPr>
              <a:t>Licencje </a:t>
            </a:r>
            <a:br>
              <a:rPr lang="pl-PL" sz="1400" b="1">
                <a:solidFill>
                  <a:schemeClr val="accent1"/>
                </a:solidFill>
              </a:rPr>
            </a:br>
            <a:r>
              <a:rPr lang="pl-PL" sz="1400" b="1">
                <a:solidFill>
                  <a:schemeClr val="accent1"/>
                </a:solidFill>
              </a:rPr>
              <a:t>na AI </a:t>
            </a:r>
            <a:endParaRPr lang="pl-PL" sz="1400" b="1">
              <a:solidFill>
                <a:schemeClr val="tx1"/>
              </a:solidFill>
            </a:endParaRPr>
          </a:p>
        </p:txBody>
      </p:sp>
      <p:sp>
        <p:nvSpPr>
          <p:cNvPr id="8" name="Prostokąt: zaokrąglone rogi 7">
            <a:extLst>
              <a:ext uri="{FF2B5EF4-FFF2-40B4-BE49-F238E27FC236}">
                <a16:creationId xmlns:a16="http://schemas.microsoft.com/office/drawing/2014/main" id="{5C766C66-98FB-D91E-656C-BEA4513490B8}"/>
              </a:ext>
            </a:extLst>
          </p:cNvPr>
          <p:cNvSpPr/>
          <p:nvPr/>
        </p:nvSpPr>
        <p:spPr>
          <a:xfrm>
            <a:off x="2553598" y="1983041"/>
            <a:ext cx="1674000" cy="2149627"/>
          </a:xfrm>
          <a:prstGeom prst="roundRect">
            <a:avLst/>
          </a:prstGeom>
          <a:solidFill>
            <a:schemeClr val="accent1">
              <a:lumMod val="20000"/>
              <a:lumOff val="80000"/>
              <a:alpha val="77000"/>
            </a:schemeClr>
          </a:solidFill>
          <a:ln w="3175">
            <a:solidFill>
              <a:schemeClr val="accent1"/>
            </a:soli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36000" tIns="146304" rIns="36000" bIns="146304"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a:spcBef>
                <a:spcPts val="1000"/>
              </a:spcBef>
              <a:spcAft>
                <a:spcPts val="1000"/>
              </a:spcAft>
              <a:buClr>
                <a:schemeClr val="tx2"/>
              </a:buClr>
            </a:pPr>
            <a:r>
              <a:rPr lang="pl-PL" sz="1400" b="1">
                <a:solidFill>
                  <a:schemeClr val="accent1"/>
                </a:solidFill>
              </a:rPr>
              <a:t>Umowy o świadczenie usług AI </a:t>
            </a:r>
            <a:endParaRPr lang="pl-PL" sz="1400" b="1">
              <a:solidFill>
                <a:schemeClr val="tx1"/>
              </a:solidFill>
            </a:endParaRPr>
          </a:p>
        </p:txBody>
      </p:sp>
      <p:cxnSp>
        <p:nvCxnSpPr>
          <p:cNvPr id="9" name="Łącznik prosty 8">
            <a:extLst>
              <a:ext uri="{FF2B5EF4-FFF2-40B4-BE49-F238E27FC236}">
                <a16:creationId xmlns:a16="http://schemas.microsoft.com/office/drawing/2014/main" id="{0C410B2D-1FA6-6800-02E1-3A1B16CB6D3E}"/>
              </a:ext>
            </a:extLst>
          </p:cNvPr>
          <p:cNvCxnSpPr>
            <a:cxnSpLocks/>
            <a:endCxn id="10" idx="1"/>
          </p:cNvCxnSpPr>
          <p:nvPr/>
        </p:nvCxnSpPr>
        <p:spPr>
          <a:xfrm flipH="1">
            <a:off x="732697" y="4317586"/>
            <a:ext cx="1246" cy="48624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0" name="Symbol zastępczy tekstu 2">
            <a:extLst>
              <a:ext uri="{FF2B5EF4-FFF2-40B4-BE49-F238E27FC236}">
                <a16:creationId xmlns:a16="http://schemas.microsoft.com/office/drawing/2014/main" id="{E718E958-A2CD-83AC-91CF-9CBE747D4D63}"/>
              </a:ext>
            </a:extLst>
          </p:cNvPr>
          <p:cNvSpPr txBox="1">
            <a:spLocks/>
          </p:cNvSpPr>
          <p:nvPr/>
        </p:nvSpPr>
        <p:spPr>
          <a:xfrm>
            <a:off x="732697" y="4216733"/>
            <a:ext cx="1669136" cy="1174188"/>
          </a:xfrm>
          <a:prstGeom prst="rect">
            <a:avLst/>
          </a:prstGeom>
        </p:spPr>
        <p:txBody>
          <a:bodyPr lIns="91440" tIns="45720" rIns="91440" bIns="45720" anchor="t">
            <a:normAutofit/>
          </a:bodyPr>
          <a:lstStyle>
            <a:defPPr>
              <a:defRPr lang="en-US"/>
            </a:defPPr>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spcBef>
                <a:spcPts val="0"/>
              </a:spcBef>
              <a:spcAft>
                <a:spcPts val="600"/>
              </a:spcAft>
              <a:buClr>
                <a:srgbClr val="8661C5"/>
              </a:buClr>
              <a:buSzTx/>
              <a:buNone/>
              <a:defRPr/>
            </a:pPr>
            <a:r>
              <a:rPr lang="pl-PL" sz="1100">
                <a:cs typeface="+mn-cs"/>
              </a:rPr>
              <a:t>np. umowy SaaS na dostęp do narzędzi AI w chmurze lub licencje on-</a:t>
            </a:r>
            <a:r>
              <a:rPr lang="pl-PL" sz="1100" err="1">
                <a:cs typeface="+mn-cs"/>
              </a:rPr>
              <a:t>premise</a:t>
            </a:r>
            <a:r>
              <a:rPr lang="pl-PL" sz="1100">
                <a:cs typeface="+mn-cs"/>
              </a:rPr>
              <a:t> na modele/systemy AI</a:t>
            </a:r>
          </a:p>
        </p:txBody>
      </p:sp>
      <p:cxnSp>
        <p:nvCxnSpPr>
          <p:cNvPr id="11" name="Łącznik prosty 10">
            <a:extLst>
              <a:ext uri="{FF2B5EF4-FFF2-40B4-BE49-F238E27FC236}">
                <a16:creationId xmlns:a16="http://schemas.microsoft.com/office/drawing/2014/main" id="{78DBC337-E626-47A7-200A-D7CC55B5A150}"/>
              </a:ext>
            </a:extLst>
          </p:cNvPr>
          <p:cNvCxnSpPr>
            <a:cxnSpLocks/>
            <a:endCxn id="12" idx="1"/>
          </p:cNvCxnSpPr>
          <p:nvPr/>
        </p:nvCxnSpPr>
        <p:spPr>
          <a:xfrm>
            <a:off x="2115069" y="4317586"/>
            <a:ext cx="439428" cy="48624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2" name="Symbol zastępczy tekstu 2">
            <a:extLst>
              <a:ext uri="{FF2B5EF4-FFF2-40B4-BE49-F238E27FC236}">
                <a16:creationId xmlns:a16="http://schemas.microsoft.com/office/drawing/2014/main" id="{90149019-1980-A022-BB33-797E0E5BFA18}"/>
              </a:ext>
            </a:extLst>
          </p:cNvPr>
          <p:cNvSpPr txBox="1">
            <a:spLocks/>
          </p:cNvSpPr>
          <p:nvPr/>
        </p:nvSpPr>
        <p:spPr>
          <a:xfrm>
            <a:off x="2554497" y="4216734"/>
            <a:ext cx="1670400" cy="1174188"/>
          </a:xfrm>
          <a:prstGeom prst="rect">
            <a:avLst/>
          </a:prstGeom>
        </p:spPr>
        <p:txBody>
          <a:bodyPr>
            <a:normAutofit/>
          </a:bodyPr>
          <a:lstStyle>
            <a:defPPr>
              <a:defRPr lang="en-US"/>
            </a:defPPr>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spcBef>
                <a:spcPts val="0"/>
              </a:spcBef>
              <a:spcAft>
                <a:spcPts val="600"/>
              </a:spcAft>
              <a:buClr>
                <a:srgbClr val="8661C5"/>
              </a:buClr>
              <a:buSzTx/>
              <a:buNone/>
              <a:defRPr/>
            </a:pPr>
            <a:r>
              <a:rPr lang="pl-PL" sz="1100">
                <a:cs typeface="+mn-cs"/>
              </a:rPr>
              <a:t>korzystanie z zewnętrznych usług opartych na AI (np. poprzez API lub platformy </a:t>
            </a:r>
            <a:r>
              <a:rPr lang="pl-PL" sz="1100" err="1">
                <a:cs typeface="+mn-cs"/>
              </a:rPr>
              <a:t>cloud</a:t>
            </a:r>
            <a:r>
              <a:rPr lang="pl-PL" sz="1100">
                <a:cs typeface="+mn-cs"/>
              </a:rPr>
              <a:t> AI)</a:t>
            </a:r>
          </a:p>
        </p:txBody>
      </p:sp>
      <p:sp>
        <p:nvSpPr>
          <p:cNvPr id="13" name="Prostokąt: zaokrąglone rogi 12">
            <a:extLst>
              <a:ext uri="{FF2B5EF4-FFF2-40B4-BE49-F238E27FC236}">
                <a16:creationId xmlns:a16="http://schemas.microsoft.com/office/drawing/2014/main" id="{53A1376F-F293-9C98-6259-72599418D2D3}"/>
              </a:ext>
            </a:extLst>
          </p:cNvPr>
          <p:cNvSpPr/>
          <p:nvPr/>
        </p:nvSpPr>
        <p:spPr>
          <a:xfrm>
            <a:off x="4377561" y="1983041"/>
            <a:ext cx="1674000" cy="2149627"/>
          </a:xfrm>
          <a:prstGeom prst="roundRect">
            <a:avLst/>
          </a:prstGeom>
          <a:solidFill>
            <a:schemeClr val="accent1">
              <a:lumMod val="20000"/>
              <a:lumOff val="80000"/>
              <a:alpha val="77000"/>
            </a:schemeClr>
          </a:solidFill>
          <a:ln w="3175">
            <a:solidFill>
              <a:schemeClr val="accent1"/>
            </a:soli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72000" tIns="146304" rIns="72000" bIns="146304"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a:spcBef>
                <a:spcPts val="1000"/>
              </a:spcBef>
              <a:spcAft>
                <a:spcPts val="1000"/>
              </a:spcAft>
              <a:buClr>
                <a:schemeClr val="tx2"/>
              </a:buClr>
            </a:pPr>
            <a:r>
              <a:rPr lang="pl-PL" sz="1400" b="1">
                <a:solidFill>
                  <a:schemeClr val="accent1"/>
                </a:solidFill>
              </a:rPr>
              <a:t>Umowy </a:t>
            </a:r>
            <a:br>
              <a:rPr lang="pl-PL" sz="1400" b="1">
                <a:solidFill>
                  <a:schemeClr val="accent1"/>
                </a:solidFill>
              </a:rPr>
            </a:br>
            <a:r>
              <a:rPr lang="pl-PL" sz="1400" b="1">
                <a:solidFill>
                  <a:schemeClr val="accent1"/>
                </a:solidFill>
              </a:rPr>
              <a:t>o dzieło/</a:t>
            </a:r>
            <a:br>
              <a:rPr lang="pl-PL" sz="1400" b="1">
                <a:solidFill>
                  <a:schemeClr val="accent1"/>
                </a:solidFill>
              </a:rPr>
            </a:br>
            <a:r>
              <a:rPr lang="pl-PL" sz="1400" b="1">
                <a:solidFill>
                  <a:schemeClr val="accent1"/>
                </a:solidFill>
              </a:rPr>
              <a:t>zlecenie </a:t>
            </a:r>
            <a:br>
              <a:rPr lang="pl-PL" sz="1400" b="1">
                <a:solidFill>
                  <a:schemeClr val="accent1"/>
                </a:solidFill>
              </a:rPr>
            </a:br>
            <a:r>
              <a:rPr lang="pl-PL" sz="1400" b="1">
                <a:solidFill>
                  <a:schemeClr val="accent1"/>
                </a:solidFill>
              </a:rPr>
              <a:t>na rozwiązania AI </a:t>
            </a:r>
            <a:endParaRPr lang="pl-PL" sz="1400" b="1">
              <a:solidFill>
                <a:schemeClr val="tx1"/>
              </a:solidFill>
            </a:endParaRPr>
          </a:p>
        </p:txBody>
      </p:sp>
      <p:sp>
        <p:nvSpPr>
          <p:cNvPr id="14" name="Prostokąt: zaokrąglone rogi 13">
            <a:extLst>
              <a:ext uri="{FF2B5EF4-FFF2-40B4-BE49-F238E27FC236}">
                <a16:creationId xmlns:a16="http://schemas.microsoft.com/office/drawing/2014/main" id="{DB4C4F68-CAE4-E0C8-221F-747136B5EEE4}"/>
              </a:ext>
            </a:extLst>
          </p:cNvPr>
          <p:cNvSpPr/>
          <p:nvPr/>
        </p:nvSpPr>
        <p:spPr>
          <a:xfrm>
            <a:off x="6201524" y="1983041"/>
            <a:ext cx="1674000" cy="2149627"/>
          </a:xfrm>
          <a:prstGeom prst="roundRect">
            <a:avLst/>
          </a:prstGeom>
          <a:solidFill>
            <a:schemeClr val="accent1">
              <a:lumMod val="20000"/>
              <a:lumOff val="80000"/>
              <a:alpha val="77000"/>
            </a:schemeClr>
          </a:solidFill>
          <a:ln w="3175">
            <a:solidFill>
              <a:schemeClr val="accent1"/>
            </a:soli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72000" tIns="146304" rIns="72000" bIns="146304"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a:spcBef>
                <a:spcPts val="1000"/>
              </a:spcBef>
              <a:spcAft>
                <a:spcPts val="1000"/>
              </a:spcAft>
              <a:buClr>
                <a:schemeClr val="tx2"/>
              </a:buClr>
            </a:pPr>
            <a:r>
              <a:rPr lang="pl-PL" sz="1400" b="1">
                <a:solidFill>
                  <a:schemeClr val="accent1"/>
                </a:solidFill>
              </a:rPr>
              <a:t>Umowy powierzenia przetwarzania danych (Data Processing </a:t>
            </a:r>
            <a:r>
              <a:rPr lang="pl-PL" sz="1400" b="1" err="1">
                <a:solidFill>
                  <a:schemeClr val="accent1"/>
                </a:solidFill>
              </a:rPr>
              <a:t>Agreements</a:t>
            </a:r>
            <a:r>
              <a:rPr lang="pl-PL" sz="1400" b="1">
                <a:solidFill>
                  <a:schemeClr val="accent1"/>
                </a:solidFill>
              </a:rPr>
              <a:t>, DPA) </a:t>
            </a:r>
          </a:p>
        </p:txBody>
      </p:sp>
      <p:cxnSp>
        <p:nvCxnSpPr>
          <p:cNvPr id="15" name="Łącznik prosty 14">
            <a:extLst>
              <a:ext uri="{FF2B5EF4-FFF2-40B4-BE49-F238E27FC236}">
                <a16:creationId xmlns:a16="http://schemas.microsoft.com/office/drawing/2014/main" id="{1B8A810C-B694-29B9-28E2-E36F6BA5B8C4}"/>
              </a:ext>
            </a:extLst>
          </p:cNvPr>
          <p:cNvCxnSpPr>
            <a:cxnSpLocks/>
          </p:cNvCxnSpPr>
          <p:nvPr/>
        </p:nvCxnSpPr>
        <p:spPr>
          <a:xfrm>
            <a:off x="4385443" y="4317586"/>
            <a:ext cx="0" cy="96561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6" name="Symbol zastępczy tekstu 2">
            <a:extLst>
              <a:ext uri="{FF2B5EF4-FFF2-40B4-BE49-F238E27FC236}">
                <a16:creationId xmlns:a16="http://schemas.microsoft.com/office/drawing/2014/main" id="{C49724EB-2392-09A2-ED5B-B38C275F639C}"/>
              </a:ext>
            </a:extLst>
          </p:cNvPr>
          <p:cNvSpPr txBox="1">
            <a:spLocks/>
          </p:cNvSpPr>
          <p:nvPr/>
        </p:nvSpPr>
        <p:spPr>
          <a:xfrm>
            <a:off x="4384197" y="4216733"/>
            <a:ext cx="1670400" cy="1174188"/>
          </a:xfrm>
          <a:prstGeom prst="rect">
            <a:avLst/>
          </a:prstGeom>
        </p:spPr>
        <p:txBody>
          <a:bodyPr>
            <a:normAutofit lnSpcReduction="10000"/>
          </a:bodyPr>
          <a:lstStyle>
            <a:defPPr>
              <a:defRPr lang="en-US"/>
            </a:defPPr>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spcBef>
                <a:spcPts val="0"/>
              </a:spcBef>
              <a:spcAft>
                <a:spcPts val="600"/>
              </a:spcAft>
              <a:buClr>
                <a:srgbClr val="8661C5"/>
              </a:buClr>
              <a:buSzTx/>
              <a:buNone/>
              <a:defRPr/>
            </a:pPr>
            <a:r>
              <a:rPr lang="pl-PL" sz="1100">
                <a:cs typeface="+mn-cs"/>
              </a:rPr>
              <a:t>zlecenie stworzenia dedykowanego modelu lub systemu AI na zamówienie firmy lub na </a:t>
            </a:r>
            <a:r>
              <a:rPr lang="pl-PL" sz="1100" err="1">
                <a:cs typeface="+mn-cs"/>
              </a:rPr>
              <a:t>finetuning</a:t>
            </a:r>
            <a:r>
              <a:rPr lang="pl-PL" sz="1100">
                <a:cs typeface="+mn-cs"/>
              </a:rPr>
              <a:t> (dostosowanie) istniejących modeli</a:t>
            </a:r>
          </a:p>
        </p:txBody>
      </p:sp>
      <p:cxnSp>
        <p:nvCxnSpPr>
          <p:cNvPr id="17" name="Łącznik prosty 16">
            <a:extLst>
              <a:ext uri="{FF2B5EF4-FFF2-40B4-BE49-F238E27FC236}">
                <a16:creationId xmlns:a16="http://schemas.microsoft.com/office/drawing/2014/main" id="{49B362FF-7261-9002-BCF7-4F8632B2A8F4}"/>
              </a:ext>
            </a:extLst>
          </p:cNvPr>
          <p:cNvCxnSpPr>
            <a:cxnSpLocks/>
          </p:cNvCxnSpPr>
          <p:nvPr/>
        </p:nvCxnSpPr>
        <p:spPr>
          <a:xfrm flipH="1">
            <a:off x="6201524" y="4326307"/>
            <a:ext cx="1246" cy="128709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8" name="Symbol zastępczy tekstu 2">
            <a:extLst>
              <a:ext uri="{FF2B5EF4-FFF2-40B4-BE49-F238E27FC236}">
                <a16:creationId xmlns:a16="http://schemas.microsoft.com/office/drawing/2014/main" id="{9E88E71D-98E4-52F5-CA97-2C9EED75C890}"/>
              </a:ext>
            </a:extLst>
          </p:cNvPr>
          <p:cNvSpPr txBox="1">
            <a:spLocks/>
          </p:cNvSpPr>
          <p:nvPr/>
        </p:nvSpPr>
        <p:spPr>
          <a:xfrm>
            <a:off x="6201524" y="4216732"/>
            <a:ext cx="1670400" cy="1510967"/>
          </a:xfrm>
          <a:prstGeom prst="rect">
            <a:avLst/>
          </a:prstGeom>
        </p:spPr>
        <p:txBody>
          <a:bodyPr lIns="91440" tIns="45720" rIns="91440" bIns="45720" anchor="t">
            <a:normAutofit/>
          </a:bodyPr>
          <a:lstStyle>
            <a:defPPr>
              <a:defRPr lang="en-US"/>
            </a:defPPr>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spcBef>
                <a:spcPts val="0"/>
              </a:spcBef>
              <a:spcAft>
                <a:spcPts val="600"/>
              </a:spcAft>
              <a:buClr>
                <a:srgbClr val="8661C5"/>
              </a:buClr>
              <a:buSzTx/>
              <a:buNone/>
              <a:defRPr/>
            </a:pPr>
            <a:r>
              <a:rPr lang="pl-PL" sz="1100">
                <a:cs typeface="+mn-cs"/>
              </a:rPr>
              <a:t>gdy przekazujemy dostawcy AI dane  osobowe do przetwarzania,  (zgodnie z RODO)</a:t>
            </a:r>
          </a:p>
          <a:p>
            <a:pPr marL="0" indent="0" algn="ctr" defTabSz="685800">
              <a:spcBef>
                <a:spcPts val="0"/>
              </a:spcBef>
              <a:spcAft>
                <a:spcPts val="600"/>
              </a:spcAft>
              <a:buClr>
                <a:srgbClr val="8661C5"/>
              </a:buClr>
              <a:buSzTx/>
              <a:buNone/>
              <a:defRPr/>
            </a:pPr>
            <a:endParaRPr lang="pl-PL" sz="1100">
              <a:cs typeface="+mn-cs"/>
            </a:endParaRPr>
          </a:p>
        </p:txBody>
      </p:sp>
      <p:sp>
        <p:nvSpPr>
          <p:cNvPr id="52" name="Prostokąt: zaokrąglone rogi 51">
            <a:extLst>
              <a:ext uri="{FF2B5EF4-FFF2-40B4-BE49-F238E27FC236}">
                <a16:creationId xmlns:a16="http://schemas.microsoft.com/office/drawing/2014/main" id="{FDBAA3F3-D342-E96A-5BB2-E9920AAB9237}"/>
              </a:ext>
            </a:extLst>
          </p:cNvPr>
          <p:cNvSpPr/>
          <p:nvPr/>
        </p:nvSpPr>
        <p:spPr>
          <a:xfrm>
            <a:off x="8018851" y="1983041"/>
            <a:ext cx="1674000" cy="2149627"/>
          </a:xfrm>
          <a:prstGeom prst="roundRect">
            <a:avLst/>
          </a:prstGeom>
          <a:solidFill>
            <a:schemeClr val="accent1">
              <a:lumMod val="20000"/>
              <a:lumOff val="80000"/>
              <a:alpha val="77000"/>
            </a:schemeClr>
          </a:solidFill>
          <a:ln w="3175">
            <a:solidFill>
              <a:schemeClr val="accent1"/>
            </a:soli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72000" tIns="146304" rIns="72000" bIns="146304"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a:spcBef>
                <a:spcPts val="1000"/>
              </a:spcBef>
              <a:spcAft>
                <a:spcPts val="1000"/>
              </a:spcAft>
              <a:buClr>
                <a:schemeClr val="tx2"/>
              </a:buClr>
            </a:pPr>
            <a:r>
              <a:rPr lang="pl-PL" sz="1400" b="1">
                <a:solidFill>
                  <a:schemeClr val="accent1"/>
                </a:solidFill>
              </a:rPr>
              <a:t>Service Level Agreement (SLA)</a:t>
            </a:r>
            <a:endParaRPr lang="pl-PL" sz="1400" b="1">
              <a:solidFill>
                <a:schemeClr val="tx1"/>
              </a:solidFill>
            </a:endParaRPr>
          </a:p>
        </p:txBody>
      </p:sp>
      <p:cxnSp>
        <p:nvCxnSpPr>
          <p:cNvPr id="53" name="Łącznik prosty 52">
            <a:extLst>
              <a:ext uri="{FF2B5EF4-FFF2-40B4-BE49-F238E27FC236}">
                <a16:creationId xmlns:a16="http://schemas.microsoft.com/office/drawing/2014/main" id="{11A6C586-AF94-6A9D-DC6B-3A7A5BEABDF2}"/>
              </a:ext>
            </a:extLst>
          </p:cNvPr>
          <p:cNvCxnSpPr>
            <a:cxnSpLocks/>
          </p:cNvCxnSpPr>
          <p:nvPr/>
        </p:nvCxnSpPr>
        <p:spPr>
          <a:xfrm>
            <a:off x="8020097" y="4326307"/>
            <a:ext cx="0" cy="95689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54" name="Symbol zastępczy tekstu 2">
            <a:extLst>
              <a:ext uri="{FF2B5EF4-FFF2-40B4-BE49-F238E27FC236}">
                <a16:creationId xmlns:a16="http://schemas.microsoft.com/office/drawing/2014/main" id="{4B79405F-BB6D-D8E3-3C8B-34FD5EAADF9E}"/>
              </a:ext>
            </a:extLst>
          </p:cNvPr>
          <p:cNvSpPr txBox="1">
            <a:spLocks/>
          </p:cNvSpPr>
          <p:nvPr/>
        </p:nvSpPr>
        <p:spPr>
          <a:xfrm>
            <a:off x="8018851" y="4216733"/>
            <a:ext cx="1670400" cy="1174188"/>
          </a:xfrm>
          <a:prstGeom prst="rect">
            <a:avLst/>
          </a:prstGeom>
        </p:spPr>
        <p:txBody>
          <a:bodyPr>
            <a:normAutofit/>
          </a:bodyPr>
          <a:lstStyle>
            <a:defPPr>
              <a:defRPr lang="en-US"/>
            </a:defPPr>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spcBef>
                <a:spcPts val="0"/>
              </a:spcBef>
              <a:spcAft>
                <a:spcPts val="600"/>
              </a:spcAft>
              <a:buClr>
                <a:srgbClr val="8661C5"/>
              </a:buClr>
              <a:buSzTx/>
              <a:buNone/>
              <a:defRPr/>
            </a:pPr>
            <a:r>
              <a:rPr lang="pl-PL" sz="1100"/>
              <a:t>umowa lub część umowy określającą mierzalne standardy działania usługi AI oraz konsekwencje ich niespełnienia</a:t>
            </a:r>
            <a:endParaRPr lang="pl-PL" sz="1100">
              <a:cs typeface="+mn-cs"/>
            </a:endParaRPr>
          </a:p>
        </p:txBody>
      </p:sp>
      <p:sp>
        <p:nvSpPr>
          <p:cNvPr id="3" name="Prostokąt: zaokrąglone rogi 2">
            <a:extLst>
              <a:ext uri="{FF2B5EF4-FFF2-40B4-BE49-F238E27FC236}">
                <a16:creationId xmlns:a16="http://schemas.microsoft.com/office/drawing/2014/main" id="{90706545-CAA9-3CE9-9C2D-31DB9A867DB7}"/>
              </a:ext>
            </a:extLst>
          </p:cNvPr>
          <p:cNvSpPr/>
          <p:nvPr/>
        </p:nvSpPr>
        <p:spPr>
          <a:xfrm>
            <a:off x="9836178" y="1983041"/>
            <a:ext cx="1674000" cy="2149627"/>
          </a:xfrm>
          <a:prstGeom prst="roundRect">
            <a:avLst/>
          </a:prstGeom>
          <a:solidFill>
            <a:schemeClr val="accent1">
              <a:lumMod val="20000"/>
              <a:lumOff val="80000"/>
              <a:alpha val="77000"/>
            </a:schemeClr>
          </a:solidFill>
          <a:ln w="3175">
            <a:solidFill>
              <a:schemeClr val="accent1"/>
            </a:soli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72000" tIns="146304" rIns="72000" bIns="146304"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a:spcBef>
                <a:spcPts val="1000"/>
              </a:spcBef>
              <a:spcAft>
                <a:spcPts val="1000"/>
              </a:spcAft>
              <a:buClr>
                <a:schemeClr val="tx2"/>
              </a:buClr>
            </a:pPr>
            <a:r>
              <a:rPr lang="pl-PL" sz="1400" b="1">
                <a:solidFill>
                  <a:schemeClr val="accent1"/>
                </a:solidFill>
              </a:rPr>
              <a:t>Inne </a:t>
            </a:r>
            <a:br>
              <a:rPr lang="pl-PL" sz="1400" b="1">
                <a:solidFill>
                  <a:schemeClr val="accent1"/>
                </a:solidFill>
              </a:rPr>
            </a:br>
            <a:r>
              <a:rPr lang="pl-PL" sz="1400" b="1">
                <a:solidFill>
                  <a:schemeClr val="accent1"/>
                </a:solidFill>
              </a:rPr>
              <a:t>umowy</a:t>
            </a:r>
            <a:endParaRPr lang="pl-PL" sz="1400" b="1">
              <a:solidFill>
                <a:schemeClr val="tx1"/>
              </a:solidFill>
            </a:endParaRPr>
          </a:p>
        </p:txBody>
      </p:sp>
      <p:cxnSp>
        <p:nvCxnSpPr>
          <p:cNvPr id="4" name="Łącznik prosty 3">
            <a:extLst>
              <a:ext uri="{FF2B5EF4-FFF2-40B4-BE49-F238E27FC236}">
                <a16:creationId xmlns:a16="http://schemas.microsoft.com/office/drawing/2014/main" id="{04DE0143-F74D-6E97-8084-1648A3FAF133}"/>
              </a:ext>
            </a:extLst>
          </p:cNvPr>
          <p:cNvCxnSpPr>
            <a:cxnSpLocks/>
          </p:cNvCxnSpPr>
          <p:nvPr/>
        </p:nvCxnSpPr>
        <p:spPr>
          <a:xfrm>
            <a:off x="9837424" y="4326307"/>
            <a:ext cx="0" cy="163382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5" name="Symbol zastępczy tekstu 2">
            <a:extLst>
              <a:ext uri="{FF2B5EF4-FFF2-40B4-BE49-F238E27FC236}">
                <a16:creationId xmlns:a16="http://schemas.microsoft.com/office/drawing/2014/main" id="{A331E676-E1CA-941C-39F4-34BE5562F0B8}"/>
              </a:ext>
            </a:extLst>
          </p:cNvPr>
          <p:cNvSpPr txBox="1">
            <a:spLocks/>
          </p:cNvSpPr>
          <p:nvPr/>
        </p:nvSpPr>
        <p:spPr>
          <a:xfrm>
            <a:off x="9836178" y="4216733"/>
            <a:ext cx="1670400" cy="2007802"/>
          </a:xfrm>
          <a:prstGeom prst="rect">
            <a:avLst/>
          </a:prstGeom>
        </p:spPr>
        <p:txBody>
          <a:bodyPr>
            <a:normAutofit/>
          </a:bodyPr>
          <a:lstStyle>
            <a:defPPr>
              <a:defRPr lang="en-US"/>
            </a:defPPr>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spcBef>
                <a:spcPts val="0"/>
              </a:spcBef>
              <a:spcAft>
                <a:spcPts val="600"/>
              </a:spcAft>
              <a:buClr>
                <a:srgbClr val="8661C5"/>
              </a:buClr>
              <a:buSzTx/>
              <a:buNone/>
              <a:defRPr/>
            </a:pPr>
            <a:r>
              <a:rPr lang="pl-PL" sz="1100"/>
              <a:t>np. na tworzenie zbiorów danych treningowych, umowy na dzielenie się danymi (data </a:t>
            </a:r>
            <a:r>
              <a:rPr lang="pl-PL" sz="1100" err="1"/>
              <a:t>sharing</a:t>
            </a:r>
            <a:r>
              <a:rPr lang="pl-PL" sz="1100"/>
              <a:t> </a:t>
            </a:r>
            <a:r>
              <a:rPr lang="pl-PL" sz="1100" err="1"/>
              <a:t>agreement</a:t>
            </a:r>
            <a:r>
              <a:rPr lang="pl-PL" sz="1100"/>
              <a:t>) (np. jeśli klient udostępnia dane do wytrenowania modelu) czy na walidację modeli itp.</a:t>
            </a:r>
            <a:endParaRPr lang="pl-PL" sz="1100">
              <a:cs typeface="+mn-cs"/>
            </a:endParaRPr>
          </a:p>
        </p:txBody>
      </p:sp>
      <p:cxnSp>
        <p:nvCxnSpPr>
          <p:cNvPr id="27" name="Łącznik prosty 26">
            <a:extLst>
              <a:ext uri="{FF2B5EF4-FFF2-40B4-BE49-F238E27FC236}">
                <a16:creationId xmlns:a16="http://schemas.microsoft.com/office/drawing/2014/main" id="{DBDAFD56-8569-A6A7-BAFD-C3C5A7C64351}"/>
              </a:ext>
            </a:extLst>
          </p:cNvPr>
          <p:cNvCxnSpPr>
            <a:cxnSpLocks/>
          </p:cNvCxnSpPr>
          <p:nvPr/>
        </p:nvCxnSpPr>
        <p:spPr>
          <a:xfrm>
            <a:off x="2553598" y="4317586"/>
            <a:ext cx="0" cy="88777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6299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2383-A497-3482-3AF8-E56795FF5192}"/>
            </a:ext>
          </a:extLst>
        </p:cNvPr>
        <p:cNvGrpSpPr/>
        <p:nvPr/>
      </p:nvGrpSpPr>
      <p:grpSpPr>
        <a:xfrm>
          <a:off x="0" y="0"/>
          <a:ext cx="0" cy="0"/>
          <a:chOff x="0" y="0"/>
          <a:chExt cx="0" cy="0"/>
        </a:xfrm>
      </p:grpSpPr>
      <p:sp>
        <p:nvSpPr>
          <p:cNvPr id="3" name="Tytuł 2">
            <a:extLst>
              <a:ext uri="{FF2B5EF4-FFF2-40B4-BE49-F238E27FC236}">
                <a16:creationId xmlns:a16="http://schemas.microsoft.com/office/drawing/2014/main" id="{4D76B869-E75F-5DA1-8F65-EF5A758D82EC}"/>
              </a:ext>
            </a:extLst>
          </p:cNvPr>
          <p:cNvSpPr>
            <a:spLocks noGrp="1"/>
          </p:cNvSpPr>
          <p:nvPr>
            <p:ph type="title"/>
          </p:nvPr>
        </p:nvSpPr>
        <p:spPr>
          <a:xfrm>
            <a:off x="585215" y="1872413"/>
            <a:ext cx="7663045" cy="1661993"/>
          </a:xfrm>
        </p:spPr>
        <p:txBody>
          <a:bodyPr/>
          <a:lstStyle/>
          <a:p>
            <a:r>
              <a:rPr lang="pl-PL" b="1"/>
              <a:t>Umowy na korzystanie - kluczowe postanowienia i na co zwracać uwagę</a:t>
            </a:r>
            <a:endParaRPr lang="pl-PL"/>
          </a:p>
        </p:txBody>
      </p:sp>
    </p:spTree>
    <p:extLst>
      <p:ext uri="{BB962C8B-B14F-4D97-AF65-F5344CB8AC3E}">
        <p14:creationId xmlns:p14="http://schemas.microsoft.com/office/powerpoint/2010/main" val="3797350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A42DC-B897-443F-5943-829877498E59}"/>
            </a:ext>
          </a:extLst>
        </p:cNvPr>
        <p:cNvGrpSpPr/>
        <p:nvPr/>
      </p:nvGrpSpPr>
      <p:grpSpPr>
        <a:xfrm>
          <a:off x="0" y="0"/>
          <a:ext cx="0" cy="0"/>
          <a:chOff x="0" y="0"/>
          <a:chExt cx="0" cy="0"/>
        </a:xfrm>
      </p:grpSpPr>
      <p:sp>
        <p:nvSpPr>
          <p:cNvPr id="6" name="Symbol zastępczy tekstu 2">
            <a:extLst>
              <a:ext uri="{FF2B5EF4-FFF2-40B4-BE49-F238E27FC236}">
                <a16:creationId xmlns:a16="http://schemas.microsoft.com/office/drawing/2014/main" id="{10888C6B-2216-DF11-18D8-1EFD85B889B7}"/>
              </a:ext>
            </a:extLst>
          </p:cNvPr>
          <p:cNvSpPr txBox="1">
            <a:spLocks/>
          </p:cNvSpPr>
          <p:nvPr/>
        </p:nvSpPr>
        <p:spPr>
          <a:xfrm>
            <a:off x="588263" y="1575412"/>
            <a:ext cx="8237993" cy="5010322"/>
          </a:xfrm>
          <a:prstGeom prst="rect">
            <a:avLst/>
          </a:prstGeom>
        </p:spPr>
        <p:txBody>
          <a:bodyPr lIns="36000" tIns="45720" rIns="91440" bIns="45720" anchor="t">
            <a:norm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spcBef>
                <a:spcPts val="0"/>
              </a:spcBef>
              <a:buNone/>
            </a:pPr>
            <a:r>
              <a:rPr lang="pl-PL" sz="1400" b="1">
                <a:solidFill>
                  <a:srgbClr val="8661C5"/>
                </a:solidFill>
                <a:cs typeface="Segoe UI"/>
              </a:rPr>
              <a:t>Na co zwrócić uwagę:</a:t>
            </a:r>
            <a:endParaRPr lang="pl-PL" sz="1400">
              <a:solidFill>
                <a:srgbClr val="8661C5"/>
              </a:solidFill>
              <a:cs typeface="Segoe UI"/>
            </a:endParaRPr>
          </a:p>
          <a:p>
            <a:pPr marL="0" indent="0" algn="just" defTabSz="533400">
              <a:lnSpc>
                <a:spcPct val="110000"/>
              </a:lnSpc>
              <a:spcBef>
                <a:spcPts val="0"/>
              </a:spcBef>
              <a:buNone/>
            </a:pPr>
            <a:endParaRPr lang="pl-PL" sz="1100" b="1">
              <a:solidFill>
                <a:srgbClr val="8661C5"/>
              </a:solidFill>
            </a:endParaRPr>
          </a:p>
          <a:p>
            <a:pPr marL="0" indent="0" algn="just" defTabSz="533400">
              <a:lnSpc>
                <a:spcPct val="110000"/>
              </a:lnSpc>
              <a:spcBef>
                <a:spcPts val="0"/>
              </a:spcBef>
              <a:buNone/>
            </a:pPr>
            <a:r>
              <a:rPr lang="pl-PL" sz="1100" b="1">
                <a:solidFill>
                  <a:srgbClr val="8661C5"/>
                </a:solidFill>
              </a:rPr>
              <a:t>Zakres korzystania</a:t>
            </a:r>
          </a:p>
          <a:p>
            <a:pPr marL="0" indent="0" algn="just" defTabSz="533400">
              <a:lnSpc>
                <a:spcPct val="110000"/>
              </a:lnSpc>
              <a:spcBef>
                <a:spcPts val="0"/>
              </a:spcBef>
              <a:buNone/>
            </a:pPr>
            <a:r>
              <a:rPr lang="pl-PL" sz="1100"/>
              <a:t>Określenie rodzaju uprawnienia (np. licencja na oprogramowanie, licencja subskrypcyjna – w usługach chmurowych, ogólne warunki korzystania z API)</a:t>
            </a:r>
          </a:p>
          <a:p>
            <a:pPr marL="0" indent="0" algn="just" defTabSz="533400">
              <a:lnSpc>
                <a:spcPct val="110000"/>
              </a:lnSpc>
              <a:spcBef>
                <a:spcPts val="0"/>
              </a:spcBef>
              <a:buNone/>
            </a:pPr>
            <a:r>
              <a:rPr lang="pl-PL" sz="1100"/>
              <a:t>Pola eksploatacji powinny być określone (np. czy jest prawo modyfikacji jeśli jest nam potrzebne i w jakim zakresie). Przepisywanie pól eksploatacji z art. 50 czy 74.4 Prawa autorskiego nie ma sensu zwłaszcza przy licencji na standardowe rozwiązania. W modelach SaaS generalnie stosuje się ogólne zasady dotyczące usług chmurowych z uzupełnieniem dot. AI.</a:t>
            </a:r>
          </a:p>
          <a:p>
            <a:pPr marL="0" indent="0" algn="just" defTabSz="533400">
              <a:lnSpc>
                <a:spcPct val="110000"/>
              </a:lnSpc>
              <a:spcBef>
                <a:spcPts val="0"/>
              </a:spcBef>
              <a:buNone/>
            </a:pPr>
            <a:endParaRPr lang="pl-PL" sz="1100"/>
          </a:p>
          <a:p>
            <a:pPr marL="0" indent="0" algn="just" defTabSz="533400">
              <a:lnSpc>
                <a:spcPct val="110000"/>
              </a:lnSpc>
              <a:spcBef>
                <a:spcPts val="0"/>
              </a:spcBef>
              <a:buNone/>
            </a:pPr>
            <a:r>
              <a:rPr lang="pl-PL" sz="1100" b="1">
                <a:solidFill>
                  <a:srgbClr val="8661C5"/>
                </a:solidFill>
              </a:rPr>
              <a:t>Ograniczenia w zakresie korzystania z </a:t>
            </a:r>
            <a:r>
              <a:rPr lang="pl-PL" sz="1100" b="1" err="1">
                <a:solidFill>
                  <a:srgbClr val="8661C5"/>
                </a:solidFill>
              </a:rPr>
              <a:t>outputu</a:t>
            </a:r>
            <a:endParaRPr lang="pl-PL" sz="1100" b="1">
              <a:solidFill>
                <a:srgbClr val="8661C5"/>
              </a:solidFill>
            </a:endParaRPr>
          </a:p>
          <a:p>
            <a:pPr marL="0" indent="0" algn="just" defTabSz="533400">
              <a:lnSpc>
                <a:spcPct val="110000"/>
              </a:lnSpc>
              <a:spcBef>
                <a:spcPts val="0"/>
              </a:spcBef>
              <a:buNone/>
            </a:pPr>
            <a:r>
              <a:rPr lang="pl-PL" sz="1100"/>
              <a:t>Dostawcy często wprowadzają klauzule ograniczające wykorzystanie ich rozwiązań do budowy bezpośrednio konkurencyjnych produktów. W obszarze AI dotyczy to w szczególności zasad wykorzystywania </a:t>
            </a:r>
            <a:r>
              <a:rPr lang="pl-PL" sz="1100" err="1"/>
              <a:t>outputu</a:t>
            </a:r>
            <a:r>
              <a:rPr lang="pl-PL" sz="1100"/>
              <a:t> do trenowania innych modeli. W najnowszych warunkach czołowych dostawców zapisy te zostały doprecyzowane i co do zasady nie zakazują już generalnie użycia </a:t>
            </a:r>
            <a:r>
              <a:rPr lang="pl-PL" sz="1100" err="1"/>
              <a:t>outputu</a:t>
            </a:r>
            <a:r>
              <a:rPr lang="pl-PL" sz="1100"/>
              <a:t> do trenowania własnych modeli, lecz koncentrują się na zakazie wykorzystywania usług dostawcy do rozwijania modeli, które mają zastępować lub replikować jego podstawową ofertę.</a:t>
            </a:r>
          </a:p>
          <a:p>
            <a:pPr marL="0" lvl="0" indent="0" algn="just" defTabSz="533400">
              <a:lnSpc>
                <a:spcPct val="110000"/>
              </a:lnSpc>
              <a:spcBef>
                <a:spcPts val="0"/>
              </a:spcBef>
              <a:buNone/>
            </a:pPr>
            <a:endParaRPr lang="pl-PL" sz="1100" b="1">
              <a:solidFill>
                <a:srgbClr val="8661C5"/>
              </a:solidFill>
            </a:endParaRPr>
          </a:p>
          <a:p>
            <a:pPr marL="0" lvl="0" indent="0" algn="just" defTabSz="533400">
              <a:lnSpc>
                <a:spcPct val="110000"/>
              </a:lnSpc>
              <a:spcBef>
                <a:spcPts val="0"/>
              </a:spcBef>
              <a:buNone/>
            </a:pPr>
            <a:r>
              <a:rPr lang="pl-PL" sz="1100" b="1">
                <a:solidFill>
                  <a:srgbClr val="8661C5"/>
                </a:solidFill>
              </a:rPr>
              <a:t>Granice dozwolonego użycia</a:t>
            </a:r>
          </a:p>
          <a:p>
            <a:pPr marL="0" lvl="0" indent="0" algn="just" defTabSz="533400">
              <a:lnSpc>
                <a:spcPct val="110000"/>
              </a:lnSpc>
              <a:spcBef>
                <a:spcPts val="0"/>
              </a:spcBef>
              <a:buNone/>
            </a:pPr>
            <a:r>
              <a:rPr lang="pl-PL" sz="1100"/>
              <a:t>W kontekście AI kluczowe jest, czy klient może samodzielnie zmieniać/rozwijać model. Standardowo – jeśli nie ustalono inaczej – modyfikacje są zabronione. Jeśli jednak intencją jest, by klient np. dokonywał dalszego trenowania modelu (</a:t>
            </a:r>
            <a:r>
              <a:rPr lang="pl-PL" sz="1100" err="1"/>
              <a:t>finetuining</a:t>
            </a:r>
            <a:r>
              <a:rPr lang="pl-PL" sz="1100"/>
              <a:t>) na swoich danych, trzeba to wyraźnie dopuścić.</a:t>
            </a:r>
          </a:p>
          <a:p>
            <a:pPr marL="0" lvl="0" indent="0" algn="just" defTabSz="533400">
              <a:lnSpc>
                <a:spcPct val="110000"/>
              </a:lnSpc>
              <a:spcBef>
                <a:spcPts val="0"/>
              </a:spcBef>
              <a:buNone/>
            </a:pPr>
            <a:endParaRPr lang="pl-PL" sz="1100"/>
          </a:p>
          <a:p>
            <a:pPr marL="0" lvl="0" indent="0" algn="just" defTabSz="533400">
              <a:lnSpc>
                <a:spcPct val="110000"/>
              </a:lnSpc>
              <a:spcBef>
                <a:spcPts val="0"/>
              </a:spcBef>
              <a:buNone/>
            </a:pPr>
            <a:r>
              <a:rPr lang="pl-PL" sz="1100" b="1">
                <a:solidFill>
                  <a:srgbClr val="8661C5"/>
                </a:solidFill>
              </a:rPr>
              <a:t>Wstrzymanie świadczenia usługi</a:t>
            </a:r>
          </a:p>
          <a:p>
            <a:pPr marL="0" lvl="0" indent="0" algn="just" defTabSz="533400">
              <a:lnSpc>
                <a:spcPct val="110000"/>
              </a:lnSpc>
              <a:spcBef>
                <a:spcPts val="0"/>
              </a:spcBef>
              <a:buNone/>
            </a:pPr>
            <a:r>
              <a:rPr lang="pl-PL" sz="1100"/>
              <a:t>Jeśli licencja lub umowa usługowa przewiduje, że dostawca może zawiesić dostęp (np. przy naruszeniu regulaminów korzystania z narzędzi (tzw. </a:t>
            </a:r>
            <a:r>
              <a:rPr lang="pl-PL" sz="1100" err="1"/>
              <a:t>Acceptable</a:t>
            </a:r>
            <a:r>
              <a:rPr lang="pl-PL" sz="1100"/>
              <a:t> </a:t>
            </a:r>
            <a:r>
              <a:rPr lang="pl-PL" sz="1100" err="1"/>
              <a:t>Use</a:t>
            </a:r>
            <a:r>
              <a:rPr lang="pl-PL" sz="1100"/>
              <a:t> Policy) lub opóźnieniu płatności), klauzula ta powinna być precyzyjna</a:t>
            </a:r>
          </a:p>
          <a:p>
            <a:pPr marL="0" lvl="0" indent="0" algn="just" defTabSz="533400">
              <a:lnSpc>
                <a:spcPct val="110000"/>
              </a:lnSpc>
              <a:spcBef>
                <a:spcPts val="0"/>
              </a:spcBef>
              <a:buNone/>
            </a:pPr>
            <a:endParaRPr lang="pl-PL" sz="1100"/>
          </a:p>
          <a:p>
            <a:pPr marL="0" indent="0" algn="just">
              <a:lnSpc>
                <a:spcPct val="110000"/>
              </a:lnSpc>
              <a:spcBef>
                <a:spcPts val="0"/>
              </a:spcBef>
              <a:buNone/>
            </a:pPr>
            <a:endParaRPr lang="pl-PL" sz="1100"/>
          </a:p>
        </p:txBody>
      </p:sp>
      <p:sp>
        <p:nvSpPr>
          <p:cNvPr id="11" name="Tytuł 10">
            <a:extLst>
              <a:ext uri="{FF2B5EF4-FFF2-40B4-BE49-F238E27FC236}">
                <a16:creationId xmlns:a16="http://schemas.microsoft.com/office/drawing/2014/main" id="{F1DA9C85-313D-A5D7-C97C-AC3241F75B59}"/>
              </a:ext>
            </a:extLst>
          </p:cNvPr>
          <p:cNvSpPr>
            <a:spLocks noGrp="1"/>
          </p:cNvSpPr>
          <p:nvPr>
            <p:ph type="title"/>
          </p:nvPr>
        </p:nvSpPr>
        <p:spPr>
          <a:xfrm>
            <a:off x="588263" y="457200"/>
            <a:ext cx="11001600" cy="984885"/>
          </a:xfrm>
        </p:spPr>
        <p:txBody>
          <a:bodyPr/>
          <a:lstStyle/>
          <a:p>
            <a:pPr>
              <a:spcBef>
                <a:spcPts val="600"/>
              </a:spcBef>
            </a:pPr>
            <a:r>
              <a:rPr lang="pl-PL" b="1">
                <a:gradFill>
                  <a:gsLst>
                    <a:gs pos="0">
                      <a:srgbClr val="8661C5"/>
                    </a:gs>
                    <a:gs pos="70000">
                      <a:srgbClr val="28AFEA"/>
                    </a:gs>
                    <a:gs pos="100000">
                      <a:srgbClr val="8DE971"/>
                    </a:gs>
                  </a:gsLst>
                  <a:lin ang="2700000" scaled="1"/>
                </a:gradFill>
                <a:cs typeface="Segoe UI"/>
              </a:rPr>
              <a:t>Zakres licencji i dozwolone użycie</a:t>
            </a:r>
            <a:br>
              <a:rPr lang="pl-PL" b="1">
                <a:gradFill>
                  <a:gsLst>
                    <a:gs pos="0">
                      <a:srgbClr val="8661C5"/>
                    </a:gs>
                    <a:gs pos="70000">
                      <a:srgbClr val="28AFEA"/>
                    </a:gs>
                    <a:gs pos="100000">
                      <a:srgbClr val="8DE971"/>
                    </a:gs>
                  </a:gsLst>
                  <a:lin ang="2700000" scaled="1"/>
                </a:gradFill>
                <a:cs typeface="Segoe UI"/>
              </a:rPr>
            </a:br>
            <a:r>
              <a:rPr lang="pl-PL" sz="1300" b="1" spc="0">
                <a:ln>
                  <a:noFill/>
                </a:ln>
                <a:solidFill>
                  <a:srgbClr val="8661C5"/>
                </a:solidFill>
                <a:latin typeface="Segoe UI"/>
                <a:cs typeface="+mn-cs"/>
              </a:rPr>
              <a:t>Znaczenie</a:t>
            </a:r>
            <a:r>
              <a:rPr lang="pl-PL" sz="1300" b="1">
                <a:gradFill>
                  <a:gsLst>
                    <a:gs pos="0">
                      <a:srgbClr val="8661C5"/>
                    </a:gs>
                    <a:gs pos="70000">
                      <a:srgbClr val="28AFEA"/>
                    </a:gs>
                    <a:gs pos="100000">
                      <a:srgbClr val="8DE971"/>
                    </a:gs>
                  </a:gsLst>
                  <a:lin ang="2700000" scaled="1"/>
                </a:gradFill>
                <a:latin typeface="Segoe UI"/>
                <a:cs typeface="Segoe UI"/>
              </a:rPr>
              <a:t>:</a:t>
            </a:r>
            <a:r>
              <a:rPr lang="pl-PL" sz="1300">
                <a:gradFill>
                  <a:gsLst>
                    <a:gs pos="0">
                      <a:srgbClr val="8661C5"/>
                    </a:gs>
                    <a:gs pos="70000">
                      <a:srgbClr val="28AFEA"/>
                    </a:gs>
                    <a:gs pos="100000">
                      <a:srgbClr val="8DE971"/>
                    </a:gs>
                  </a:gsLst>
                  <a:lin ang="2700000" scaled="1"/>
                </a:gradFill>
                <a:latin typeface="Segoe UI"/>
                <a:cs typeface="Segoe UI"/>
              </a:rPr>
              <a:t> </a:t>
            </a:r>
            <a:r>
              <a:rPr lang="pl-PL" sz="1300">
                <a:solidFill>
                  <a:srgbClr val="000000"/>
                </a:solidFill>
                <a:latin typeface="Segoe UI"/>
                <a:cs typeface="Segoe UI"/>
              </a:rPr>
              <a:t>Określa </a:t>
            </a:r>
            <a:r>
              <a:rPr lang="pl-PL" sz="1300" b="1">
                <a:solidFill>
                  <a:srgbClr val="000000"/>
                </a:solidFill>
                <a:latin typeface="Segoe UI"/>
                <a:cs typeface="Segoe UI"/>
              </a:rPr>
              <a:t>ramy korzystania</a:t>
            </a:r>
            <a:r>
              <a:rPr lang="pl-PL" sz="1300">
                <a:solidFill>
                  <a:srgbClr val="000000"/>
                </a:solidFill>
                <a:latin typeface="Segoe UI"/>
                <a:cs typeface="Segoe UI"/>
              </a:rPr>
              <a:t> z dostarczonego rozwiązania AI przez klienta. Błędy w tej klauzuli mogą albo nadmiernie ograniczyć klienta, albo pozwolić mu na więcej, niż zamierzał dostawca (ryzyko dla dostawcy).</a:t>
            </a:r>
            <a:endParaRPr lang="pl-PL" sz="1300">
              <a:gradFill>
                <a:gsLst>
                  <a:gs pos="0">
                    <a:srgbClr val="8661C5"/>
                  </a:gs>
                  <a:gs pos="70000">
                    <a:srgbClr val="28AFEA"/>
                  </a:gs>
                  <a:gs pos="100000">
                    <a:srgbClr val="8DE971"/>
                  </a:gs>
                </a:gsLst>
                <a:lin ang="2700000" scaled="1"/>
              </a:gradFill>
              <a:cs typeface="Segoe UI"/>
            </a:endParaRPr>
          </a:p>
        </p:txBody>
      </p:sp>
      <p:sp>
        <p:nvSpPr>
          <p:cNvPr id="18" name="Prostokąt: zaokrąglone rogi 17">
            <a:extLst>
              <a:ext uri="{FF2B5EF4-FFF2-40B4-BE49-F238E27FC236}">
                <a16:creationId xmlns:a16="http://schemas.microsoft.com/office/drawing/2014/main" id="{9A480780-13C7-291A-B69E-0CAF3E277959}"/>
              </a:ext>
            </a:extLst>
          </p:cNvPr>
          <p:cNvSpPr/>
          <p:nvPr/>
        </p:nvSpPr>
        <p:spPr>
          <a:xfrm>
            <a:off x="9349482" y="2193612"/>
            <a:ext cx="2254254" cy="652330"/>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algn="ctr" defTabSz="533400">
              <a:lnSpc>
                <a:spcPct val="90000"/>
              </a:lnSpc>
              <a:spcBef>
                <a:spcPct val="0"/>
              </a:spcBef>
              <a:spcAft>
                <a:spcPct val="35000"/>
              </a:spcAft>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indent="-171450" algn="ctr" defTabSz="533400">
              <a:lnSpc>
                <a:spcPct val="90000"/>
              </a:lnSpc>
              <a:spcBef>
                <a:spcPct val="0"/>
              </a:spcBef>
              <a:spcAft>
                <a:spcPct val="35000"/>
              </a:spcAft>
              <a:buFont typeface="Segoe UI Symbol" panose="020B0502040204020203" pitchFamily="34" charset="0"/>
              <a:buChar char="✗"/>
            </a:pPr>
            <a:r>
              <a:rPr lang="pl-PL" sz="1100">
                <a:solidFill>
                  <a:srgbClr val="F4364C"/>
                </a:solidFill>
              </a:rPr>
              <a:t>Bardzo ogólnikowe zapisy. </a:t>
            </a:r>
          </a:p>
        </p:txBody>
      </p:sp>
      <p:cxnSp>
        <p:nvCxnSpPr>
          <p:cNvPr id="2" name="Łącznik prosty 1">
            <a:extLst>
              <a:ext uri="{FF2B5EF4-FFF2-40B4-BE49-F238E27FC236}">
                <a16:creationId xmlns:a16="http://schemas.microsoft.com/office/drawing/2014/main" id="{02957A9A-4A4A-849D-907A-9175C22B50BC}"/>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004B8BF5-1FDA-4376-70C8-35B4ACCAA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2884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D181-D755-6AA4-A77A-36751BF0C1E1}"/>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E320411C-1D4C-2122-7405-A4C8648CB9BC}"/>
              </a:ext>
            </a:extLst>
          </p:cNvPr>
          <p:cNvSpPr>
            <a:spLocks noGrp="1"/>
          </p:cNvSpPr>
          <p:nvPr>
            <p:ph type="title"/>
          </p:nvPr>
        </p:nvSpPr>
        <p:spPr>
          <a:xfrm>
            <a:off x="588263" y="457200"/>
            <a:ext cx="11001600" cy="1708160"/>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b="1"/>
              <a:t>Wykorzystanie danych klienta do trenowania modeli</a:t>
            </a:r>
            <a:br>
              <a:rPr lang="pl-PL" b="1"/>
            </a:br>
            <a:br>
              <a:rPr lang="pl-PL"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Dane dostarczane przez klienta (</a:t>
            </a:r>
            <a:r>
              <a:rPr kumimoji="0" lang="pl-PL" sz="1300" b="0" i="0" u="none" strike="noStrike" kern="1200" cap="none" spc="0" normalizeH="0" baseline="0" noProof="0" err="1">
                <a:ln>
                  <a:noFill/>
                </a:ln>
                <a:solidFill>
                  <a:srgbClr val="000000"/>
                </a:solidFill>
                <a:effectLst/>
                <a:uLnTx/>
                <a:uFillTx/>
                <a:latin typeface="Segoe UI"/>
                <a:ea typeface="+mn-ea"/>
                <a:cs typeface="+mn-cs"/>
              </a:rPr>
              <a:t>input</a:t>
            </a:r>
            <a:r>
              <a:rPr kumimoji="0" lang="pl-PL" sz="1300" b="0" i="0" u="none" strike="noStrike" kern="1200" cap="none" spc="0" normalizeH="0" baseline="0" noProof="0">
                <a:ln>
                  <a:noFill/>
                </a:ln>
                <a:solidFill>
                  <a:srgbClr val="000000"/>
                </a:solidFill>
                <a:effectLst/>
                <a:uLnTx/>
                <a:uFillTx/>
                <a:latin typeface="Segoe UI"/>
                <a:ea typeface="+mn-ea"/>
                <a:cs typeface="+mn-cs"/>
              </a:rPr>
              <a:t>) lub generowane w trakcie używania AI (</a:t>
            </a:r>
            <a:r>
              <a:rPr kumimoji="0" lang="pl-PL" sz="1300" b="0" i="0" u="none" strike="noStrike" kern="1200" cap="none" spc="0" normalizeH="0" baseline="0" noProof="0" err="1">
                <a:ln>
                  <a:noFill/>
                </a:ln>
                <a:solidFill>
                  <a:srgbClr val="000000"/>
                </a:solidFill>
                <a:effectLst/>
                <a:uLnTx/>
                <a:uFillTx/>
                <a:latin typeface="Segoe UI"/>
                <a:ea typeface="+mn-ea"/>
                <a:cs typeface="+mn-cs"/>
              </a:rPr>
              <a:t>output</a:t>
            </a:r>
            <a:r>
              <a:rPr kumimoji="0" lang="pl-PL" sz="1300" b="0" i="0" u="none" strike="noStrike" kern="1200" cap="none" spc="0" normalizeH="0" baseline="0" noProof="0">
                <a:ln>
                  <a:noFill/>
                </a:ln>
                <a:solidFill>
                  <a:srgbClr val="000000"/>
                </a:solidFill>
                <a:effectLst/>
                <a:uLnTx/>
                <a:uFillTx/>
                <a:latin typeface="Segoe UI"/>
                <a:ea typeface="+mn-ea"/>
                <a:cs typeface="+mn-cs"/>
              </a:rPr>
              <a:t>) są często bardzo cenne. Pytanie brzmi: </a:t>
            </a:r>
            <a:r>
              <a:rPr kumimoji="0" lang="pl-PL" sz="1300" b="1" i="0" u="none" strike="noStrike" kern="1200" cap="none" spc="0" normalizeH="0" baseline="0" noProof="0">
                <a:ln>
                  <a:noFill/>
                </a:ln>
                <a:solidFill>
                  <a:srgbClr val="000000"/>
                </a:solidFill>
                <a:effectLst/>
                <a:uLnTx/>
                <a:uFillTx/>
                <a:latin typeface="Segoe UI"/>
                <a:ea typeface="+mn-ea"/>
                <a:cs typeface="+mn-cs"/>
              </a:rPr>
              <a:t>czy dostawca AI może je wykorzystać do trenowania/udoskonalania swoich modeli lub innych celów</a:t>
            </a:r>
            <a:r>
              <a:rPr kumimoji="0" lang="pl-PL" sz="1300" b="0" i="0" u="none" strike="noStrike" kern="1200" cap="none" spc="0" normalizeH="0" baseline="0" noProof="0">
                <a:ln>
                  <a:noFill/>
                </a:ln>
                <a:solidFill>
                  <a:srgbClr val="000000"/>
                </a:solidFill>
                <a:effectLst/>
                <a:uLnTx/>
                <a:uFillTx/>
                <a:latin typeface="Segoe UI"/>
                <a:ea typeface="+mn-ea"/>
                <a:cs typeface="+mn-cs"/>
              </a:rPr>
              <a:t>? Dla klienta </a:t>
            </a:r>
            <a:r>
              <a:rPr kumimoji="0" lang="pl-PL" sz="1300" b="0" i="0" u="none" strike="noStrike" kern="1200" cap="none" spc="0" normalizeH="0" baseline="0" noProof="0" err="1">
                <a:ln>
                  <a:noFill/>
                </a:ln>
                <a:solidFill>
                  <a:srgbClr val="000000"/>
                </a:solidFill>
                <a:effectLst/>
                <a:uLnTx/>
                <a:uFillTx/>
                <a:latin typeface="Segoe UI"/>
                <a:ea typeface="+mn-ea"/>
                <a:cs typeface="+mn-cs"/>
              </a:rPr>
              <a:t>biznesowsego</a:t>
            </a:r>
            <a:r>
              <a:rPr kumimoji="0" lang="pl-PL" sz="1300" b="0" i="0" u="none" strike="noStrike" kern="1200" cap="none" spc="0" normalizeH="0" baseline="0" noProof="0">
                <a:ln>
                  <a:noFill/>
                </a:ln>
                <a:solidFill>
                  <a:srgbClr val="000000"/>
                </a:solidFill>
                <a:effectLst/>
                <a:uLnTx/>
                <a:uFillTx/>
                <a:latin typeface="Segoe UI"/>
                <a:ea typeface="+mn-ea"/>
                <a:cs typeface="+mn-cs"/>
              </a:rPr>
              <a:t> generalnie to ryzyko (utrata kontroli nad danymi, ewentualne naruszenie tajemnic), dla dostawcy – potencjalna korzyść (więcej danych do AI, poprawienie jakości). </a:t>
            </a:r>
            <a:endParaRPr lang="pl-PL" sz="1300"/>
          </a:p>
        </p:txBody>
      </p:sp>
      <p:sp>
        <p:nvSpPr>
          <p:cNvPr id="2" name="Symbol zastępczy tekstu 2">
            <a:extLst>
              <a:ext uri="{FF2B5EF4-FFF2-40B4-BE49-F238E27FC236}">
                <a16:creationId xmlns:a16="http://schemas.microsoft.com/office/drawing/2014/main" id="{4B0B0135-AD95-707A-9B81-985037AF421E}"/>
              </a:ext>
            </a:extLst>
          </p:cNvPr>
          <p:cNvSpPr txBox="1">
            <a:spLocks/>
          </p:cNvSpPr>
          <p:nvPr/>
        </p:nvSpPr>
        <p:spPr>
          <a:xfrm>
            <a:off x="588263" y="2193612"/>
            <a:ext cx="8237991" cy="4392122"/>
          </a:xfrm>
          <a:prstGeom prst="rect">
            <a:avLst/>
          </a:prstGeom>
        </p:spPr>
        <p:txBody>
          <a:bodyPr lIns="36000" tIns="45720" rIns="91440" bIns="45720" anchor="t">
            <a:norm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pl-PL" sz="1200" b="1">
                <a:solidFill>
                  <a:srgbClr val="8661C5"/>
                </a:solidFill>
                <a:cs typeface="Segoe UI"/>
              </a:rPr>
              <a:t>Model „</a:t>
            </a:r>
            <a:r>
              <a:rPr lang="pl-PL" sz="1200" b="1" err="1">
                <a:solidFill>
                  <a:srgbClr val="8661C5"/>
                </a:solidFill>
                <a:cs typeface="Segoe UI"/>
              </a:rPr>
              <a:t>opt</a:t>
            </a:r>
            <a:r>
              <a:rPr lang="pl-PL" sz="1200" b="1">
                <a:solidFill>
                  <a:srgbClr val="8661C5"/>
                </a:solidFill>
                <a:cs typeface="Segoe UI"/>
              </a:rPr>
              <a:t>-in” (zgoda na trening) – </a:t>
            </a:r>
            <a:r>
              <a:rPr lang="pl-PL" sz="1200"/>
              <a:t>umowa dopuszcza wykorzystanie danych klienta do trenowania lub ulepszania modeli dostawcy. Takie rozwiązanie potencjalnie daje lepszą jakość usług, ale jednocześnie oznacza utratę pełnej kontroli nad danymi i ograniczoną możliwość ich wycofania z przyszłych wersji modelu.</a:t>
            </a:r>
          </a:p>
          <a:p>
            <a:pPr marL="0" indent="0">
              <a:buNone/>
            </a:pPr>
            <a:endParaRPr lang="pl-PL" sz="1200" b="1"/>
          </a:p>
          <a:p>
            <a:pPr marL="0" indent="0">
              <a:buNone/>
            </a:pPr>
            <a:r>
              <a:rPr lang="pl-PL" sz="1200" b="1">
                <a:solidFill>
                  <a:srgbClr val="8661C5"/>
                </a:solidFill>
                <a:cs typeface="Segoe UI"/>
              </a:rPr>
              <a:t>Model „</a:t>
            </a:r>
            <a:r>
              <a:rPr lang="pl-PL" sz="1200" b="1" err="1">
                <a:solidFill>
                  <a:srgbClr val="8661C5"/>
                </a:solidFill>
                <a:cs typeface="Segoe UI"/>
              </a:rPr>
              <a:t>opt</a:t>
            </a:r>
            <a:r>
              <a:rPr lang="pl-PL" sz="1200" b="1">
                <a:solidFill>
                  <a:srgbClr val="8661C5"/>
                </a:solidFill>
                <a:cs typeface="Segoe UI"/>
              </a:rPr>
              <a:t>-out / no-</a:t>
            </a:r>
            <a:r>
              <a:rPr lang="pl-PL" sz="1200" b="1" err="1">
                <a:solidFill>
                  <a:srgbClr val="8661C5"/>
                </a:solidFill>
                <a:cs typeface="Segoe UI"/>
              </a:rPr>
              <a:t>training</a:t>
            </a:r>
            <a:r>
              <a:rPr lang="pl-PL" sz="1200" b="1">
                <a:solidFill>
                  <a:srgbClr val="8661C5"/>
                </a:solidFill>
                <a:cs typeface="Segoe UI"/>
              </a:rPr>
              <a:t>” – </a:t>
            </a:r>
            <a:r>
              <a:rPr lang="pl-PL" sz="1200"/>
              <a:t>umowa zakazuje wykorzystywania danych klienta do trenowania modeli. Taki rozwiązanie daje większą kontrolę nad poufnością i IP, przy możliwie wyższy koszt usługi.</a:t>
            </a:r>
          </a:p>
          <a:p>
            <a:pPr marL="0" indent="0">
              <a:buNone/>
            </a:pPr>
            <a:endParaRPr lang="pl-PL" sz="1200" b="1"/>
          </a:p>
          <a:p>
            <a:pPr marL="0" indent="0">
              <a:buNone/>
            </a:pPr>
            <a:r>
              <a:rPr lang="pl-PL" sz="1200" b="1" u="sng">
                <a:solidFill>
                  <a:srgbClr val="8661C5"/>
                </a:solidFill>
                <a:cs typeface="Segoe UI"/>
              </a:rPr>
              <a:t>Na co zwrócić uwagę:</a:t>
            </a:r>
            <a:endParaRPr lang="pl-PL" sz="1200" u="sng">
              <a:solidFill>
                <a:srgbClr val="8661C5"/>
              </a:solidFill>
              <a:cs typeface="Segoe UI"/>
            </a:endParaRPr>
          </a:p>
          <a:p>
            <a:pPr marL="0" indent="0">
              <a:buNone/>
            </a:pPr>
            <a:r>
              <a:rPr lang="pl-PL" sz="1200" b="1">
                <a:solidFill>
                  <a:srgbClr val="8661C5"/>
                </a:solidFill>
                <a:cs typeface="Segoe UI"/>
              </a:rPr>
              <a:t>Wyjątki rynkowe: </a:t>
            </a:r>
            <a:r>
              <a:rPr lang="pl-PL" sz="1200"/>
              <a:t>dostawca często zastrzega możliwość:</a:t>
            </a:r>
          </a:p>
          <a:p>
            <a:pPr lvl="1">
              <a:buClr>
                <a:srgbClr val="8661C5"/>
              </a:buClr>
              <a:buFont typeface="Wingdings" panose="05000000000000000000" pitchFamily="2" charset="2"/>
              <a:buChar char="§"/>
            </a:pPr>
            <a:r>
              <a:rPr lang="pl-PL" sz="1200"/>
              <a:t>krótkotrwałego przetwarzania danych dla działania usługi,</a:t>
            </a:r>
          </a:p>
          <a:p>
            <a:pPr lvl="1">
              <a:buClr>
                <a:srgbClr val="8661C5"/>
              </a:buClr>
              <a:buFont typeface="Wingdings" panose="05000000000000000000" pitchFamily="2" charset="2"/>
              <a:buChar char="§"/>
            </a:pPr>
            <a:r>
              <a:rPr lang="pl-PL" sz="1200"/>
              <a:t>użycia danych zanonimizowanych lub zagregowanych do poprawy bezpieczeństwa i jakości,</a:t>
            </a:r>
          </a:p>
          <a:p>
            <a:pPr lvl="1">
              <a:buClr>
                <a:srgbClr val="8661C5"/>
              </a:buClr>
              <a:buFont typeface="Wingdings" panose="05000000000000000000" pitchFamily="2" charset="2"/>
              <a:buChar char="§"/>
            </a:pPr>
            <a:r>
              <a:rPr lang="pl-PL" sz="1200"/>
              <a:t>wykorzystania danych na potrzeby obowiązków prawnych lub audytu.</a:t>
            </a:r>
          </a:p>
          <a:p>
            <a:pPr marL="0" indent="0" algn="just" defTabSz="533400">
              <a:lnSpc>
                <a:spcPct val="90000"/>
              </a:lnSpc>
              <a:spcBef>
                <a:spcPct val="0"/>
              </a:spcBef>
              <a:spcAft>
                <a:spcPct val="35000"/>
              </a:spcAft>
              <a:buNone/>
            </a:pPr>
            <a:endParaRPr lang="pl-PL" sz="1200" b="1">
              <a:solidFill>
                <a:srgbClr val="8661C5"/>
              </a:solidFill>
              <a:cs typeface="Segoe UI"/>
            </a:endParaRPr>
          </a:p>
          <a:p>
            <a:pPr marL="0" lvl="0" indent="0" algn="just" defTabSz="533400">
              <a:lnSpc>
                <a:spcPct val="90000"/>
              </a:lnSpc>
              <a:spcBef>
                <a:spcPct val="0"/>
              </a:spcBef>
              <a:spcAft>
                <a:spcPct val="35000"/>
              </a:spcAft>
              <a:buNone/>
            </a:pPr>
            <a:r>
              <a:rPr lang="pl-PL" sz="1200" b="1">
                <a:solidFill>
                  <a:srgbClr val="8661C5"/>
                </a:solidFill>
              </a:rPr>
              <a:t>Konsekwencje biznesowe:</a:t>
            </a:r>
          </a:p>
          <a:p>
            <a:pPr marL="0" lvl="0" indent="0" algn="just" defTabSz="533400">
              <a:lnSpc>
                <a:spcPct val="90000"/>
              </a:lnSpc>
              <a:spcBef>
                <a:spcPct val="0"/>
              </a:spcBef>
              <a:spcAft>
                <a:spcPct val="35000"/>
              </a:spcAft>
              <a:buNone/>
            </a:pPr>
            <a:r>
              <a:rPr lang="pl-PL" sz="1200"/>
              <a:t>Wykorzystanie danych klienta do trenowania może prowadzić do sytuacji, że dostawca, korzystając z doświadczeń z jedną firmą, oferuje lepszy produkt jej konkurentom. </a:t>
            </a:r>
          </a:p>
          <a:p>
            <a:pPr marL="0" indent="0" algn="just">
              <a:lnSpc>
                <a:spcPct val="110000"/>
              </a:lnSpc>
              <a:spcBef>
                <a:spcPts val="0"/>
              </a:spcBef>
              <a:buNone/>
            </a:pPr>
            <a:endParaRPr lang="pl-PL" sz="1200"/>
          </a:p>
        </p:txBody>
      </p:sp>
      <p:cxnSp>
        <p:nvCxnSpPr>
          <p:cNvPr id="3" name="Łącznik prosty 2">
            <a:extLst>
              <a:ext uri="{FF2B5EF4-FFF2-40B4-BE49-F238E27FC236}">
                <a16:creationId xmlns:a16="http://schemas.microsoft.com/office/drawing/2014/main" id="{8F0D9F11-7110-73E6-8C07-365CA762D9DD}"/>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 name="Prostokąt: zaokrąglone rogi 3">
            <a:extLst>
              <a:ext uri="{FF2B5EF4-FFF2-40B4-BE49-F238E27FC236}">
                <a16:creationId xmlns:a16="http://schemas.microsoft.com/office/drawing/2014/main" id="{410BCC4A-D6FC-B019-CDD5-A6298C5F5D23}"/>
              </a:ext>
            </a:extLst>
          </p:cNvPr>
          <p:cNvSpPr/>
          <p:nvPr/>
        </p:nvSpPr>
        <p:spPr>
          <a:xfrm>
            <a:off x="9349484" y="2193612"/>
            <a:ext cx="2254251" cy="2158051"/>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lvl="0" algn="ctr" defTabSz="533400">
              <a:spcBef>
                <a:spcPct val="0"/>
              </a:spcBef>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lvl="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jakiegokolwiek odniesienia do kwestii danych – wówczas należy dopytać i dopisać odpowiednie zapisy, bo milczenie nie oznacza, że temat jest załatwiony.</a:t>
            </a:r>
          </a:p>
        </p:txBody>
      </p:sp>
      <p:sp>
        <p:nvSpPr>
          <p:cNvPr id="5" name="Prostokąt: zaokrąglone rogi 4">
            <a:extLst>
              <a:ext uri="{FF2B5EF4-FFF2-40B4-BE49-F238E27FC236}">
                <a16:creationId xmlns:a16="http://schemas.microsoft.com/office/drawing/2014/main" id="{185616D8-2D21-898F-DE01-B83F94E0CC92}"/>
              </a:ext>
            </a:extLst>
          </p:cNvPr>
          <p:cNvSpPr/>
          <p:nvPr/>
        </p:nvSpPr>
        <p:spPr>
          <a:xfrm>
            <a:off x="9335612" y="4427684"/>
            <a:ext cx="2254251" cy="2292605"/>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lvl="0" algn="just" defTabSz="533400">
              <a:lnSpc>
                <a:spcPct val="90000"/>
              </a:lnSpc>
              <a:spcBef>
                <a:spcPct val="0"/>
              </a:spcBef>
              <a:spcAft>
                <a:spcPct val="35000"/>
              </a:spcAft>
            </a:pPr>
            <a:r>
              <a:rPr lang="pl-PL" sz="1100" b="1">
                <a:solidFill>
                  <a:srgbClr val="00B050"/>
                </a:solidFill>
              </a:rPr>
              <a:t>Świadoma zgoda na trening jako decyzja biznesowa: </a:t>
            </a:r>
            <a:r>
              <a:rPr lang="pl-PL" sz="1100">
                <a:solidFill>
                  <a:srgbClr val="00B050"/>
                </a:solidFill>
              </a:rPr>
              <a:t>w niektórych usługach zgoda na wykorzystanie danych do treningu może przynosić wymierną wartość. Przykład: rabat cenowy lub w narzędziach typu LinkedIn algorytmy uczą się na danych użytkownika, co zwiększa widoczność profilu i skuteczność działań BD.</a:t>
            </a:r>
            <a:endParaRPr lang="pl-PL" sz="1100">
              <a:solidFill>
                <a:srgbClr val="F4364C"/>
              </a:solidFill>
            </a:endParaRPr>
          </a:p>
        </p:txBody>
      </p:sp>
      <p:sp>
        <p:nvSpPr>
          <p:cNvPr id="6" name="pole tekstowe 5">
            <a:extLst>
              <a:ext uri="{FF2B5EF4-FFF2-40B4-BE49-F238E27FC236}">
                <a16:creationId xmlns:a16="http://schemas.microsoft.com/office/drawing/2014/main" id="{57803F6B-42AD-687A-524D-A79594C2E472}"/>
              </a:ext>
            </a:extLst>
          </p:cNvPr>
          <p:cNvSpPr txBox="1"/>
          <p:nvPr/>
        </p:nvSpPr>
        <p:spPr>
          <a:xfrm>
            <a:off x="7918790" y="4112674"/>
            <a:ext cx="914400" cy="553998"/>
          </a:xfrm>
          <a:prstGeom prst="rect">
            <a:avLst/>
          </a:prstGeom>
          <a:noFill/>
        </p:spPr>
        <p:txBody>
          <a:bodyPr wrap="square" lIns="0" tIns="0" rIns="0" bIns="0" rtlCol="0">
            <a:spAutoFit/>
          </a:bodyPr>
          <a:lstStyle/>
          <a:p>
            <a:pPr algn="l"/>
            <a:r>
              <a:rPr lang="pl-PL" sz="1200"/>
              <a:t>Nie jest to trenowanie modelu</a:t>
            </a:r>
          </a:p>
        </p:txBody>
      </p:sp>
      <p:sp>
        <p:nvSpPr>
          <p:cNvPr id="7" name="Nawias klamrowy zamykający 6">
            <a:extLst>
              <a:ext uri="{FF2B5EF4-FFF2-40B4-BE49-F238E27FC236}">
                <a16:creationId xmlns:a16="http://schemas.microsoft.com/office/drawing/2014/main" id="{2E2E26F2-CDEC-959C-7FF8-2CBF1A466346}"/>
              </a:ext>
            </a:extLst>
          </p:cNvPr>
          <p:cNvSpPr/>
          <p:nvPr/>
        </p:nvSpPr>
        <p:spPr>
          <a:xfrm>
            <a:off x="7520683" y="3863083"/>
            <a:ext cx="226032" cy="976045"/>
          </a:xfrm>
          <a:prstGeom prst="rightBrac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Tree>
    <p:extLst>
      <p:ext uri="{BB962C8B-B14F-4D97-AF65-F5344CB8AC3E}">
        <p14:creationId xmlns:p14="http://schemas.microsoft.com/office/powerpoint/2010/main" val="2975464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D811A-06B6-89A6-D5B3-3B4ADBAF8A1D}"/>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B83B0DAB-B99D-DDCB-269B-CB3C7319167A}"/>
              </a:ext>
            </a:extLst>
          </p:cNvPr>
          <p:cNvSpPr>
            <a:spLocks noGrp="1"/>
          </p:cNvSpPr>
          <p:nvPr>
            <p:ph type="title"/>
          </p:nvPr>
        </p:nvSpPr>
        <p:spPr>
          <a:xfrm>
            <a:off x="588263" y="457200"/>
            <a:ext cx="11001600" cy="984885"/>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b="1"/>
              <a:t>Poufność i tajemnica przedsiębiorstwa</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W ramach korzystania z AI może wiązać się z przekazywaniem poufnych informacji: danych, kodu, know-how, planów biznesowych. </a:t>
            </a:r>
            <a:r>
              <a:rPr kumimoji="0" lang="pl-PL" sz="1300" b="1" i="0" u="none" strike="noStrike" kern="1200" cap="none" spc="0" normalizeH="0" baseline="0" noProof="0">
                <a:ln>
                  <a:noFill/>
                </a:ln>
                <a:solidFill>
                  <a:srgbClr val="000000"/>
                </a:solidFill>
                <a:effectLst/>
                <a:uLnTx/>
                <a:uFillTx/>
                <a:latin typeface="Segoe UI"/>
                <a:ea typeface="+mn-ea"/>
                <a:cs typeface="+mn-cs"/>
              </a:rPr>
              <a:t>Klauzula o zachowaniu poufności (NDA)</a:t>
            </a:r>
            <a:r>
              <a:rPr kumimoji="0" lang="pl-PL" sz="1300" b="0" i="0" u="none" strike="noStrike" kern="1200" cap="none" spc="0" normalizeH="0" baseline="0" noProof="0">
                <a:ln>
                  <a:noFill/>
                </a:ln>
                <a:solidFill>
                  <a:srgbClr val="000000"/>
                </a:solidFill>
                <a:effectLst/>
                <a:uLnTx/>
                <a:uFillTx/>
                <a:latin typeface="Segoe UI"/>
                <a:ea typeface="+mn-ea"/>
                <a:cs typeface="+mn-cs"/>
              </a:rPr>
              <a:t> chroni obie strony przed ujawnieniem tych informacji osobom trzecim.</a:t>
            </a:r>
            <a:endParaRPr lang="pl-PL" sz="1300"/>
          </a:p>
        </p:txBody>
      </p:sp>
      <p:sp>
        <p:nvSpPr>
          <p:cNvPr id="2" name="Symbol zastępczy tekstu 2">
            <a:extLst>
              <a:ext uri="{FF2B5EF4-FFF2-40B4-BE49-F238E27FC236}">
                <a16:creationId xmlns:a16="http://schemas.microsoft.com/office/drawing/2014/main" id="{20347300-75F9-2396-8796-0F0DBF023A66}"/>
              </a:ext>
            </a:extLst>
          </p:cNvPr>
          <p:cNvSpPr txBox="1">
            <a:spLocks/>
          </p:cNvSpPr>
          <p:nvPr/>
        </p:nvSpPr>
        <p:spPr>
          <a:xfrm>
            <a:off x="588263" y="2193611"/>
            <a:ext cx="8237987" cy="4392123"/>
          </a:xfrm>
          <a:prstGeom prst="rect">
            <a:avLst/>
          </a:prstGeom>
        </p:spPr>
        <p:txBody>
          <a:bodyPr lIns="36000" tIns="45720" rIns="91440" bIns="45720" anchor="t">
            <a:norm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600" b="1">
                <a:solidFill>
                  <a:srgbClr val="8661C5"/>
                </a:solidFill>
                <a:cs typeface="Segoe UI"/>
              </a:rPr>
              <a:t>Na co zwrócić uwagę:</a:t>
            </a:r>
          </a:p>
          <a:p>
            <a:pPr marL="0" indent="0" algn="just">
              <a:spcBef>
                <a:spcPts val="0"/>
              </a:spcBef>
              <a:buNone/>
            </a:pPr>
            <a:endParaRPr lang="pl-PL" sz="1200" b="1">
              <a:solidFill>
                <a:srgbClr val="8661C5"/>
              </a:solidFill>
              <a:cs typeface="Segoe UI"/>
            </a:endParaRPr>
          </a:p>
          <a:p>
            <a:pPr marL="0" lvl="0" indent="0" algn="just" defTabSz="533400">
              <a:spcBef>
                <a:spcPts val="0"/>
              </a:spcBef>
              <a:buNone/>
            </a:pPr>
            <a:r>
              <a:rPr lang="pl-PL" sz="1200" b="1">
                <a:solidFill>
                  <a:srgbClr val="8661C5"/>
                </a:solidFill>
              </a:rPr>
              <a:t>Definicja informacji poufnych:</a:t>
            </a:r>
            <a:endParaRPr lang="en-US" sz="1200"/>
          </a:p>
          <a:p>
            <a:pPr lvl="0" algn="just" defTabSz="533400">
              <a:spcBef>
                <a:spcPts val="0"/>
              </a:spcBef>
              <a:buClr>
                <a:srgbClr val="8661C5"/>
              </a:buClr>
              <a:buFont typeface="Wingdings" panose="05000000000000000000" pitchFamily="2" charset="2"/>
              <a:buChar char="§"/>
            </a:pPr>
            <a:r>
              <a:rPr lang="pl-PL" sz="1200"/>
              <a:t>Zazwyczaj bardzo szeroka – </a:t>
            </a:r>
            <a:r>
              <a:rPr lang="pl-PL" sz="1200" i="1"/>
              <a:t>„wszelkie informacje techniczne, finansowe, handlowe, prawne dotyczące stron i ujawnione w związku z umową, niezależnie od formy”. </a:t>
            </a:r>
            <a:r>
              <a:rPr lang="pl-PL" sz="1200"/>
              <a:t>W kontekście AI warto upewnić się, że: </a:t>
            </a:r>
            <a:endParaRPr lang="pl-PL" sz="1200">
              <a:cs typeface="Segoe UI"/>
            </a:endParaRPr>
          </a:p>
          <a:p>
            <a:pPr lvl="0" algn="just" defTabSz="533400">
              <a:spcBef>
                <a:spcPts val="0"/>
              </a:spcBef>
              <a:buClr>
                <a:srgbClr val="8661C5"/>
              </a:buClr>
              <a:buFont typeface="Wingdings" panose="05000000000000000000" pitchFamily="2" charset="2"/>
              <a:buChar char="§"/>
            </a:pPr>
            <a:r>
              <a:rPr lang="pl-PL" sz="1200"/>
              <a:t>dla dostawców obejmują: dane treningowe, parametry modeli, kody źródłowe, dokumentację, jak i np. wyniki testów, które mogą wykazać podatności systemu (też poufne). </a:t>
            </a:r>
            <a:endParaRPr lang="pl-PL" sz="1200">
              <a:cs typeface="Segoe UI"/>
            </a:endParaRPr>
          </a:p>
          <a:p>
            <a:pPr lvl="0" algn="just" defTabSz="533400">
              <a:spcBef>
                <a:spcPts val="0"/>
              </a:spcBef>
              <a:buClr>
                <a:srgbClr val="8661C5"/>
              </a:buClr>
              <a:buFont typeface="Wingdings" panose="05000000000000000000" pitchFamily="2" charset="2"/>
              <a:buChar char="§"/>
            </a:pPr>
            <a:r>
              <a:rPr lang="pl-PL" sz="1200"/>
              <a:t>dla podmiotu stosującego: kluczowe jest zabezpieczenie </a:t>
            </a:r>
            <a:r>
              <a:rPr lang="pl-PL" sz="1200" err="1"/>
              <a:t>inputu</a:t>
            </a:r>
            <a:r>
              <a:rPr lang="pl-PL" sz="1200"/>
              <a:t> i </a:t>
            </a:r>
            <a:r>
              <a:rPr lang="pl-PL" sz="1200" err="1"/>
              <a:t>outputu</a:t>
            </a:r>
            <a:r>
              <a:rPr lang="pl-PL" sz="1200"/>
              <a:t>, danych </a:t>
            </a:r>
            <a:r>
              <a:rPr lang="pl-PL" sz="1200" err="1"/>
              <a:t>kontektowych</a:t>
            </a:r>
            <a:r>
              <a:rPr lang="pl-PL" sz="1200"/>
              <a:t>, danych o używaniu/interakcjach użytkownika,</a:t>
            </a:r>
          </a:p>
          <a:p>
            <a:pPr marL="0" lvl="0" indent="0" algn="just" defTabSz="533400">
              <a:spcBef>
                <a:spcPts val="0"/>
              </a:spcBef>
              <a:buNone/>
            </a:pPr>
            <a:endParaRPr lang="pl-PL" sz="1200">
              <a:cs typeface="Segoe UI"/>
            </a:endParaRPr>
          </a:p>
          <a:p>
            <a:pPr marL="0" lvl="0" indent="0" algn="just" defTabSz="533400">
              <a:spcBef>
                <a:spcPts val="0"/>
              </a:spcBef>
              <a:buNone/>
            </a:pPr>
            <a:r>
              <a:rPr lang="pl-PL" sz="1200" b="1">
                <a:solidFill>
                  <a:srgbClr val="8661C5"/>
                </a:solidFill>
              </a:rPr>
              <a:t>Czas trwania zobowiązania:</a:t>
            </a:r>
          </a:p>
          <a:p>
            <a:pPr marL="0" lvl="0" indent="0" algn="just" defTabSz="533400">
              <a:spcBef>
                <a:spcPts val="0"/>
              </a:spcBef>
              <a:buNone/>
            </a:pPr>
            <a:r>
              <a:rPr lang="pl-PL" sz="1200"/>
              <a:t>Zwykle klauzula poufności obowiązuje w trakcie trwania umowy oraz np. 3-5 lat po jej zakończeniu. </a:t>
            </a:r>
          </a:p>
          <a:p>
            <a:pPr marL="0" lvl="0" indent="0" algn="just" defTabSz="533400">
              <a:spcBef>
                <a:spcPts val="0"/>
              </a:spcBef>
              <a:buNone/>
            </a:pPr>
            <a:endParaRPr lang="pl-PL" sz="1200">
              <a:cs typeface="Segoe UI"/>
            </a:endParaRPr>
          </a:p>
          <a:p>
            <a:pPr marL="0" lvl="0" indent="0" algn="just" defTabSz="533400">
              <a:spcBef>
                <a:spcPts val="0"/>
              </a:spcBef>
              <a:buNone/>
            </a:pPr>
            <a:r>
              <a:rPr lang="pl-PL" sz="1200" b="1">
                <a:solidFill>
                  <a:srgbClr val="8661C5"/>
                </a:solidFill>
              </a:rPr>
              <a:t>Obowiązki zachowania poufności:</a:t>
            </a:r>
          </a:p>
          <a:p>
            <a:pPr marL="0" lvl="0" indent="0" algn="just" defTabSz="533400">
              <a:spcBef>
                <a:spcPts val="0"/>
              </a:spcBef>
              <a:buNone/>
            </a:pPr>
            <a:r>
              <a:rPr lang="pl-PL" sz="1200"/>
              <a:t>Standardowo: brak ujawniania osobom trzecim oraz nieużywanie do celów innych niż realizacja umowy. </a:t>
            </a:r>
          </a:p>
          <a:p>
            <a:pPr marL="0" lvl="0" indent="0" algn="just" defTabSz="533400">
              <a:spcBef>
                <a:spcPts val="0"/>
              </a:spcBef>
              <a:buNone/>
            </a:pPr>
            <a:endParaRPr lang="pl-PL" sz="1200"/>
          </a:p>
          <a:p>
            <a:pPr marL="0" lvl="0" indent="0" algn="just" defTabSz="533400">
              <a:spcBef>
                <a:spcPts val="0"/>
              </a:spcBef>
              <a:buNone/>
            </a:pPr>
            <a:r>
              <a:rPr lang="pl-PL" sz="1200" b="1">
                <a:solidFill>
                  <a:srgbClr val="8661C5"/>
                </a:solidFill>
              </a:rPr>
              <a:t>Wyjątki od poufności:</a:t>
            </a:r>
          </a:p>
          <a:p>
            <a:pPr marL="0" lvl="0" indent="0" algn="just" defTabSz="533400">
              <a:spcBef>
                <a:spcPts val="0"/>
              </a:spcBef>
              <a:buNone/>
            </a:pPr>
            <a:r>
              <a:rPr lang="pl-PL" sz="1200"/>
              <a:t>Standardowo obejmują: informacje publicznie znane, uzyskane legalnie od strony trzeciej lub niezależnie wypracowane.</a:t>
            </a:r>
          </a:p>
          <a:p>
            <a:pPr marL="0" lvl="0" indent="0" algn="just" defTabSz="533400">
              <a:spcBef>
                <a:spcPts val="0"/>
              </a:spcBef>
              <a:buNone/>
            </a:pPr>
            <a:endParaRPr lang="pl-PL" sz="1200"/>
          </a:p>
          <a:p>
            <a:pPr marL="0" lvl="0" indent="0" algn="just" defTabSz="533400">
              <a:spcBef>
                <a:spcPts val="0"/>
              </a:spcBef>
              <a:buNone/>
            </a:pPr>
            <a:r>
              <a:rPr lang="pl-PL" sz="1200" b="1">
                <a:solidFill>
                  <a:srgbClr val="8661C5"/>
                </a:solidFill>
              </a:rPr>
              <a:t>Zwrot informacji:</a:t>
            </a:r>
          </a:p>
          <a:p>
            <a:pPr marL="0" lvl="0" indent="0" algn="just" defTabSz="533400">
              <a:spcBef>
                <a:spcPts val="0"/>
              </a:spcBef>
              <a:buNone/>
            </a:pPr>
            <a:r>
              <a:rPr lang="pl-PL" sz="1200" err="1"/>
              <a:t>Zob</a:t>
            </a:r>
            <a:r>
              <a:rPr lang="pl-PL" sz="1200"/>
              <a:t> slajd dot. zakończenia umowy. Generalnie zależy od modelu korzystania.</a:t>
            </a:r>
          </a:p>
          <a:p>
            <a:pPr marL="0" lvl="0" indent="0" algn="just" defTabSz="533400">
              <a:spcBef>
                <a:spcPts val="0"/>
              </a:spcBef>
              <a:buNone/>
            </a:pPr>
            <a:endParaRPr lang="pl-PL" sz="1200">
              <a:cs typeface="Segoe UI"/>
            </a:endParaRPr>
          </a:p>
          <a:p>
            <a:pPr marL="0" indent="0" algn="just">
              <a:spcBef>
                <a:spcPts val="0"/>
              </a:spcBef>
              <a:buNone/>
            </a:pPr>
            <a:endParaRPr lang="pl-PL" sz="900"/>
          </a:p>
        </p:txBody>
      </p:sp>
      <p:cxnSp>
        <p:nvCxnSpPr>
          <p:cNvPr id="4" name="Łącznik prosty 3">
            <a:extLst>
              <a:ext uri="{FF2B5EF4-FFF2-40B4-BE49-F238E27FC236}">
                <a16:creationId xmlns:a16="http://schemas.microsoft.com/office/drawing/2014/main" id="{9E6312E5-176C-A446-0477-9DF0184CCEBE}"/>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5" name="Prostokąt: zaokrąglone rogi 4">
            <a:extLst>
              <a:ext uri="{FF2B5EF4-FFF2-40B4-BE49-F238E27FC236}">
                <a16:creationId xmlns:a16="http://schemas.microsoft.com/office/drawing/2014/main" id="{91DD79D8-ED92-3AE0-DC3B-297AE9E9B1EE}"/>
              </a:ext>
            </a:extLst>
          </p:cNvPr>
          <p:cNvSpPr/>
          <p:nvPr/>
        </p:nvSpPr>
        <p:spPr>
          <a:xfrm>
            <a:off x="9349482" y="2193612"/>
            <a:ext cx="2254254" cy="2481130"/>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lvl="0" algn="ctr" defTabSz="533400">
              <a:lnSpc>
                <a:spcPct val="90000"/>
              </a:lnSpc>
              <a:spcBef>
                <a:spcPct val="0"/>
              </a:spcBef>
              <a:spcAft>
                <a:spcPct val="35000"/>
              </a:spcAft>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klauzuli poufności. </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Wyłączenie z poufności „informacji wygenerowanych przez system”.</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Poufność ograniczona tylko do „ujawnionych informacji”, tj. bez objęcia informacji powstałych w wyniku korzystania z systemu.</a:t>
            </a:r>
          </a:p>
        </p:txBody>
      </p:sp>
      <p:pic>
        <p:nvPicPr>
          <p:cNvPr id="3" name="Picture 2">
            <a:extLst>
              <a:ext uri="{FF2B5EF4-FFF2-40B4-BE49-F238E27FC236}">
                <a16:creationId xmlns:a16="http://schemas.microsoft.com/office/drawing/2014/main" id="{65025554-ECD3-A134-C246-15D00D5A76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1488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22F1F-DBFA-97FB-C07A-3A2523D6E672}"/>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E7BFB1B9-4789-7613-CEA4-E44880E01DE8}"/>
              </a:ext>
            </a:extLst>
          </p:cNvPr>
          <p:cNvSpPr>
            <a:spLocks noGrp="1"/>
          </p:cNvSpPr>
          <p:nvPr>
            <p:ph type="title"/>
          </p:nvPr>
        </p:nvSpPr>
        <p:spPr>
          <a:xfrm>
            <a:off x="588263" y="457200"/>
            <a:ext cx="11001600" cy="1508105"/>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b="1"/>
              <a:t>Prawa własności intelektualnej (IP)</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systemy / modele AI tak samo jak zawartość wyjściowa mogą być przedmiotem roszczeń </a:t>
            </a:r>
            <a:r>
              <a:rPr kumimoji="0" lang="pl-PL" sz="1300" b="0" i="0" u="none" strike="noStrike" kern="1200" cap="none" spc="0" normalizeH="0" baseline="0" noProof="0" err="1">
                <a:ln>
                  <a:noFill/>
                </a:ln>
                <a:solidFill>
                  <a:srgbClr val="000000"/>
                </a:solidFill>
                <a:effectLst/>
                <a:uLnTx/>
                <a:uFillTx/>
                <a:latin typeface="Segoe UI"/>
                <a:ea typeface="+mn-ea"/>
                <a:cs typeface="+mn-cs"/>
              </a:rPr>
              <a:t>prawnoautorskich</a:t>
            </a:r>
            <a:r>
              <a:rPr kumimoji="0" lang="pl-PL" sz="1300" b="0" i="0" u="none" strike="noStrike" kern="1200" cap="none" spc="0" normalizeH="0" baseline="0" noProof="0">
                <a:ln>
                  <a:noFill/>
                </a:ln>
                <a:solidFill>
                  <a:srgbClr val="000000"/>
                </a:solidFill>
                <a:effectLst/>
                <a:uLnTx/>
                <a:uFillTx/>
                <a:latin typeface="Segoe UI"/>
                <a:ea typeface="+mn-ea"/>
                <a:cs typeface="+mn-cs"/>
              </a:rPr>
              <a:t>. </a:t>
            </a:r>
            <a:r>
              <a:rPr kumimoji="0" lang="pl-PL" sz="1300" b="1" i="0" u="none" strike="noStrike" kern="1200" cap="none" spc="0" normalizeH="0" baseline="0" noProof="0">
                <a:ln>
                  <a:noFill/>
                </a:ln>
                <a:solidFill>
                  <a:srgbClr val="000000"/>
                </a:solidFill>
                <a:effectLst/>
                <a:uLnTx/>
                <a:uFillTx/>
                <a:latin typeface="Segoe UI"/>
                <a:ea typeface="+mn-ea"/>
                <a:cs typeface="+mn-cs"/>
              </a:rPr>
              <a:t>Umowa powinna regulować, kto i na jakich zasadach ma prawa do:</a:t>
            </a:r>
            <a:r>
              <a:rPr kumimoji="0" lang="pl-PL" sz="1300" b="0" i="0" u="none" strike="noStrike" kern="1200" cap="none" spc="0" normalizeH="0" baseline="0" noProof="0">
                <a:ln>
                  <a:noFill/>
                </a:ln>
                <a:solidFill>
                  <a:srgbClr val="000000"/>
                </a:solidFill>
                <a:effectLst/>
                <a:uLnTx/>
                <a:uFillTx/>
                <a:latin typeface="Segoe UI"/>
                <a:ea typeface="+mn-ea"/>
                <a:cs typeface="+mn-cs"/>
              </a:rPr>
              <a:t> (a) systemu/modelu  AI, (b) zawartości wejściowej; (c) wygenerowanych treści (</a:t>
            </a:r>
            <a:r>
              <a:rPr kumimoji="0" lang="pl-PL" sz="1300" b="0" i="0" u="none" strike="noStrike" kern="1200" cap="none" spc="0" normalizeH="0" baseline="0" noProof="0" err="1">
                <a:ln>
                  <a:noFill/>
                </a:ln>
                <a:solidFill>
                  <a:srgbClr val="000000"/>
                </a:solidFill>
                <a:effectLst/>
                <a:uLnTx/>
                <a:uFillTx/>
                <a:latin typeface="Segoe UI"/>
                <a:ea typeface="+mn-ea"/>
                <a:cs typeface="+mn-cs"/>
              </a:rPr>
              <a:t>output</a:t>
            </a:r>
            <a:r>
              <a:rPr kumimoji="0" lang="pl-PL" sz="1300" b="0" i="0" u="none" strike="noStrike" kern="1200" cap="none" spc="0" normalizeH="0" baseline="0" noProof="0">
                <a:ln>
                  <a:noFill/>
                </a:ln>
                <a:solidFill>
                  <a:srgbClr val="000000"/>
                </a:solidFill>
                <a:effectLst/>
                <a:uLnTx/>
                <a:uFillTx/>
                <a:latin typeface="Segoe UI"/>
                <a:ea typeface="+mn-ea"/>
                <a:cs typeface="+mn-cs"/>
              </a:rPr>
              <a:t>) oraz jak </a:t>
            </a:r>
            <a:br>
              <a:rPr kumimoji="0" lang="pl-PL" sz="1400" b="0" i="0" u="none" strike="noStrike" kern="1200" cap="none" spc="0" normalizeH="0" baseline="0" noProof="0">
                <a:ln>
                  <a:noFill/>
                </a:ln>
                <a:solidFill>
                  <a:srgbClr val="000000"/>
                </a:solidFill>
                <a:effectLst/>
                <a:uLnTx/>
                <a:uFillTx/>
                <a:latin typeface="Segoe UI"/>
                <a:ea typeface="+mn-ea"/>
                <a:cs typeface="+mn-cs"/>
              </a:rPr>
            </a:br>
            <a:endParaRPr lang="pl-PL"/>
          </a:p>
        </p:txBody>
      </p:sp>
      <p:sp>
        <p:nvSpPr>
          <p:cNvPr id="3" name="Symbol zastępczy tekstu 2">
            <a:extLst>
              <a:ext uri="{FF2B5EF4-FFF2-40B4-BE49-F238E27FC236}">
                <a16:creationId xmlns:a16="http://schemas.microsoft.com/office/drawing/2014/main" id="{F2E6EEE1-7BEF-F83D-B092-7BF5FA3DE8F7}"/>
              </a:ext>
            </a:extLst>
          </p:cNvPr>
          <p:cNvSpPr txBox="1">
            <a:spLocks/>
          </p:cNvSpPr>
          <p:nvPr/>
        </p:nvSpPr>
        <p:spPr>
          <a:xfrm>
            <a:off x="588263" y="1498692"/>
            <a:ext cx="8237993" cy="4775984"/>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400" b="1">
                <a:solidFill>
                  <a:srgbClr val="8661C5"/>
                </a:solidFill>
                <a:cs typeface="Segoe UI"/>
              </a:rPr>
              <a:t>Na co zwrócić uwagę:</a:t>
            </a:r>
          </a:p>
          <a:p>
            <a:pPr marL="0" indent="0" algn="just">
              <a:spcBef>
                <a:spcPts val="0"/>
              </a:spcBef>
              <a:buNone/>
            </a:pPr>
            <a:endParaRPr lang="pl-PL" sz="1100" b="1">
              <a:solidFill>
                <a:srgbClr val="8661C5"/>
              </a:solidFill>
              <a:cs typeface="Segoe UI"/>
            </a:endParaRPr>
          </a:p>
          <a:p>
            <a:pPr marL="0" lvl="0" indent="0" algn="just" defTabSz="533400">
              <a:spcBef>
                <a:spcPts val="0"/>
              </a:spcBef>
              <a:buNone/>
            </a:pPr>
            <a:r>
              <a:rPr lang="pl-PL" sz="1100" b="1">
                <a:solidFill>
                  <a:srgbClr val="8661C5"/>
                </a:solidFill>
              </a:rPr>
              <a:t>Prawa IP do oprogramowanie i modele źródłowe:</a:t>
            </a:r>
          </a:p>
          <a:p>
            <a:pPr marL="0" lvl="0" indent="0" algn="just" defTabSz="533400">
              <a:spcBef>
                <a:spcPts val="0"/>
              </a:spcBef>
              <a:buNone/>
            </a:pPr>
            <a:r>
              <a:rPr lang="pl-PL" sz="1100"/>
              <a:t>Jak omawiano, w licencjach na modele/systemy AI prawa do modelu/systemu zachowuje dostawca i udziela upoważnienia podmiotowi stosującemu do korzystania. W przypadku </a:t>
            </a:r>
            <a:r>
              <a:rPr lang="pl-PL" sz="1100" err="1"/>
              <a:t>finetuningu</a:t>
            </a:r>
            <a:r>
              <a:rPr lang="pl-PL" sz="1100"/>
              <a:t> modelu AI, modelu AI budowanego od podstaw – powinno to być ustalone w umowie</a:t>
            </a:r>
          </a:p>
          <a:p>
            <a:pPr marL="0" indent="0" algn="just" defTabSz="533400">
              <a:spcBef>
                <a:spcPts val="0"/>
              </a:spcBef>
              <a:buNone/>
            </a:pPr>
            <a:endParaRPr lang="pl-PL" sz="1100">
              <a:cs typeface="Segoe UI"/>
            </a:endParaRPr>
          </a:p>
          <a:p>
            <a:pPr marL="0" lvl="0" indent="0" algn="just" defTabSz="533400">
              <a:spcBef>
                <a:spcPts val="0"/>
              </a:spcBef>
              <a:buNone/>
            </a:pPr>
            <a:r>
              <a:rPr lang="pl-PL" sz="1100" b="1">
                <a:solidFill>
                  <a:srgbClr val="8661C5"/>
                </a:solidFill>
              </a:rPr>
              <a:t>Dane treningowe: </a:t>
            </a:r>
          </a:p>
          <a:p>
            <a:pPr marL="0" lvl="0" indent="0" algn="just" defTabSz="533400">
              <a:spcBef>
                <a:spcPts val="0"/>
              </a:spcBef>
              <a:buNone/>
            </a:pPr>
            <a:r>
              <a:rPr lang="pl-PL" sz="1100"/>
              <a:t>Co do zasady, </a:t>
            </a:r>
            <a:r>
              <a:rPr lang="pl-PL" sz="1100" b="1"/>
              <a:t>dane nie są utworem</a:t>
            </a:r>
            <a:r>
              <a:rPr lang="pl-PL" sz="1100"/>
              <a:t>, ale mogą być chronione jako bazy danych lub zawierać utwory. Umowa powinna stwierdzać, że przekazanie danych nie przenosi ich własności – chyba że strony umawiają się na współdzielenie nowego zbioru danych powstałego w projekcie. </a:t>
            </a:r>
          </a:p>
          <a:p>
            <a:pPr marL="0" lvl="0" indent="0" algn="just" defTabSz="533400">
              <a:spcBef>
                <a:spcPts val="0"/>
              </a:spcBef>
              <a:buNone/>
            </a:pPr>
            <a:endParaRPr lang="pl-PL" sz="1100"/>
          </a:p>
          <a:p>
            <a:pPr marL="0" lvl="0" indent="0" algn="just" defTabSz="533400">
              <a:spcBef>
                <a:spcPts val="0"/>
              </a:spcBef>
              <a:buNone/>
            </a:pPr>
            <a:r>
              <a:rPr lang="pl-PL" sz="1100" b="1">
                <a:solidFill>
                  <a:srgbClr val="8661C5"/>
                </a:solidFill>
              </a:rPr>
              <a:t>Ochrona klienta przez dostawcę przed roszczeniami IP: </a:t>
            </a:r>
          </a:p>
          <a:p>
            <a:pPr marL="0" lvl="0" indent="0" algn="just" defTabSz="533400">
              <a:spcBef>
                <a:spcPts val="0"/>
              </a:spcBef>
              <a:buNone/>
            </a:pPr>
            <a:r>
              <a:rPr lang="pl-PL" sz="1100" err="1"/>
              <a:t>Zob</a:t>
            </a:r>
            <a:r>
              <a:rPr lang="pl-PL" sz="1100"/>
              <a:t> wykład nr 1 (regulacje) – z uwagi na spory i kształtujące się orzecznictwo zobowiązanie do ochrony klienta przed roszczeniami dot. IP do modelu/ systemu AI oraz do </a:t>
            </a:r>
            <a:r>
              <a:rPr lang="pl-PL" sz="1100" err="1"/>
              <a:t>outputu</a:t>
            </a:r>
            <a:r>
              <a:rPr lang="pl-PL" sz="1100"/>
              <a:t> jest niezwykle ważna.</a:t>
            </a:r>
          </a:p>
          <a:p>
            <a:pPr marL="0" lvl="0" indent="0" algn="just" defTabSz="533400">
              <a:spcBef>
                <a:spcPts val="0"/>
              </a:spcBef>
              <a:buNone/>
            </a:pPr>
            <a:r>
              <a:rPr lang="pl-PL" sz="1100"/>
              <a:t>Ochrona powinna dotyczyć dwóch  zakresów:</a:t>
            </a:r>
          </a:p>
          <a:p>
            <a:pPr lvl="0" algn="just" defTabSz="533400">
              <a:spcBef>
                <a:spcPts val="0"/>
              </a:spcBef>
              <a:buClr>
                <a:srgbClr val="8661C5"/>
              </a:buClr>
              <a:buFont typeface="Wingdings" panose="05000000000000000000" pitchFamily="2" charset="2"/>
              <a:buChar char="§"/>
            </a:pPr>
            <a:r>
              <a:rPr lang="pl-PL" sz="1100"/>
              <a:t>Roszczeń do samego narzędzia (potencjalne konsekwencje dla klienta: brak możliwości korzystania z rozwiązania, konieczność wdrożenia alternatywny, utracone koszty)</a:t>
            </a:r>
          </a:p>
          <a:p>
            <a:pPr lvl="0" algn="just" defTabSz="533400">
              <a:spcBef>
                <a:spcPts val="0"/>
              </a:spcBef>
              <a:buClr>
                <a:srgbClr val="8661C5"/>
              </a:buClr>
              <a:buFont typeface="Wingdings" panose="05000000000000000000" pitchFamily="2" charset="2"/>
              <a:buChar char="§"/>
            </a:pPr>
            <a:r>
              <a:rPr lang="pl-PL" sz="1100"/>
              <a:t>Roszczeń do wygenerowanej zawartości wyjściowej </a:t>
            </a:r>
          </a:p>
          <a:p>
            <a:pPr marL="0" lvl="0" indent="0" algn="just" defTabSz="533400">
              <a:spcBef>
                <a:spcPts val="0"/>
              </a:spcBef>
              <a:buNone/>
            </a:pPr>
            <a:endParaRPr lang="pl-PL" sz="1100"/>
          </a:p>
          <a:p>
            <a:pPr marL="0" indent="0" algn="just">
              <a:spcBef>
                <a:spcPts val="0"/>
              </a:spcBef>
              <a:buNone/>
            </a:pPr>
            <a:r>
              <a:rPr lang="pl-PL" sz="1100" b="1">
                <a:solidFill>
                  <a:srgbClr val="8661C5"/>
                </a:solidFill>
              </a:rPr>
              <a:t>Prawa do zawartości wejściowej:</a:t>
            </a:r>
          </a:p>
          <a:p>
            <a:pPr marL="0" indent="0">
              <a:buNone/>
            </a:pPr>
            <a:r>
              <a:rPr lang="pl-PL" sz="1100"/>
              <a:t>Co do zasady dostawca narzędzia AI </a:t>
            </a:r>
            <a:r>
              <a:rPr lang="pl-PL" sz="1100" b="1"/>
              <a:t>nie potrzebuje licencji na treści wprowadzane przez klienta</a:t>
            </a:r>
            <a:r>
              <a:rPr lang="pl-PL" sz="1100"/>
              <a:t>. Klient jedynie przetwarza własne dane przy użyciu narzędzia – analogicznie jak przy tworzeniu dokumentu w edytorze tekstu: dostawca oprogramowania nie nabywa praw do treści dokumentu ani do opisanego w nim wynalazku/utworu. Dlatego standardem rynkowym jest, że klient zachowuje pełne prawa do </a:t>
            </a:r>
            <a:r>
              <a:rPr lang="pl-PL" sz="1100" err="1"/>
              <a:t>inputu</a:t>
            </a:r>
            <a:r>
              <a:rPr lang="pl-PL" sz="1100"/>
              <a:t>, a dostawca nie uzyskuje licencji do treści wejściowych (wyjątki mogą mieć miejsce np. w przypadku specyficznych zasad udostępniania modelu).</a:t>
            </a:r>
          </a:p>
          <a:p>
            <a:pPr marL="0" indent="0" algn="just">
              <a:spcBef>
                <a:spcPts val="0"/>
              </a:spcBef>
              <a:buNone/>
            </a:pPr>
            <a:endParaRPr lang="pl-PL" sz="1100"/>
          </a:p>
          <a:p>
            <a:pPr marL="0" lvl="0" indent="0" algn="just" defTabSz="533400">
              <a:spcBef>
                <a:spcPts val="0"/>
              </a:spcBef>
              <a:buNone/>
            </a:pPr>
            <a:r>
              <a:rPr lang="pl-PL" sz="1100" b="1">
                <a:solidFill>
                  <a:srgbClr val="8661C5"/>
                </a:solidFill>
              </a:rPr>
              <a:t>Prawa do zawartości wyjściowej: </a:t>
            </a:r>
          </a:p>
          <a:p>
            <a:pPr marL="0" lvl="0" indent="0" algn="just" defTabSz="533400">
              <a:spcBef>
                <a:spcPts val="0"/>
              </a:spcBef>
              <a:buNone/>
            </a:pPr>
            <a:r>
              <a:rPr lang="pl-PL" sz="1100"/>
              <a:t>Coraz częściej rozważa się kwestię praw autorskich do tekstów/obrazów tworzonych przez AI. W większości jurysdykcji (w tym UE) takie wytwory zasadniczo </a:t>
            </a:r>
            <a:r>
              <a:rPr lang="pl-PL" sz="1100" b="1"/>
              <a:t>nie są chronione prawem autorskim </a:t>
            </a:r>
            <a:r>
              <a:rPr lang="pl-PL" sz="1100"/>
              <a:t>(brak ludzkiego twórcy) – zob. wykład nr 1.</a:t>
            </a:r>
          </a:p>
        </p:txBody>
      </p:sp>
      <p:cxnSp>
        <p:nvCxnSpPr>
          <p:cNvPr id="4" name="Łącznik prosty 3">
            <a:extLst>
              <a:ext uri="{FF2B5EF4-FFF2-40B4-BE49-F238E27FC236}">
                <a16:creationId xmlns:a16="http://schemas.microsoft.com/office/drawing/2014/main" id="{D852FEE2-203A-E611-964E-7A212BA0112C}"/>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5" name="Prostokąt: zaokrąglone rogi 4">
            <a:extLst>
              <a:ext uri="{FF2B5EF4-FFF2-40B4-BE49-F238E27FC236}">
                <a16:creationId xmlns:a16="http://schemas.microsoft.com/office/drawing/2014/main" id="{5B31913E-5A13-B4EF-3A5F-B2C58A7D8AC3}"/>
              </a:ext>
            </a:extLst>
          </p:cNvPr>
          <p:cNvSpPr/>
          <p:nvPr/>
        </p:nvSpPr>
        <p:spPr>
          <a:xfrm>
            <a:off x="9349483" y="2039034"/>
            <a:ext cx="2254254" cy="4562191"/>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lvl="0" algn="ctr" defTabSz="533400">
              <a:spcBef>
                <a:spcPct val="0"/>
              </a:spcBef>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lvl="0" indent="-171450" algn="just" defTabSz="533400">
              <a:spcBef>
                <a:spcPct val="0"/>
              </a:spcBef>
              <a:buFont typeface="Arial" panose="020B0604020202020204" pitchFamily="34" charset="0"/>
              <a:buChar char="•"/>
            </a:pPr>
            <a:r>
              <a:rPr lang="pl-PL" sz="1100">
                <a:solidFill>
                  <a:srgbClr val="F4364C"/>
                </a:solidFill>
              </a:rPr>
              <a:t>Klauzule przyznające dostawcy szeroką licencję do </a:t>
            </a:r>
            <a:r>
              <a:rPr lang="pl-PL" sz="1100" err="1">
                <a:solidFill>
                  <a:srgbClr val="F4364C"/>
                </a:solidFill>
              </a:rPr>
              <a:t>inputu</a:t>
            </a:r>
            <a:r>
              <a:rPr lang="pl-PL" sz="1100">
                <a:solidFill>
                  <a:srgbClr val="F4364C"/>
                </a:solidFill>
              </a:rPr>
              <a:t>, w szczególności prawo do wykorzystywania </a:t>
            </a:r>
            <a:r>
              <a:rPr lang="pl-PL" sz="1100" err="1">
                <a:solidFill>
                  <a:srgbClr val="F4364C"/>
                </a:solidFill>
              </a:rPr>
              <a:t>inputu</a:t>
            </a:r>
            <a:r>
              <a:rPr lang="pl-PL" sz="1100">
                <a:solidFill>
                  <a:srgbClr val="F4364C"/>
                </a:solidFill>
              </a:rPr>
              <a:t> do trenowania lub ulepszania modeli, przeniesienie praw do treści wejściowych lub brak możliwości wyłączenia takiego wykorzystania. Takie zapisy pojawiały się w starszych warunkach niektórych narzędzi generatywnych i są nieproporcjonalne z perspektywy klienta.</a:t>
            </a:r>
          </a:p>
          <a:p>
            <a:pPr marL="171450" lvl="0" indent="-171450" algn="just" defTabSz="533400">
              <a:spcBef>
                <a:spcPct val="0"/>
              </a:spcBef>
              <a:buFont typeface="Arial" panose="020B0604020202020204" pitchFamily="34" charset="0"/>
              <a:buChar char="•"/>
            </a:pPr>
            <a:r>
              <a:rPr lang="pl-PL" sz="1100">
                <a:solidFill>
                  <a:srgbClr val="F4364C"/>
                </a:solidFill>
              </a:rPr>
              <a:t>Klauzula przyznająca dostawcy prawa do treści wygenerowanych lub przetwarzanych przez AI, bez rozstrzygnięcia, kto jest właścicielem praw – zwłaszcza w jurysdykcjach uznających </a:t>
            </a:r>
            <a:r>
              <a:rPr lang="pl-PL" sz="1100" err="1">
                <a:solidFill>
                  <a:srgbClr val="F4364C"/>
                </a:solidFill>
              </a:rPr>
              <a:t>computer-generated</a:t>
            </a:r>
            <a:r>
              <a:rPr lang="pl-PL" sz="1100">
                <a:solidFill>
                  <a:srgbClr val="F4364C"/>
                </a:solidFill>
              </a:rPr>
              <a:t> </a:t>
            </a:r>
            <a:r>
              <a:rPr lang="pl-PL" sz="1100" err="1">
                <a:solidFill>
                  <a:srgbClr val="F4364C"/>
                </a:solidFill>
              </a:rPr>
              <a:t>works</a:t>
            </a:r>
            <a:r>
              <a:rPr lang="pl-PL" sz="1100">
                <a:solidFill>
                  <a:srgbClr val="F4364C"/>
                </a:solidFill>
              </a:rPr>
              <a:t> (np. UK).</a:t>
            </a:r>
          </a:p>
          <a:p>
            <a:pPr marL="171450" lvl="0" indent="-171450" defTabSz="533400">
              <a:spcBef>
                <a:spcPct val="0"/>
              </a:spcBef>
              <a:buFont typeface="Segoe UI Symbol" panose="020B0502040204020203" pitchFamily="34" charset="0"/>
              <a:buChar char="✗"/>
            </a:pPr>
            <a:endParaRPr lang="pl-PL" sz="1100">
              <a:solidFill>
                <a:srgbClr val="F4364C"/>
              </a:solidFill>
            </a:endParaRPr>
          </a:p>
        </p:txBody>
      </p:sp>
    </p:spTree>
    <p:extLst>
      <p:ext uri="{BB962C8B-B14F-4D97-AF65-F5344CB8AC3E}">
        <p14:creationId xmlns:p14="http://schemas.microsoft.com/office/powerpoint/2010/main" val="12059207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3D1B9-6281-C09C-0367-035E9ED325E8}"/>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E4F100AC-F94A-6886-6073-1FA0639907E1}"/>
              </a:ext>
            </a:extLst>
          </p:cNvPr>
          <p:cNvSpPr>
            <a:spLocks noGrp="1"/>
          </p:cNvSpPr>
          <p:nvPr>
            <p:ph type="title"/>
          </p:nvPr>
        </p:nvSpPr>
        <p:spPr>
          <a:xfrm>
            <a:off x="588263" y="457200"/>
            <a:ext cx="11001600" cy="954107"/>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b="1"/>
              <a:t>Odpowiedzialność i ograniczenie odpowiedzialności</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To jedna z najważniejszych (i najtrudniejszych) części negocjacji – określa, do jakiego zakresu szkód i kwoty każda strona ponosi odpowiedzialność, jeśli coś pójdzie nie tak. </a:t>
            </a:r>
            <a:endParaRPr lang="pl-PL" sz="1300"/>
          </a:p>
        </p:txBody>
      </p:sp>
      <p:sp>
        <p:nvSpPr>
          <p:cNvPr id="2" name="Symbol zastępczy tekstu 2">
            <a:extLst>
              <a:ext uri="{FF2B5EF4-FFF2-40B4-BE49-F238E27FC236}">
                <a16:creationId xmlns:a16="http://schemas.microsoft.com/office/drawing/2014/main" id="{EB3B6E1D-4707-2F1D-895C-5200A431F76C}"/>
              </a:ext>
            </a:extLst>
          </p:cNvPr>
          <p:cNvSpPr txBox="1">
            <a:spLocks/>
          </p:cNvSpPr>
          <p:nvPr/>
        </p:nvSpPr>
        <p:spPr>
          <a:xfrm>
            <a:off x="588263" y="1809750"/>
            <a:ext cx="8237977" cy="4775984"/>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600" b="1">
                <a:solidFill>
                  <a:srgbClr val="8661C5"/>
                </a:solidFill>
                <a:cs typeface="Segoe UI"/>
              </a:rPr>
              <a:t>Typowe ustalenia:</a:t>
            </a:r>
            <a:endParaRPr lang="pl-PL" sz="1200" b="1">
              <a:solidFill>
                <a:srgbClr val="8661C5"/>
              </a:solidFill>
              <a:cs typeface="Segoe UI"/>
            </a:endParaRPr>
          </a:p>
          <a:p>
            <a:pPr marL="0" lvl="0" indent="0" algn="just" defTabSz="533400">
              <a:spcBef>
                <a:spcPts val="0"/>
              </a:spcBef>
              <a:buNone/>
            </a:pPr>
            <a:endParaRPr lang="pl-PL" sz="1200" b="1">
              <a:solidFill>
                <a:srgbClr val="8661C5"/>
              </a:solidFill>
            </a:endParaRPr>
          </a:p>
          <a:p>
            <a:pPr marL="0" lvl="0" indent="0" algn="just" defTabSz="533400">
              <a:spcBef>
                <a:spcPts val="0"/>
              </a:spcBef>
              <a:buNone/>
            </a:pPr>
            <a:r>
              <a:rPr lang="pl-PL" sz="1200" b="1">
                <a:solidFill>
                  <a:srgbClr val="8661C5"/>
                </a:solidFill>
              </a:rPr>
              <a:t>Rodzaje szkód:</a:t>
            </a:r>
          </a:p>
          <a:p>
            <a:pPr marL="0" lvl="0" indent="0" algn="just" defTabSz="533400">
              <a:spcBef>
                <a:spcPts val="0"/>
              </a:spcBef>
              <a:buNone/>
            </a:pPr>
            <a:r>
              <a:rPr lang="pl-PL" sz="1200"/>
              <a:t>Standardem jest wyłączenie odpowiedzialności za </a:t>
            </a:r>
            <a:r>
              <a:rPr lang="pl-PL" sz="1200" b="1"/>
              <a:t>szkody pośrednie i utracone korzyści. </a:t>
            </a:r>
          </a:p>
          <a:p>
            <a:pPr marL="0" lvl="0" indent="0" algn="just" defTabSz="533400">
              <a:spcBef>
                <a:spcPts val="0"/>
              </a:spcBef>
              <a:buNone/>
            </a:pPr>
            <a:endParaRPr lang="pl-PL" sz="1200" b="1"/>
          </a:p>
          <a:p>
            <a:pPr marL="0" lvl="0" indent="0" algn="just" defTabSz="533400">
              <a:spcBef>
                <a:spcPts val="0"/>
              </a:spcBef>
              <a:buNone/>
            </a:pPr>
            <a:r>
              <a:rPr lang="pl-PL" sz="1200" b="1">
                <a:solidFill>
                  <a:srgbClr val="8661C5"/>
                </a:solidFill>
              </a:rPr>
              <a:t>Limit kwotowy (cap):</a:t>
            </a:r>
          </a:p>
          <a:p>
            <a:pPr marL="0" indent="0" algn="just" defTabSz="533400">
              <a:spcBef>
                <a:spcPts val="0"/>
              </a:spcBef>
              <a:buNone/>
            </a:pPr>
            <a:r>
              <a:rPr lang="pl-PL" sz="1200"/>
              <a:t>Standardem w umowach IT jest ograniczenie odpowiedzialności </a:t>
            </a:r>
            <a:r>
              <a:rPr lang="pl-PL" sz="1200" err="1"/>
              <a:t>np</a:t>
            </a:r>
            <a:r>
              <a:rPr lang="pl-PL" sz="1200"/>
              <a:t>: równowartość określonego wynagrodzenia (np. zapłaconego za 12 miesięcy), albo konkretna kwota (np. 1 mln zł). Czasem rozbija się to na różne kategorie – np. limit standardowy = 100% wartości umowy, ale za naruszenie poufności lub danych osobowych = 200%, za szkody osobowe (czyli np. śmierć ludzi spowodowana działaniem AI – w skrajnych przypadkach) brak limitu. Warto sprawdzić czy ograniczenia są dla wszystkich stron i porównać je z własną matrycą ryzyka.</a:t>
            </a:r>
          </a:p>
          <a:p>
            <a:pPr marL="0" indent="0" algn="just" defTabSz="533400">
              <a:spcBef>
                <a:spcPts val="0"/>
              </a:spcBef>
              <a:buNone/>
            </a:pPr>
            <a:endParaRPr lang="pl-PL" sz="1200">
              <a:cs typeface="Segoe UI"/>
            </a:endParaRPr>
          </a:p>
          <a:p>
            <a:pPr marL="0" lvl="0" indent="0" algn="just" defTabSz="533400">
              <a:spcBef>
                <a:spcPts val="0"/>
              </a:spcBef>
              <a:buNone/>
            </a:pPr>
            <a:r>
              <a:rPr lang="pl-PL" sz="1200" b="1">
                <a:solidFill>
                  <a:srgbClr val="8661C5"/>
                </a:solidFill>
              </a:rPr>
              <a:t>Wyłączenia spod limitu:</a:t>
            </a:r>
            <a:endParaRPr lang="pl-PL" sz="1200" b="1">
              <a:solidFill>
                <a:srgbClr val="8661C5"/>
              </a:solidFill>
              <a:cs typeface="Segoe UI"/>
            </a:endParaRPr>
          </a:p>
          <a:p>
            <a:pPr marL="0" indent="0" algn="just" defTabSz="533400">
              <a:spcBef>
                <a:spcPts val="0"/>
              </a:spcBef>
              <a:buNone/>
            </a:pPr>
            <a:r>
              <a:rPr lang="pl-PL" sz="1200"/>
              <a:t>Pewne rodzaje odpowiedzialności zwykle nie są objęte limitami ani </a:t>
            </a:r>
            <a:r>
              <a:rPr lang="pl-PL" sz="1200" err="1"/>
              <a:t>wyłączeniami</a:t>
            </a:r>
            <a:r>
              <a:rPr lang="pl-PL" sz="1200"/>
              <a:t>. Na przykład: </a:t>
            </a:r>
            <a:r>
              <a:rPr lang="pl-PL" sz="1200" b="1"/>
              <a:t>odpowiedzialność za naruszenie praw własności intelektualnej osób trzecich</a:t>
            </a:r>
            <a:r>
              <a:rPr lang="pl-PL" sz="1200"/>
              <a:t>. Inne to </a:t>
            </a:r>
            <a:r>
              <a:rPr lang="pl-PL" sz="1200" b="1"/>
              <a:t>szkody wyrządzone umyślnie </a:t>
            </a:r>
            <a:r>
              <a:rPr lang="pl-PL" sz="1200"/>
              <a:t>– z zasady nie można z góry wyłączyć odpowiedzialności za działanie celowe. </a:t>
            </a:r>
            <a:endParaRPr lang="pl-PL" sz="1200">
              <a:cs typeface="Segoe UI"/>
            </a:endParaRPr>
          </a:p>
          <a:p>
            <a:pPr marL="0" lvl="0" indent="0" algn="just" defTabSz="533400">
              <a:spcBef>
                <a:spcPts val="0"/>
              </a:spcBef>
              <a:buNone/>
            </a:pPr>
            <a:endParaRPr lang="pl-PL" sz="1200">
              <a:cs typeface="Segoe UI"/>
            </a:endParaRPr>
          </a:p>
          <a:p>
            <a:pPr marL="0" lvl="0" indent="0" algn="just" defTabSz="533400">
              <a:spcBef>
                <a:spcPts val="0"/>
              </a:spcBef>
              <a:buNone/>
            </a:pPr>
            <a:r>
              <a:rPr lang="pl-PL" sz="1200" b="1">
                <a:solidFill>
                  <a:srgbClr val="8661C5"/>
                </a:solidFill>
              </a:rPr>
              <a:t>Mechanizmy dochodzenia roszczeń:</a:t>
            </a:r>
          </a:p>
          <a:p>
            <a:pPr marL="0" lvl="0" indent="0" algn="just" defTabSz="533400">
              <a:spcBef>
                <a:spcPts val="0"/>
              </a:spcBef>
              <a:buNone/>
            </a:pPr>
            <a:r>
              <a:rPr lang="pl-PL" sz="1200"/>
              <a:t>Czasem strony uzgadniają procedurę reklamacyjną – np. że strona poszkodowana zgłosi drugiej szkodę w ciągu X dni od jej stwierdzenia, a strony podejmą próbę polubownego rozwiązania. To bardziej porządkowe kwestie. Istotne bywa, czy łączenie roszczeń z karami umownymi jest możliwe (np. czy zapłata kary wyłącza dalsze odszkodowanie). Jeżeli zastrzeżono karę umowną, wierzyciel co do zasady nie może dochodzić odszkodowania przewyższającego jej wysokość (art. 484 §1 k.c.), chyba że strony wyraźnie postanowią inaczej, np. że zapłata kary nie wyłącza dochodzenia odszkodowania uzupełniającego, z zastrzeżeniem ustalonego limitu odpowiedzialności.”</a:t>
            </a:r>
            <a:endParaRPr lang="pl-PL" sz="1200" b="1"/>
          </a:p>
        </p:txBody>
      </p:sp>
      <p:cxnSp>
        <p:nvCxnSpPr>
          <p:cNvPr id="3" name="Łącznik prosty 2">
            <a:extLst>
              <a:ext uri="{FF2B5EF4-FFF2-40B4-BE49-F238E27FC236}">
                <a16:creationId xmlns:a16="http://schemas.microsoft.com/office/drawing/2014/main" id="{61DAA9BC-BADA-BF52-D63E-9444D3155E80}"/>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 name="Prostokąt: zaokrąglone rogi 3">
            <a:extLst>
              <a:ext uri="{FF2B5EF4-FFF2-40B4-BE49-F238E27FC236}">
                <a16:creationId xmlns:a16="http://schemas.microsoft.com/office/drawing/2014/main" id="{70EB58DF-1059-527C-8F52-C5058A417532}"/>
              </a:ext>
            </a:extLst>
          </p:cNvPr>
          <p:cNvSpPr/>
          <p:nvPr/>
        </p:nvSpPr>
        <p:spPr>
          <a:xfrm>
            <a:off x="9349482" y="2193611"/>
            <a:ext cx="2254254" cy="2696888"/>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algn="ctr" defTabSz="533400">
              <a:lnSpc>
                <a:spcPct val="90000"/>
              </a:lnSpc>
              <a:spcBef>
                <a:spcPct val="0"/>
              </a:spcBef>
              <a:spcAft>
                <a:spcPct val="35000"/>
              </a:spcAft>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Z punktu widzenia klienta – całkowite wyłączenie odpowiedzialności dostawcy. </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Najczęściej finalny kształt to kompromis: wyłączenie szkód pośrednich i utraconych korzyści, pełna odpowiedzialność za roszczenia osób trzecich dot. IP lub za szkody wyrządzone umyślnie, ograniczenie odpowiedzialności w pozostałym zakresie</a:t>
            </a:r>
          </a:p>
        </p:txBody>
      </p:sp>
      <p:pic>
        <p:nvPicPr>
          <p:cNvPr id="5" name="Picture 2">
            <a:extLst>
              <a:ext uri="{FF2B5EF4-FFF2-40B4-BE49-F238E27FC236}">
                <a16:creationId xmlns:a16="http://schemas.microsoft.com/office/drawing/2014/main" id="{C263A41F-27E5-D24E-1433-7203EB3A8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683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491E4-87F9-2193-61BE-DADF48FBA2D8}"/>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2E64D6D9-0E95-043F-FA01-07C57618DD4C}"/>
              </a:ext>
            </a:extLst>
          </p:cNvPr>
          <p:cNvSpPr>
            <a:spLocks noGrp="1"/>
          </p:cNvSpPr>
          <p:nvPr>
            <p:ph type="title"/>
          </p:nvPr>
        </p:nvSpPr>
        <p:spPr>
          <a:xfrm>
            <a:off x="588263" y="457200"/>
            <a:ext cx="11001600" cy="984885"/>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b="1"/>
              <a:t>Gwarancje dostawcy (</a:t>
            </a:r>
            <a:r>
              <a:rPr lang="pl-PL" b="1" err="1"/>
              <a:t>warranties</a:t>
            </a:r>
            <a:r>
              <a:rPr lang="pl-PL" b="1"/>
              <a:t>/</a:t>
            </a:r>
            <a:r>
              <a:rPr lang="pl-PL" b="1" err="1"/>
              <a:t>guarantees</a:t>
            </a:r>
            <a:r>
              <a:rPr lang="pl-PL" b="1"/>
              <a:t> )</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Gwarancje (zapewnienia) to oświadczenia stron, że pewne stany rzeczy są lub będą spełnione. W kontekście AI kluczowe są gwarancje dostawcy co do </a:t>
            </a:r>
            <a:r>
              <a:rPr kumimoji="0" lang="pl-PL" sz="1300" b="1" i="0" u="none" strike="noStrike" kern="1200" cap="none" spc="0" normalizeH="0" baseline="0" noProof="0">
                <a:ln>
                  <a:noFill/>
                </a:ln>
                <a:solidFill>
                  <a:srgbClr val="000000"/>
                </a:solidFill>
                <a:effectLst/>
                <a:uLnTx/>
                <a:uFillTx/>
                <a:latin typeface="Segoe UI"/>
                <a:ea typeface="+mn-ea"/>
                <a:cs typeface="+mn-cs"/>
              </a:rPr>
              <a:t>jakości i zgodności</a:t>
            </a:r>
            <a:r>
              <a:rPr kumimoji="0" lang="pl-PL" sz="1300" b="0" i="0" u="none" strike="noStrike" kern="1200" cap="none" spc="0" normalizeH="0" baseline="0" noProof="0">
                <a:ln>
                  <a:noFill/>
                </a:ln>
                <a:solidFill>
                  <a:srgbClr val="000000"/>
                </a:solidFill>
                <a:effectLst/>
                <a:uLnTx/>
                <a:uFillTx/>
                <a:latin typeface="Segoe UI"/>
                <a:ea typeface="+mn-ea"/>
                <a:cs typeface="+mn-cs"/>
              </a:rPr>
              <a:t> rozwiązania.</a:t>
            </a:r>
            <a:endParaRPr lang="pl-PL" sz="1300"/>
          </a:p>
        </p:txBody>
      </p:sp>
      <p:sp>
        <p:nvSpPr>
          <p:cNvPr id="4" name="Symbol zastępczy tekstu 2">
            <a:extLst>
              <a:ext uri="{FF2B5EF4-FFF2-40B4-BE49-F238E27FC236}">
                <a16:creationId xmlns:a16="http://schemas.microsoft.com/office/drawing/2014/main" id="{9E566BEE-D332-3E02-F377-06E4A0D506EC}"/>
              </a:ext>
            </a:extLst>
          </p:cNvPr>
          <p:cNvSpPr txBox="1">
            <a:spLocks/>
          </p:cNvSpPr>
          <p:nvPr/>
        </p:nvSpPr>
        <p:spPr>
          <a:xfrm>
            <a:off x="588264" y="1800225"/>
            <a:ext cx="8237994" cy="4785509"/>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400" b="1">
                <a:solidFill>
                  <a:srgbClr val="8661C5"/>
                </a:solidFill>
                <a:cs typeface="Segoe UI"/>
              </a:rPr>
              <a:t>Typowe gwarancje dostawcy:</a:t>
            </a:r>
            <a:endParaRPr lang="pl-PL" sz="1400" b="1">
              <a:solidFill>
                <a:srgbClr val="8661C5"/>
              </a:solidFill>
            </a:endParaRPr>
          </a:p>
          <a:p>
            <a:pPr marL="0" indent="0" algn="just" defTabSz="533400">
              <a:spcBef>
                <a:spcPts val="0"/>
              </a:spcBef>
              <a:buNone/>
            </a:pPr>
            <a:endParaRPr lang="pl-PL" sz="1050" b="1">
              <a:solidFill>
                <a:srgbClr val="8661C5"/>
              </a:solidFill>
            </a:endParaRPr>
          </a:p>
          <a:p>
            <a:pPr marL="0" indent="0" algn="just" defTabSz="533400">
              <a:spcBef>
                <a:spcPts val="0"/>
              </a:spcBef>
              <a:buNone/>
            </a:pPr>
            <a:r>
              <a:rPr lang="pl-PL" sz="1050" b="1">
                <a:solidFill>
                  <a:srgbClr val="8661C5"/>
                </a:solidFill>
              </a:rPr>
              <a:t>Zgodność z wymaganiami:</a:t>
            </a:r>
          </a:p>
          <a:p>
            <a:pPr marL="0" indent="0" algn="just" defTabSz="533400">
              <a:spcBef>
                <a:spcPts val="0"/>
              </a:spcBef>
              <a:buNone/>
            </a:pPr>
            <a:r>
              <a:rPr lang="pl-PL" sz="1050"/>
              <a:t>Dostawca gwarantuje, że przestrzega przepisów dot. oferowania/ świadczenia usług. Że rozwiązanie odpowiada opisowi i specyfikacji. </a:t>
            </a:r>
          </a:p>
          <a:p>
            <a:pPr marL="0" indent="0" algn="just" defTabSz="533400">
              <a:spcBef>
                <a:spcPts val="0"/>
              </a:spcBef>
              <a:buNone/>
            </a:pPr>
            <a:endParaRPr lang="pl-PL" sz="1050"/>
          </a:p>
          <a:p>
            <a:pPr marL="0" indent="0" algn="just" defTabSz="533400">
              <a:spcBef>
                <a:spcPts val="0"/>
              </a:spcBef>
              <a:buNone/>
            </a:pPr>
            <a:r>
              <a:rPr lang="pl-PL" sz="1050" b="1">
                <a:solidFill>
                  <a:srgbClr val="8661C5"/>
                </a:solidFill>
              </a:rPr>
              <a:t>Brak wad ukrytych i </a:t>
            </a:r>
            <a:r>
              <a:rPr lang="pl-PL" sz="1050" b="1" err="1">
                <a:solidFill>
                  <a:srgbClr val="8661C5"/>
                </a:solidFill>
              </a:rPr>
              <a:t>malware</a:t>
            </a:r>
            <a:r>
              <a:rPr lang="pl-PL" sz="1050" b="1">
                <a:solidFill>
                  <a:srgbClr val="8661C5"/>
                </a:solidFill>
              </a:rPr>
              <a:t>:</a:t>
            </a:r>
          </a:p>
          <a:p>
            <a:pPr marL="0" indent="0" algn="just" defTabSz="533400">
              <a:spcBef>
                <a:spcPts val="0"/>
              </a:spcBef>
              <a:buNone/>
            </a:pPr>
            <a:r>
              <a:rPr lang="pl-PL" sz="1050"/>
              <a:t>Typowe jest zapewnienie, że rozwiązanie jest wolne od wad mogących uniemożliwić korzystanie zgodnie z dokumentacją, w tym od złośliwego oprogramowania. </a:t>
            </a:r>
          </a:p>
          <a:p>
            <a:pPr marL="0" indent="0" algn="just" defTabSz="533400">
              <a:spcBef>
                <a:spcPts val="0"/>
              </a:spcBef>
              <a:buNone/>
            </a:pPr>
            <a:endParaRPr lang="pl-PL" sz="1050"/>
          </a:p>
          <a:p>
            <a:pPr marL="0" indent="0" algn="just" defTabSz="533400">
              <a:spcBef>
                <a:spcPts val="0"/>
              </a:spcBef>
              <a:buNone/>
            </a:pPr>
            <a:r>
              <a:rPr lang="pl-PL" sz="1050" b="1">
                <a:solidFill>
                  <a:srgbClr val="8661C5"/>
                </a:solidFill>
              </a:rPr>
              <a:t>Zgodność z prawem:</a:t>
            </a:r>
          </a:p>
          <a:p>
            <a:pPr marL="0" indent="0" algn="just" defTabSz="533400">
              <a:spcBef>
                <a:spcPts val="0"/>
              </a:spcBef>
              <a:buNone/>
            </a:pPr>
            <a:r>
              <a:rPr lang="pl-PL" sz="1050"/>
              <a:t>Zapewnienie, że rozwiązanie jest stworzone i działa w sposób zgodny z obowiązującym prawem, w tym z RODO, a jeśli dotyczy – spełnia wymagania AI </a:t>
            </a:r>
            <a:r>
              <a:rPr lang="pl-PL" sz="1050" err="1"/>
              <a:t>Act</a:t>
            </a:r>
            <a:r>
              <a:rPr lang="pl-PL" sz="1050"/>
              <a:t>. UWAGA: to nie jest jedynie odpowiedzialność dostawcy, ale również klienta odnośnie odpowiedniej </a:t>
            </a:r>
            <a:endParaRPr lang="pl-PL" sz="1050">
              <a:cs typeface="Segoe UI"/>
            </a:endParaRPr>
          </a:p>
          <a:p>
            <a:pPr marL="0" indent="0" algn="just" defTabSz="533400">
              <a:spcBef>
                <a:spcPts val="0"/>
              </a:spcBef>
              <a:buNone/>
            </a:pPr>
            <a:endParaRPr lang="pl-PL" sz="1050"/>
          </a:p>
          <a:p>
            <a:pPr marL="0" indent="0" algn="just" defTabSz="533400">
              <a:spcBef>
                <a:spcPts val="0"/>
              </a:spcBef>
              <a:buNone/>
            </a:pPr>
            <a:r>
              <a:rPr lang="pl-PL" sz="1050" b="1">
                <a:solidFill>
                  <a:srgbClr val="8661C5"/>
                </a:solidFill>
              </a:rPr>
              <a:t>Ciągłość wsparcia:</a:t>
            </a:r>
          </a:p>
          <a:p>
            <a:pPr marL="0" indent="0" algn="just" defTabSz="533400">
              <a:spcBef>
                <a:spcPts val="0"/>
              </a:spcBef>
              <a:buNone/>
            </a:pPr>
            <a:r>
              <a:rPr lang="pl-PL" sz="1050"/>
              <a:t>W modelu chmurowym/usługach dostawcy czasem gwarantują pewien poziom wsparcia – np. że krytyczne błędy będą usuwane w ciągu 24h. Takie rozwiązania powinny się znaleźć w Service Level Agreement (SLA), ale może być sformułowane jako „gwarancja reakcji”.</a:t>
            </a:r>
          </a:p>
          <a:p>
            <a:pPr marL="0" indent="0" algn="just" defTabSz="533400">
              <a:spcBef>
                <a:spcPts val="0"/>
              </a:spcBef>
              <a:buNone/>
            </a:pPr>
            <a:endParaRPr lang="pl-PL" sz="1050"/>
          </a:p>
          <a:p>
            <a:pPr marL="0" indent="0" algn="just" defTabSz="533400">
              <a:spcBef>
                <a:spcPts val="0"/>
              </a:spcBef>
              <a:buNone/>
            </a:pPr>
            <a:r>
              <a:rPr lang="pl-PL" sz="1050" b="1">
                <a:solidFill>
                  <a:schemeClr val="accent1"/>
                </a:solidFill>
              </a:rPr>
              <a:t>Kompatybilność:</a:t>
            </a:r>
          </a:p>
          <a:p>
            <a:pPr marL="0" indent="0" algn="just" defTabSz="533400">
              <a:spcBef>
                <a:spcPts val="0"/>
              </a:spcBef>
              <a:buNone/>
            </a:pPr>
            <a:r>
              <a:rPr lang="pl-PL" sz="1050"/>
              <a:t>Gdy AI jest elementem większego systemu, dostawca może zapewnić, że jest kompatybilny z określonym środowiskiem (np. „działa na Windows 11 i z bazą danych Oracle 19c”).</a:t>
            </a:r>
          </a:p>
          <a:p>
            <a:pPr marL="0" indent="0" algn="just" defTabSz="533400">
              <a:spcBef>
                <a:spcPts val="0"/>
              </a:spcBef>
              <a:buNone/>
            </a:pPr>
            <a:endParaRPr lang="pl-PL" sz="1050"/>
          </a:p>
          <a:p>
            <a:pPr marL="0" lvl="0" indent="0" algn="just" defTabSz="533400">
              <a:spcBef>
                <a:spcPts val="0"/>
              </a:spcBef>
              <a:buNone/>
            </a:pPr>
            <a:r>
              <a:rPr lang="pl-PL" sz="1050" b="1">
                <a:solidFill>
                  <a:srgbClr val="8661C5"/>
                </a:solidFill>
              </a:rPr>
              <a:t>Ograniczenia gwarancji:</a:t>
            </a:r>
          </a:p>
          <a:p>
            <a:pPr marL="0" lvl="0" indent="0" algn="just" defTabSz="533400">
              <a:spcBef>
                <a:spcPts val="0"/>
              </a:spcBef>
              <a:buNone/>
            </a:pPr>
            <a:r>
              <a:rPr lang="pl-PL" sz="1050"/>
              <a:t>Dostawcy zazwyczaj dodają w umowie tzw. </a:t>
            </a:r>
            <a:r>
              <a:rPr lang="pl-PL" sz="1050" b="1" err="1"/>
              <a:t>disclaimer</a:t>
            </a:r>
            <a:r>
              <a:rPr lang="pl-PL" sz="1050" b="1"/>
              <a:t>:</a:t>
            </a:r>
            <a:r>
              <a:rPr lang="pl-PL" sz="1050"/>
              <a:t> </a:t>
            </a:r>
            <a:r>
              <a:rPr lang="pl-PL" sz="1050" i="1"/>
              <a:t>„Poza wyraźnie udzielonymi w niniejszej umowie gwarancjami, Dostawca nie udziela żadnych innych zapewnień, w tym dorozumianych gwarancji przydatności handlowej czy do konkretnego celu”.</a:t>
            </a:r>
            <a:r>
              <a:rPr lang="pl-PL" sz="1050"/>
              <a:t> Oznacza to, że jeśli czegoś explicite nie zagwarantował, to klient nie może na tej podstawie podnosić roszczeń. Taki zapis jest standardowy i dopuszczalny w relacjach B2B – w szczególności „przydatność do konkretnego celu” (fitness for a </a:t>
            </a:r>
            <a:r>
              <a:rPr lang="pl-PL" sz="1050" err="1"/>
              <a:t>particular</a:t>
            </a:r>
            <a:r>
              <a:rPr lang="pl-PL" sz="1050"/>
              <a:t> </a:t>
            </a:r>
            <a:r>
              <a:rPr lang="pl-PL" sz="1050" err="1"/>
              <a:t>purpose</a:t>
            </a:r>
            <a:r>
              <a:rPr lang="pl-PL" sz="1050"/>
              <a:t>) jest zawsze wyłączana, bo dostawca nie chce odpowiadać za to, że klientowi system nie przyniósł spodziewanej korzyści biznesowej (to zbyt subiektywne). Klient powinien więc dopilnować, by wszystko co istotne było jednak wyraźnie ujęte w gwarancjach.</a:t>
            </a:r>
          </a:p>
        </p:txBody>
      </p:sp>
      <p:cxnSp>
        <p:nvCxnSpPr>
          <p:cNvPr id="5" name="Łącznik prosty 4">
            <a:extLst>
              <a:ext uri="{FF2B5EF4-FFF2-40B4-BE49-F238E27FC236}">
                <a16:creationId xmlns:a16="http://schemas.microsoft.com/office/drawing/2014/main" id="{946E5EA3-CF81-6FAB-2F71-F1880D2C0F89}"/>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7" name="Prostokąt: zaokrąglone rogi 6">
            <a:extLst>
              <a:ext uri="{FF2B5EF4-FFF2-40B4-BE49-F238E27FC236}">
                <a16:creationId xmlns:a16="http://schemas.microsoft.com/office/drawing/2014/main" id="{06B04AF1-160A-B839-969B-58FFF166D7C8}"/>
              </a:ext>
            </a:extLst>
          </p:cNvPr>
          <p:cNvSpPr/>
          <p:nvPr/>
        </p:nvSpPr>
        <p:spPr>
          <a:xfrm>
            <a:off x="9349482" y="2193611"/>
            <a:ext cx="2254254" cy="2655791"/>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lvl="0" algn="ctr" defTabSz="533400">
              <a:spcBef>
                <a:spcPct val="0"/>
              </a:spcBef>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lvl="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jakichkolwiek gwarancji co do działania – np. umowa stanowi że produkt jest udostępniany „as </a:t>
            </a:r>
            <a:r>
              <a:rPr lang="pl-PL" sz="1100" err="1">
                <a:solidFill>
                  <a:srgbClr val="F4364C"/>
                </a:solidFill>
              </a:rPr>
              <a:t>is</a:t>
            </a:r>
            <a:r>
              <a:rPr lang="pl-PL" sz="1100">
                <a:solidFill>
                  <a:srgbClr val="F4364C"/>
                </a:solidFill>
              </a:rPr>
              <a:t>” i  wyłącza odpowiedzialność za to, czy system działa. </a:t>
            </a:r>
          </a:p>
          <a:p>
            <a:pPr marL="171450" lvl="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To może się zdarzyć w tanich i podstawowych usługach, ale w komercyjnej umowie dostawca powinien choćby zagwarantować minimalną funkcjonalność. </a:t>
            </a:r>
          </a:p>
        </p:txBody>
      </p:sp>
      <p:pic>
        <p:nvPicPr>
          <p:cNvPr id="2" name="Picture 2">
            <a:extLst>
              <a:ext uri="{FF2B5EF4-FFF2-40B4-BE49-F238E27FC236}">
                <a16:creationId xmlns:a16="http://schemas.microsoft.com/office/drawing/2014/main" id="{63AD4C9A-C5FC-76A5-484A-A7A6C59B1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7303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64A74-27D8-A214-6D2A-F6828983B06E}"/>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C03431B0-E6C8-7935-76C6-85DDD511B9A1}"/>
              </a:ext>
            </a:extLst>
          </p:cNvPr>
          <p:cNvSpPr>
            <a:spLocks noGrp="1"/>
          </p:cNvSpPr>
          <p:nvPr>
            <p:ph type="title"/>
          </p:nvPr>
        </p:nvSpPr>
        <p:spPr>
          <a:xfrm>
            <a:off x="588263" y="457200"/>
            <a:ext cx="11001600" cy="1354217"/>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b="1"/>
              <a:t>Przetwarzanie danych osobowych - RODO</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1" i="0" u="none" strike="noStrike" kern="1200" cap="none" spc="0" normalizeH="0" baseline="0" noProof="0">
                <a:ln>
                  <a:noFill/>
                </a:ln>
                <a:solidFill>
                  <a:srgbClr val="000000"/>
                </a:solidFill>
                <a:effectLst/>
                <a:uLnTx/>
                <a:uFillTx/>
                <a:latin typeface="Segoe UI"/>
                <a:ea typeface="+mn-ea"/>
                <a:cs typeface="+mn-cs"/>
              </a:rPr>
              <a:t>Dane osobowe mogą pojawiać się w zawartości wejściowej, wyjściowej, w danych o interakcjach i wyjątkowo – w samych modelach</a:t>
            </a:r>
            <a:r>
              <a:rPr kumimoji="0" lang="pl-PL" sz="1300" b="0" i="0" u="none" strike="noStrike" kern="1200" cap="none" spc="0" normalizeH="0" baseline="0" noProof="0">
                <a:ln>
                  <a:noFill/>
                </a:ln>
                <a:solidFill>
                  <a:srgbClr val="000000"/>
                </a:solidFill>
                <a:effectLst/>
                <a:uLnTx/>
                <a:uFillTx/>
                <a:latin typeface="Segoe UI"/>
                <a:ea typeface="+mn-ea"/>
                <a:cs typeface="+mn-cs"/>
              </a:rPr>
              <a:t>. W przypadku filtrowania treści, mogą być przechowywane przez pewien czas w ramach narzędzi do filtrowania w systemach AI. Dlatego większość umów dot. AI powinna być analizowana również pod kątem RODO. Brak zgodności z RODO może prowadzić do odpowiedzialności finansowej (do 20 mln EUR lub 4% globalnego obrotu (art. 83 RODO), regulacyjnej i </a:t>
            </a:r>
            <a:r>
              <a:rPr kumimoji="0" lang="pl-PL" sz="1300" b="0" i="0" u="none" strike="noStrike" kern="1200" cap="none" spc="0" normalizeH="0" baseline="0" noProof="0" err="1">
                <a:ln>
                  <a:noFill/>
                </a:ln>
                <a:solidFill>
                  <a:srgbClr val="000000"/>
                </a:solidFill>
                <a:effectLst/>
                <a:uLnTx/>
                <a:uFillTx/>
                <a:latin typeface="Segoe UI"/>
                <a:ea typeface="+mn-ea"/>
                <a:cs typeface="+mn-cs"/>
              </a:rPr>
              <a:t>reputacyjnej</a:t>
            </a:r>
            <a:r>
              <a:rPr kumimoji="0" lang="pl-PL" sz="1300" b="0" i="0" u="none" strike="noStrike" kern="1200" cap="none" spc="0" normalizeH="0" baseline="0" noProof="0">
                <a:ln>
                  <a:noFill/>
                </a:ln>
                <a:solidFill>
                  <a:srgbClr val="000000"/>
                </a:solidFill>
                <a:effectLst/>
                <a:uLnTx/>
                <a:uFillTx/>
                <a:latin typeface="Segoe UI"/>
                <a:ea typeface="+mn-ea"/>
                <a:cs typeface="+mn-cs"/>
              </a:rPr>
              <a:t>.</a:t>
            </a:r>
            <a:endParaRPr lang="pl-PL" sz="1300"/>
          </a:p>
        </p:txBody>
      </p:sp>
      <p:sp>
        <p:nvSpPr>
          <p:cNvPr id="2" name="Symbol zastępczy tekstu 2">
            <a:extLst>
              <a:ext uri="{FF2B5EF4-FFF2-40B4-BE49-F238E27FC236}">
                <a16:creationId xmlns:a16="http://schemas.microsoft.com/office/drawing/2014/main" id="{3652953F-1074-31F9-1338-8C66AA0E93CF}"/>
              </a:ext>
            </a:extLst>
          </p:cNvPr>
          <p:cNvSpPr txBox="1">
            <a:spLocks/>
          </p:cNvSpPr>
          <p:nvPr/>
        </p:nvSpPr>
        <p:spPr>
          <a:xfrm>
            <a:off x="588263" y="2061029"/>
            <a:ext cx="8237994" cy="4524705"/>
          </a:xfrm>
          <a:prstGeom prst="rect">
            <a:avLst/>
          </a:prstGeom>
        </p:spPr>
        <p:txBody>
          <a:bodyPr lIns="36000" tIns="45720" rIns="91440" bIns="45720" anchor="t">
            <a:normAutofit fontScale="92500"/>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400" b="1">
                <a:solidFill>
                  <a:srgbClr val="8661C5"/>
                </a:solidFill>
                <a:cs typeface="Segoe UI"/>
              </a:rPr>
              <a:t>Na co zwrócić uwagę:</a:t>
            </a:r>
            <a:endParaRPr lang="pl-PL" sz="1400">
              <a:solidFill>
                <a:srgbClr val="8661C5"/>
              </a:solidFill>
              <a:cs typeface="Segoe UI"/>
            </a:endParaRPr>
          </a:p>
          <a:p>
            <a:pPr marL="0" indent="0" algn="just" defTabSz="533400">
              <a:spcBef>
                <a:spcPts val="0"/>
              </a:spcBef>
              <a:buNone/>
            </a:pPr>
            <a:endParaRPr lang="pl-PL" sz="1100" b="1">
              <a:solidFill>
                <a:srgbClr val="8661C5"/>
              </a:solidFill>
            </a:endParaRPr>
          </a:p>
          <a:p>
            <a:pPr marL="0" lvl="0" indent="0" algn="just">
              <a:spcBef>
                <a:spcPts val="0"/>
              </a:spcBef>
              <a:buNone/>
            </a:pPr>
            <a:r>
              <a:rPr lang="pl-PL" sz="1100" b="1">
                <a:solidFill>
                  <a:schemeClr val="accent1"/>
                </a:solidFill>
                <a:cs typeface="Segoe UI"/>
              </a:rPr>
              <a:t>Role RODO: </a:t>
            </a:r>
          </a:p>
          <a:p>
            <a:pPr marL="0" lvl="0" indent="0" algn="just">
              <a:spcBef>
                <a:spcPts val="0"/>
              </a:spcBef>
              <a:buNone/>
            </a:pPr>
            <a:r>
              <a:rPr lang="pl-PL" sz="1100">
                <a:cs typeface="Segoe UI"/>
              </a:rPr>
              <a:t>Umowa (główna lub DPA) powinna precyzować role podmiotów zaangażowanych w przetwarzanie danych osobowych (zob. wykład nr 1). W większości przypadków dostawca jest podmiotem przetwarzającym (nie decyduje o celach i środkach przetwarzania). Jeśli sytuacja jest inna (np. </a:t>
            </a:r>
            <a:r>
              <a:rPr lang="pl-PL" sz="1100" err="1">
                <a:cs typeface="Segoe UI"/>
              </a:rPr>
              <a:t>współadministracja</a:t>
            </a:r>
            <a:r>
              <a:rPr lang="pl-PL" sz="1100">
                <a:cs typeface="Segoe UI"/>
              </a:rPr>
              <a:t> przy wspólnym projekcie AI), to też musi być umownie rozstrzygnięte (art. 26 RODO – </a:t>
            </a:r>
            <a:r>
              <a:rPr lang="pl-PL" sz="1100" err="1">
                <a:cs typeface="Segoe UI"/>
              </a:rPr>
              <a:t>współadministratorzy</a:t>
            </a:r>
            <a:r>
              <a:rPr lang="pl-PL" sz="1100">
                <a:cs typeface="Segoe UI"/>
              </a:rPr>
              <a:t> uzgadniają podział obowiązków). Przypadki </a:t>
            </a:r>
            <a:r>
              <a:rPr lang="pl-PL" sz="1100" err="1">
                <a:cs typeface="Segoe UI"/>
              </a:rPr>
              <a:t>współadministracji</a:t>
            </a:r>
            <a:r>
              <a:rPr lang="pl-PL" sz="1100">
                <a:cs typeface="Segoe UI"/>
              </a:rPr>
              <a:t> mogą wystąpić np. gdy dwie firmy wspólnie trenują model i obie decydują o celu (polepszenie modelu) – wtedy zamiast klasycznego powierzenia mielibyśmy umowę o współadministrowaniu, co jest bardziej złożone. Częściej jednak da się rozdzielić role i iść w klasyczne powierzenie.</a:t>
            </a:r>
          </a:p>
          <a:p>
            <a:pPr marL="0" indent="0" algn="just" defTabSz="533400">
              <a:spcBef>
                <a:spcPts val="0"/>
              </a:spcBef>
              <a:buNone/>
            </a:pPr>
            <a:endParaRPr lang="pl-PL" sz="1100"/>
          </a:p>
          <a:p>
            <a:pPr marL="0" lvl="0" indent="0" algn="just" defTabSz="533400">
              <a:spcBef>
                <a:spcPts val="0"/>
              </a:spcBef>
              <a:buNone/>
            </a:pPr>
            <a:r>
              <a:rPr lang="pl-PL" sz="1100" b="1">
                <a:solidFill>
                  <a:schemeClr val="accent1"/>
                </a:solidFill>
                <a:cs typeface="Segoe UI"/>
              </a:rPr>
              <a:t>Usuwanie danych po zakończeniu usługi</a:t>
            </a:r>
          </a:p>
          <a:p>
            <a:pPr marL="0" lvl="0" indent="0" algn="just" defTabSz="533400">
              <a:spcBef>
                <a:spcPts val="0"/>
              </a:spcBef>
              <a:buNone/>
            </a:pPr>
            <a:r>
              <a:rPr lang="pl-PL" sz="1100">
                <a:cs typeface="Segoe UI"/>
              </a:rPr>
              <a:t>W usługach chmurowych przyjętym modelem jest, że klient sam usuwa dane w określonym terminie po zakończeniu umowy, a dopiero po jego upływie obowiązek usunięcia przechodzi na dostawcę. Umowa powinna to jasno regulować, wraz z potwierdzeniem wykonania usunięcia.</a:t>
            </a:r>
            <a:endParaRPr lang="pl-PL" sz="1100" b="1">
              <a:solidFill>
                <a:srgbClr val="8661C5"/>
              </a:solidFill>
              <a:cs typeface="Segoe UI"/>
            </a:endParaRPr>
          </a:p>
          <a:p>
            <a:pPr marL="0" lvl="0" indent="0" algn="just" defTabSz="533400">
              <a:spcBef>
                <a:spcPts val="0"/>
              </a:spcBef>
              <a:buNone/>
            </a:pPr>
            <a:endParaRPr lang="pl-PL" sz="1100" b="1">
              <a:solidFill>
                <a:srgbClr val="8661C5"/>
              </a:solidFill>
            </a:endParaRPr>
          </a:p>
          <a:p>
            <a:pPr marL="0" lvl="0" indent="0" algn="just" defTabSz="533400">
              <a:spcBef>
                <a:spcPts val="0"/>
              </a:spcBef>
              <a:buNone/>
            </a:pPr>
            <a:r>
              <a:rPr lang="pl-PL" sz="1100" b="1">
                <a:solidFill>
                  <a:srgbClr val="8661C5"/>
                </a:solidFill>
                <a:cs typeface="Segoe UI"/>
              </a:rPr>
              <a:t>Bezpieczeństwo danych (art. 32 RODO):</a:t>
            </a:r>
          </a:p>
          <a:p>
            <a:pPr marL="0" lvl="0" indent="0" algn="just" defTabSz="533400">
              <a:spcBef>
                <a:spcPts val="0"/>
              </a:spcBef>
              <a:buNone/>
            </a:pPr>
            <a:r>
              <a:rPr lang="pl-PL" sz="1100">
                <a:cs typeface="Segoe UI"/>
              </a:rPr>
              <a:t>Umowa powinna wymagać od dostawcy utrzymania odpowiedniego poziomu bezpieczeństwa. </a:t>
            </a:r>
          </a:p>
          <a:p>
            <a:pPr marL="0" indent="0" algn="just" defTabSz="533400">
              <a:spcBef>
                <a:spcPts val="0"/>
              </a:spcBef>
              <a:buNone/>
            </a:pPr>
            <a:endParaRPr lang="pl-PL" sz="1100"/>
          </a:p>
          <a:p>
            <a:pPr marL="0" lvl="0" indent="0" algn="just" defTabSz="533400">
              <a:spcBef>
                <a:spcPts val="0"/>
              </a:spcBef>
              <a:buNone/>
            </a:pPr>
            <a:r>
              <a:rPr lang="pl-PL" sz="1100" b="1">
                <a:solidFill>
                  <a:srgbClr val="8661C5"/>
                </a:solidFill>
                <a:cs typeface="Segoe UI"/>
              </a:rPr>
              <a:t>Umowa powierzenia (DPA):</a:t>
            </a:r>
          </a:p>
          <a:p>
            <a:pPr marL="0" indent="0" algn="just" defTabSz="533400">
              <a:spcBef>
                <a:spcPts val="0"/>
              </a:spcBef>
              <a:buNone/>
            </a:pPr>
            <a:r>
              <a:rPr lang="pl-PL" sz="1100">
                <a:cs typeface="Segoe UI"/>
              </a:rPr>
              <a:t>Bezwzględnie wymagana w przypadku powierzenia przetwarzania (art. 28 RODO). W szczególności trzeba w niej wymienić m.in. rodzaje danych i cele, możliwość dalszego powierzenia przetwarzania, podwykonawców, transfery, pomoc w realizacji praw osób i obsługę incydentów. Warto podkreślić, że brak dojrzałych mechanizmów kontroli </a:t>
            </a:r>
            <a:r>
              <a:rPr lang="pl-PL" sz="1100" err="1">
                <a:cs typeface="Segoe UI"/>
              </a:rPr>
              <a:t>ryzyk</a:t>
            </a:r>
            <a:r>
              <a:rPr lang="pl-PL" sz="1100">
                <a:cs typeface="Segoe UI"/>
              </a:rPr>
              <a:t> (w tym treści nielegalnych) może skutkować postępowaniami regulacyjnymi niezależnie od AI </a:t>
            </a:r>
            <a:r>
              <a:rPr lang="pl-PL" sz="1100" err="1">
                <a:cs typeface="Segoe UI"/>
              </a:rPr>
              <a:t>Act</a:t>
            </a:r>
            <a:r>
              <a:rPr lang="pl-PL" sz="1100">
                <a:cs typeface="Segoe UI"/>
              </a:rPr>
              <a:t> – przykładowo Komisja Europejska wszczęła formalne postępowanie dotyczące Grok/X na podstawie DSA w związku z </a:t>
            </a:r>
            <a:r>
              <a:rPr lang="pl-PL" sz="1100" err="1">
                <a:cs typeface="Segoe UI"/>
              </a:rPr>
              <a:t>ryzykami</a:t>
            </a:r>
            <a:r>
              <a:rPr lang="pl-PL" sz="1100">
                <a:cs typeface="Segoe UI"/>
              </a:rPr>
              <a:t> generowania i rozpowszechniania nielegalnych treści.  Jednocześnie, nawet gdyby dany system kwalifikował się jako high-</a:t>
            </a:r>
            <a:r>
              <a:rPr lang="pl-PL" sz="1100" err="1">
                <a:cs typeface="Segoe UI"/>
              </a:rPr>
              <a:t>risk</a:t>
            </a:r>
            <a:r>
              <a:rPr lang="pl-PL" sz="1100">
                <a:cs typeface="Segoe UI"/>
              </a:rPr>
              <a:t>, część zastosowań może być objęta </a:t>
            </a:r>
            <a:r>
              <a:rPr lang="pl-PL" sz="1100" err="1">
                <a:cs typeface="Segoe UI"/>
              </a:rPr>
              <a:t>wyłączeniami</a:t>
            </a:r>
            <a:r>
              <a:rPr lang="pl-PL" sz="1100">
                <a:cs typeface="Segoe UI"/>
              </a:rPr>
              <a:t> przewidzianymi w AI Akt (np. art. 111(2)) – więc w praktyce ocena reżimu prawnego wymaga sprawdzenia równolegle DSA/RODO/AI </a:t>
            </a:r>
            <a:r>
              <a:rPr lang="pl-PL" sz="1100" err="1">
                <a:cs typeface="Segoe UI"/>
              </a:rPr>
              <a:t>Act</a:t>
            </a:r>
            <a:r>
              <a:rPr lang="pl-PL" sz="1100">
                <a:cs typeface="Segoe UI"/>
              </a:rPr>
              <a:t>, a nie tylko „czy to high-</a:t>
            </a:r>
            <a:r>
              <a:rPr lang="pl-PL" sz="1100" err="1">
                <a:cs typeface="Segoe UI"/>
              </a:rPr>
              <a:t>risk</a:t>
            </a:r>
            <a:r>
              <a:rPr lang="pl-PL" sz="1100">
                <a:cs typeface="Segoe UI"/>
              </a:rPr>
              <a:t>”.</a:t>
            </a:r>
          </a:p>
          <a:p>
            <a:pPr marL="0" indent="0" algn="just" defTabSz="533400">
              <a:spcBef>
                <a:spcPts val="0"/>
              </a:spcBef>
              <a:buNone/>
            </a:pPr>
            <a:endParaRPr lang="pl-PL" sz="1100"/>
          </a:p>
          <a:p>
            <a:pPr marL="0" lvl="0" indent="0" algn="just" defTabSz="533400">
              <a:spcBef>
                <a:spcPts val="0"/>
              </a:spcBef>
              <a:buNone/>
            </a:pPr>
            <a:r>
              <a:rPr lang="pl-PL" sz="1100" b="1">
                <a:solidFill>
                  <a:srgbClr val="8661C5"/>
                </a:solidFill>
                <a:cs typeface="Segoe UI"/>
              </a:rPr>
              <a:t>Okres przechowywania i usunięcie:</a:t>
            </a:r>
          </a:p>
          <a:p>
            <a:pPr marL="0" lvl="0" indent="0" algn="just" defTabSz="533400">
              <a:spcBef>
                <a:spcPts val="0"/>
              </a:spcBef>
              <a:buNone/>
            </a:pPr>
            <a:r>
              <a:rPr lang="pl-PL" sz="1100" err="1">
                <a:cs typeface="Segoe UI"/>
              </a:rPr>
              <a:t>Zob</a:t>
            </a:r>
            <a:r>
              <a:rPr lang="pl-PL" sz="1100">
                <a:cs typeface="Segoe UI"/>
              </a:rPr>
              <a:t> slajd dot. wypowiedzenia umowy. </a:t>
            </a:r>
          </a:p>
          <a:p>
            <a:pPr marL="0" indent="0" algn="just" defTabSz="533400">
              <a:spcBef>
                <a:spcPts val="0"/>
              </a:spcBef>
              <a:buNone/>
            </a:pPr>
            <a:endParaRPr lang="pl-PL" sz="1100"/>
          </a:p>
          <a:p>
            <a:pPr marL="0" indent="0" algn="just">
              <a:spcBef>
                <a:spcPts val="0"/>
              </a:spcBef>
              <a:buNone/>
            </a:pPr>
            <a:endParaRPr lang="pl-PL" sz="1100"/>
          </a:p>
        </p:txBody>
      </p:sp>
      <p:sp>
        <p:nvSpPr>
          <p:cNvPr id="3" name="Prostokąt: zaokrąglone rogi 2">
            <a:extLst>
              <a:ext uri="{FF2B5EF4-FFF2-40B4-BE49-F238E27FC236}">
                <a16:creationId xmlns:a16="http://schemas.microsoft.com/office/drawing/2014/main" id="{4F000D00-EBBE-C086-5B19-A3E038FDF80D}"/>
              </a:ext>
            </a:extLst>
          </p:cNvPr>
          <p:cNvSpPr/>
          <p:nvPr/>
        </p:nvSpPr>
        <p:spPr>
          <a:xfrm>
            <a:off x="9349482" y="2193612"/>
            <a:ext cx="2254254" cy="1915680"/>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lvl="0" algn="ctr" defTabSz="533400">
              <a:spcBef>
                <a:spcPct val="0"/>
              </a:spcBef>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lvl="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DPA w przypadku powierzenia przetwarzania. </a:t>
            </a:r>
          </a:p>
          <a:p>
            <a:pPr marL="171450" lvl="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Zgoda na zbyt szerokie wykorzystanie danych – np. że procesor może używać danych klienta do „świadczenia usług swoim innym klientom” (spotkane w złych wzorcach). </a:t>
            </a:r>
          </a:p>
        </p:txBody>
      </p:sp>
      <p:cxnSp>
        <p:nvCxnSpPr>
          <p:cNvPr id="4" name="Łącznik prosty 3">
            <a:extLst>
              <a:ext uri="{FF2B5EF4-FFF2-40B4-BE49-F238E27FC236}">
                <a16:creationId xmlns:a16="http://schemas.microsoft.com/office/drawing/2014/main" id="{7E2EBB98-9F3F-2BFA-FE0D-0E9549E80E54}"/>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7134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F9D5-192F-8CAD-61A0-6643E72573C6}"/>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46EE9E84-E012-BD0C-4B0C-7B7A7DC08E6F}"/>
              </a:ext>
            </a:extLst>
          </p:cNvPr>
          <p:cNvSpPr>
            <a:spLocks noGrp="1"/>
          </p:cNvSpPr>
          <p:nvPr>
            <p:ph type="title"/>
          </p:nvPr>
        </p:nvSpPr>
        <p:spPr>
          <a:xfrm>
            <a:off x="588263" y="457200"/>
            <a:ext cx="11001600" cy="1154162"/>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pl-PL" b="1"/>
              <a:t>Zgoda na </a:t>
            </a:r>
            <a:r>
              <a:rPr lang="pl-PL" b="1" err="1"/>
              <a:t>podprzetwarzających</a:t>
            </a:r>
            <a:r>
              <a:rPr lang="pl-PL" b="1"/>
              <a:t> (</a:t>
            </a:r>
            <a:r>
              <a:rPr lang="pl-PL" b="1" err="1"/>
              <a:t>sub-processors</a:t>
            </a:r>
            <a:r>
              <a:rPr lang="pl-PL" b="1"/>
              <a:t>)</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Bardzo rzadko dostawca realizuje całą usługę AI własnymi siłami na własnej infrastrukturze. Często stoi za nim chmura (np. </a:t>
            </a:r>
            <a:r>
              <a:rPr kumimoji="0" lang="pl-PL" sz="1300" b="0" i="0" u="none" strike="noStrike" kern="1200" cap="none" spc="0" normalizeH="0" baseline="0" noProof="0" err="1">
                <a:ln>
                  <a:noFill/>
                </a:ln>
                <a:solidFill>
                  <a:srgbClr val="000000"/>
                </a:solidFill>
                <a:effectLst/>
                <a:uLnTx/>
                <a:uFillTx/>
                <a:latin typeface="Segoe UI"/>
                <a:ea typeface="+mn-ea"/>
                <a:cs typeface="+mn-cs"/>
              </a:rPr>
              <a:t>Azure</a:t>
            </a:r>
            <a:r>
              <a:rPr kumimoji="0" lang="pl-PL" sz="1300" b="0" i="0" u="none" strike="noStrike" kern="1200" cap="none" spc="0" normalizeH="0" baseline="0" noProof="0">
                <a:ln>
                  <a:noFill/>
                </a:ln>
                <a:solidFill>
                  <a:srgbClr val="000000"/>
                </a:solidFill>
                <a:effectLst/>
                <a:uLnTx/>
                <a:uFillTx/>
                <a:latin typeface="Segoe UI"/>
                <a:ea typeface="+mn-ea"/>
                <a:cs typeface="+mn-cs"/>
              </a:rPr>
              <a:t>) lub podmioty zapewniające wsparcie np., w modelu niezachodzącego słońca (</a:t>
            </a:r>
            <a:r>
              <a:rPr kumimoji="0" lang="pl-PL" sz="1300" b="0" i="0" u="none" strike="noStrike" kern="1200" cap="none" spc="0" normalizeH="0" baseline="0" noProof="0" err="1">
                <a:ln>
                  <a:noFill/>
                </a:ln>
                <a:solidFill>
                  <a:srgbClr val="000000"/>
                </a:solidFill>
                <a:effectLst/>
                <a:uLnTx/>
                <a:uFillTx/>
                <a:latin typeface="Segoe UI"/>
                <a:ea typeface="+mn-ea"/>
                <a:cs typeface="+mn-cs"/>
              </a:rPr>
              <a:t>follow</a:t>
            </a:r>
            <a:r>
              <a:rPr kumimoji="0" lang="pl-PL" sz="1300" b="0" i="0" u="none" strike="noStrike" kern="1200" cap="none" spc="0" normalizeH="0" baseline="0" noProof="0">
                <a:ln>
                  <a:noFill/>
                </a:ln>
                <a:solidFill>
                  <a:srgbClr val="000000"/>
                </a:solidFill>
                <a:effectLst/>
                <a:uLnTx/>
                <a:uFillTx/>
                <a:latin typeface="Segoe UI"/>
                <a:ea typeface="+mn-ea"/>
                <a:cs typeface="+mn-cs"/>
              </a:rPr>
              <a:t> the </a:t>
            </a:r>
            <a:r>
              <a:rPr kumimoji="0" lang="pl-PL" sz="1300" b="0" i="0" u="none" strike="noStrike" kern="1200" cap="none" spc="0" normalizeH="0" baseline="0" noProof="0" err="1">
                <a:ln>
                  <a:noFill/>
                </a:ln>
                <a:solidFill>
                  <a:srgbClr val="000000"/>
                </a:solidFill>
                <a:effectLst/>
                <a:uLnTx/>
                <a:uFillTx/>
                <a:latin typeface="Segoe UI"/>
                <a:ea typeface="+mn-ea"/>
                <a:cs typeface="+mn-cs"/>
              </a:rPr>
              <a:t>sunt</a:t>
            </a:r>
            <a:r>
              <a:rPr kumimoji="0" lang="pl-PL" sz="1300" b="0" i="0" u="none" strike="noStrike" kern="1200" cap="none" spc="0" normalizeH="0" baseline="0" noProof="0">
                <a:ln>
                  <a:noFill/>
                </a:ln>
                <a:solidFill>
                  <a:srgbClr val="000000"/>
                </a:solidFill>
                <a:effectLst/>
                <a:uLnTx/>
                <a:uFillTx/>
                <a:latin typeface="Segoe UI"/>
                <a:ea typeface="+mn-ea"/>
                <a:cs typeface="+mn-cs"/>
              </a:rPr>
              <a:t>). Klient musi mieć kontrolę nad tym łańcuchem – bo ciąży na nim odpowiedzialność za dane.</a:t>
            </a:r>
            <a:endParaRPr lang="pl-PL" sz="1300"/>
          </a:p>
        </p:txBody>
      </p:sp>
      <p:sp>
        <p:nvSpPr>
          <p:cNvPr id="2" name="Symbol zastępczy tekstu 2">
            <a:extLst>
              <a:ext uri="{FF2B5EF4-FFF2-40B4-BE49-F238E27FC236}">
                <a16:creationId xmlns:a16="http://schemas.microsoft.com/office/drawing/2014/main" id="{C268B62C-0E0A-3231-D455-E5B89B1219C0}"/>
              </a:ext>
            </a:extLst>
          </p:cNvPr>
          <p:cNvSpPr txBox="1">
            <a:spLocks/>
          </p:cNvSpPr>
          <p:nvPr/>
        </p:nvSpPr>
        <p:spPr>
          <a:xfrm>
            <a:off x="588263" y="2193612"/>
            <a:ext cx="8237977" cy="4392122"/>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800" b="1">
                <a:solidFill>
                  <a:srgbClr val="8661C5"/>
                </a:solidFill>
                <a:cs typeface="Segoe UI"/>
              </a:rPr>
              <a:t>Na co zwrócić uwagę:</a:t>
            </a:r>
            <a:endParaRPr lang="pl-PL" sz="1400" b="1">
              <a:solidFill>
                <a:srgbClr val="8661C5"/>
              </a:solidFill>
            </a:endParaRPr>
          </a:p>
          <a:p>
            <a:pPr marL="0" lvl="0" indent="0" algn="just" defTabSz="533400">
              <a:spcBef>
                <a:spcPts val="0"/>
              </a:spcBef>
              <a:buNone/>
            </a:pPr>
            <a:endParaRPr lang="pl-PL" sz="1400" b="1">
              <a:solidFill>
                <a:srgbClr val="8661C5"/>
              </a:solidFill>
            </a:endParaRPr>
          </a:p>
          <a:p>
            <a:pPr marL="0" lvl="0" indent="0" algn="just" defTabSz="533400">
              <a:spcBef>
                <a:spcPts val="0"/>
              </a:spcBef>
              <a:buNone/>
            </a:pPr>
            <a:r>
              <a:rPr lang="pl-PL" sz="1400" b="1">
                <a:solidFill>
                  <a:srgbClr val="8661C5"/>
                </a:solidFill>
              </a:rPr>
              <a:t>Lista zatwierdzonych </a:t>
            </a:r>
            <a:r>
              <a:rPr lang="pl-PL" sz="1400" b="1" err="1">
                <a:solidFill>
                  <a:srgbClr val="8661C5"/>
                </a:solidFill>
              </a:rPr>
              <a:t>subprocesorów</a:t>
            </a:r>
            <a:r>
              <a:rPr lang="pl-PL" sz="1400" b="1">
                <a:solidFill>
                  <a:srgbClr val="8661C5"/>
                </a:solidFill>
              </a:rPr>
              <a:t>:</a:t>
            </a:r>
          </a:p>
          <a:p>
            <a:pPr marL="0" lvl="0" indent="0" algn="just" defTabSz="533400">
              <a:spcBef>
                <a:spcPts val="0"/>
              </a:spcBef>
              <a:buNone/>
            </a:pPr>
            <a:r>
              <a:rPr lang="pl-PL" sz="1400"/>
              <a:t>Już wspomniano – w DPA dobrze jest mieć załącznik z listą dopuszczonych </a:t>
            </a:r>
            <a:r>
              <a:rPr lang="pl-PL" sz="1400" err="1"/>
              <a:t>podprzetwarzających</a:t>
            </a:r>
            <a:r>
              <a:rPr lang="pl-PL" sz="1400"/>
              <a:t>. </a:t>
            </a:r>
          </a:p>
          <a:p>
            <a:pPr marL="0" lvl="0" indent="0" algn="just" defTabSz="533400">
              <a:spcBef>
                <a:spcPts val="0"/>
              </a:spcBef>
              <a:buNone/>
            </a:pPr>
            <a:endParaRPr lang="pl-PL" sz="1400"/>
          </a:p>
          <a:p>
            <a:pPr marL="0" lvl="0" indent="0" algn="just" defTabSz="533400">
              <a:spcBef>
                <a:spcPts val="0"/>
              </a:spcBef>
              <a:buNone/>
            </a:pPr>
            <a:r>
              <a:rPr lang="pl-PL" sz="1400" b="1">
                <a:solidFill>
                  <a:srgbClr val="8661C5"/>
                </a:solidFill>
              </a:rPr>
              <a:t>Umowa z </a:t>
            </a:r>
            <a:r>
              <a:rPr lang="pl-PL" sz="1400" b="1" err="1">
                <a:solidFill>
                  <a:srgbClr val="8661C5"/>
                </a:solidFill>
              </a:rPr>
              <a:t>subprocesorem</a:t>
            </a:r>
            <a:r>
              <a:rPr lang="pl-PL" sz="1400" b="1">
                <a:solidFill>
                  <a:srgbClr val="8661C5"/>
                </a:solidFill>
              </a:rPr>
              <a:t>:</a:t>
            </a:r>
          </a:p>
          <a:p>
            <a:pPr marL="0" lvl="0" indent="0" algn="just" defTabSz="533400">
              <a:spcBef>
                <a:spcPts val="0"/>
              </a:spcBef>
              <a:buNone/>
            </a:pPr>
            <a:r>
              <a:rPr lang="pl-PL" sz="1400"/>
              <a:t>Zgodnie z art. 28 ust. 4 RODO, jeżeli procesor korzysta z </a:t>
            </a:r>
            <a:r>
              <a:rPr lang="pl-PL" sz="1400" err="1"/>
              <a:t>subprocesora</a:t>
            </a:r>
            <a:r>
              <a:rPr lang="pl-PL" sz="1400"/>
              <a:t>, musi nałożyć na niego zobowiązania w zakresie ochrony danych osobowych równoważne z tymi, które wynikają z umowy z administratorem. W DPA powinna znaleźć się klauzula potwierdzająca ten obowiązek oraz zasady korzystania z </a:t>
            </a:r>
            <a:r>
              <a:rPr lang="pl-PL" sz="1400" err="1"/>
              <a:t>subprocesorów</a:t>
            </a:r>
            <a:r>
              <a:rPr lang="pl-PL" sz="1400"/>
              <a:t>.</a:t>
            </a:r>
          </a:p>
          <a:p>
            <a:pPr marL="0" lvl="0" indent="0" algn="just" defTabSz="533400">
              <a:spcBef>
                <a:spcPts val="0"/>
              </a:spcBef>
              <a:buNone/>
            </a:pPr>
            <a:endParaRPr lang="pl-PL" sz="1400" b="1">
              <a:solidFill>
                <a:srgbClr val="8661C5"/>
              </a:solidFill>
            </a:endParaRPr>
          </a:p>
          <a:p>
            <a:pPr marL="0" lvl="0" indent="0" algn="just" defTabSz="533400">
              <a:spcBef>
                <a:spcPts val="0"/>
              </a:spcBef>
              <a:buNone/>
            </a:pPr>
            <a:r>
              <a:rPr lang="pl-PL" sz="1400" b="1">
                <a:solidFill>
                  <a:srgbClr val="8661C5"/>
                </a:solidFill>
              </a:rPr>
              <a:t>Procedura dodawania/zmiany </a:t>
            </a:r>
            <a:r>
              <a:rPr lang="pl-PL" sz="1400" b="1" err="1">
                <a:solidFill>
                  <a:srgbClr val="8661C5"/>
                </a:solidFill>
              </a:rPr>
              <a:t>subprocesorów</a:t>
            </a:r>
            <a:r>
              <a:rPr lang="pl-PL" sz="1400" b="1">
                <a:solidFill>
                  <a:srgbClr val="8661C5"/>
                </a:solidFill>
              </a:rPr>
              <a:t>: </a:t>
            </a:r>
          </a:p>
          <a:p>
            <a:pPr marL="0" lvl="0" indent="0" algn="just" defTabSz="533400">
              <a:spcBef>
                <a:spcPts val="0"/>
              </a:spcBef>
              <a:buNone/>
            </a:pPr>
            <a:r>
              <a:rPr lang="pl-PL" sz="1400"/>
              <a:t>Standard to powiadomienie wraz z zagwarantowanym prawem sprzeciwu. </a:t>
            </a:r>
          </a:p>
          <a:p>
            <a:pPr marL="0" lvl="0" indent="0" algn="just" defTabSz="533400">
              <a:spcBef>
                <a:spcPts val="0"/>
              </a:spcBef>
              <a:buNone/>
            </a:pPr>
            <a:endParaRPr lang="pl-PL" sz="1400"/>
          </a:p>
          <a:p>
            <a:pPr marL="0" lvl="0" indent="0" algn="just" defTabSz="533400">
              <a:spcBef>
                <a:spcPts val="0"/>
              </a:spcBef>
              <a:buNone/>
            </a:pPr>
            <a:r>
              <a:rPr lang="pl-PL" sz="1400" b="1">
                <a:solidFill>
                  <a:srgbClr val="8661C5"/>
                </a:solidFill>
              </a:rPr>
              <a:t>Odpowiedzialność za </a:t>
            </a:r>
            <a:r>
              <a:rPr lang="pl-PL" sz="1400" b="1" err="1">
                <a:solidFill>
                  <a:srgbClr val="8661C5"/>
                </a:solidFill>
              </a:rPr>
              <a:t>subprocessorów</a:t>
            </a:r>
            <a:r>
              <a:rPr lang="pl-PL" sz="1400" b="1">
                <a:solidFill>
                  <a:srgbClr val="8661C5"/>
                </a:solidFill>
              </a:rPr>
              <a:t>:</a:t>
            </a:r>
          </a:p>
          <a:p>
            <a:pPr marL="0" lvl="0" indent="0" algn="just" defTabSz="533400">
              <a:spcBef>
                <a:spcPts val="0"/>
              </a:spcBef>
              <a:buNone/>
            </a:pPr>
            <a:r>
              <a:rPr lang="pl-PL" sz="1400"/>
              <a:t>Umowa powinna jasno mówić, że dostawca odpowiada za działania i zaniechania swoich </a:t>
            </a:r>
            <a:r>
              <a:rPr lang="pl-PL" sz="1400" err="1"/>
              <a:t>podprzetwarzających</a:t>
            </a:r>
            <a:r>
              <a:rPr lang="pl-PL" sz="1400"/>
              <a:t> jak za własne. </a:t>
            </a:r>
          </a:p>
          <a:p>
            <a:pPr marL="0" lvl="0" indent="0" algn="just" defTabSz="533400">
              <a:spcBef>
                <a:spcPts val="0"/>
              </a:spcBef>
              <a:buNone/>
            </a:pPr>
            <a:endParaRPr lang="pl-PL" sz="1400"/>
          </a:p>
          <a:p>
            <a:pPr marL="0" lvl="0" indent="0" algn="just" defTabSz="533400">
              <a:spcBef>
                <a:spcPts val="0"/>
              </a:spcBef>
              <a:buNone/>
            </a:pPr>
            <a:endParaRPr lang="pl-PL" sz="1400"/>
          </a:p>
          <a:p>
            <a:pPr marL="0" lvl="0" indent="0" algn="just" defTabSz="533400">
              <a:spcBef>
                <a:spcPts val="0"/>
              </a:spcBef>
              <a:buNone/>
            </a:pPr>
            <a:endParaRPr lang="pl-PL" sz="1400"/>
          </a:p>
        </p:txBody>
      </p:sp>
      <p:cxnSp>
        <p:nvCxnSpPr>
          <p:cNvPr id="3" name="Łącznik prosty 2">
            <a:extLst>
              <a:ext uri="{FF2B5EF4-FFF2-40B4-BE49-F238E27FC236}">
                <a16:creationId xmlns:a16="http://schemas.microsoft.com/office/drawing/2014/main" id="{E4403E75-AFDF-54DE-5B74-0EFBBB4184F5}"/>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 name="Prostokąt: zaokrąglone rogi 3">
            <a:extLst>
              <a:ext uri="{FF2B5EF4-FFF2-40B4-BE49-F238E27FC236}">
                <a16:creationId xmlns:a16="http://schemas.microsoft.com/office/drawing/2014/main" id="{67BEA0E0-D171-A870-1F36-B5781400BB6B}"/>
              </a:ext>
            </a:extLst>
          </p:cNvPr>
          <p:cNvSpPr/>
          <p:nvPr/>
        </p:nvSpPr>
        <p:spPr>
          <a:xfrm>
            <a:off x="9349483" y="2193612"/>
            <a:ext cx="2254254" cy="1154163"/>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algn="ct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przejrzystości – brak informacji, jakiego/jakich </a:t>
            </a:r>
            <a:r>
              <a:rPr lang="pl-PL" sz="1100" err="1">
                <a:solidFill>
                  <a:srgbClr val="F4364C"/>
                </a:solidFill>
              </a:rPr>
              <a:t>podprzetwarzających</a:t>
            </a:r>
            <a:r>
              <a:rPr lang="pl-PL" sz="1100">
                <a:solidFill>
                  <a:srgbClr val="F4364C"/>
                </a:solidFill>
              </a:rPr>
              <a:t> angażuje dostawca i na jakich warunkach.  </a:t>
            </a:r>
          </a:p>
        </p:txBody>
      </p:sp>
      <p:pic>
        <p:nvPicPr>
          <p:cNvPr id="5" name="Picture 2">
            <a:extLst>
              <a:ext uri="{FF2B5EF4-FFF2-40B4-BE49-F238E27FC236}">
                <a16:creationId xmlns:a16="http://schemas.microsoft.com/office/drawing/2014/main" id="{8D46C774-4252-2F4C-8FF0-D291347B4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2092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81428-38B3-9BD5-9A4D-00779F0BD9AC}"/>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50C7F472-0826-E709-8CDD-012E42662634}"/>
              </a:ext>
            </a:extLst>
          </p:cNvPr>
          <p:cNvSpPr>
            <a:spLocks noGrp="1"/>
          </p:cNvSpPr>
          <p:nvPr>
            <p:ph type="title"/>
          </p:nvPr>
        </p:nvSpPr>
        <p:spPr>
          <a:xfrm>
            <a:off x="588263" y="457200"/>
            <a:ext cx="10502871" cy="923330"/>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sz="3200" b="1"/>
              <a:t>Lokalizacja danych (data </a:t>
            </a:r>
            <a:r>
              <a:rPr lang="pl-PL" sz="3200" b="1" err="1"/>
              <a:t>residency</a:t>
            </a:r>
            <a:r>
              <a:rPr lang="pl-PL" sz="3200" b="1"/>
              <a:t>) i suwerenność danych</a:t>
            </a:r>
            <a:br>
              <a:rPr lang="pl-PL" sz="3200"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Gdzie fizycznie i prawnie będą przechowywane/przetwarzane dane zwłaszcza osobowe  – to istotne dla bezpieczeństwa, zgodności z przepisami i kontroli nad danymi. </a:t>
            </a:r>
            <a:endParaRPr lang="pl-PL" sz="1300"/>
          </a:p>
        </p:txBody>
      </p:sp>
      <p:sp>
        <p:nvSpPr>
          <p:cNvPr id="2" name="Symbol zastępczy tekstu 2">
            <a:extLst>
              <a:ext uri="{FF2B5EF4-FFF2-40B4-BE49-F238E27FC236}">
                <a16:creationId xmlns:a16="http://schemas.microsoft.com/office/drawing/2014/main" id="{5C668CD0-04B6-5C30-27A2-F94E12900C57}"/>
              </a:ext>
            </a:extLst>
          </p:cNvPr>
          <p:cNvSpPr txBox="1">
            <a:spLocks/>
          </p:cNvSpPr>
          <p:nvPr/>
        </p:nvSpPr>
        <p:spPr>
          <a:xfrm>
            <a:off x="588263" y="2193612"/>
            <a:ext cx="8237977" cy="4392122"/>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600" b="1">
                <a:solidFill>
                  <a:srgbClr val="8661C5"/>
                </a:solidFill>
                <a:cs typeface="Segoe UI"/>
              </a:rPr>
              <a:t>Na co zwrócić uwagę:</a:t>
            </a:r>
            <a:endParaRPr lang="pl-PL" sz="1200" b="1">
              <a:solidFill>
                <a:srgbClr val="8661C5"/>
              </a:solidFill>
            </a:endParaRPr>
          </a:p>
          <a:p>
            <a:pPr marL="0" indent="0" algn="just" defTabSz="533400">
              <a:spcBef>
                <a:spcPts val="0"/>
              </a:spcBef>
              <a:buNone/>
            </a:pPr>
            <a:endParaRPr lang="pl-PL" sz="1200" b="1">
              <a:solidFill>
                <a:srgbClr val="8661C5"/>
              </a:solidFill>
            </a:endParaRPr>
          </a:p>
          <a:p>
            <a:pPr marL="0" lvl="0" indent="0" algn="just">
              <a:spcBef>
                <a:spcPts val="0"/>
              </a:spcBef>
              <a:buNone/>
            </a:pPr>
            <a:r>
              <a:rPr lang="pl-PL" sz="1200" b="1">
                <a:solidFill>
                  <a:schemeClr val="accent1"/>
                </a:solidFill>
              </a:rPr>
              <a:t>Określenie lokalizacji: </a:t>
            </a:r>
          </a:p>
          <a:p>
            <a:pPr marL="0" lvl="0" indent="0" algn="just">
              <a:spcBef>
                <a:spcPts val="0"/>
              </a:spcBef>
              <a:buNone/>
            </a:pPr>
            <a:r>
              <a:rPr lang="pl-PL" sz="1200"/>
              <a:t>Umowa powinna wskazywać, w jakich państwach dane klienta są przetwarzane – zarówno w spoczynku (data </a:t>
            </a:r>
            <a:r>
              <a:rPr lang="pl-PL" sz="1200" err="1"/>
              <a:t>at</a:t>
            </a:r>
            <a:r>
              <a:rPr lang="pl-PL" sz="1200"/>
              <a:t> </a:t>
            </a:r>
            <a:r>
              <a:rPr lang="pl-PL" sz="1200" err="1"/>
              <a:t>rest</a:t>
            </a:r>
            <a:r>
              <a:rPr lang="pl-PL" sz="1200"/>
              <a:t>), jak i w tranzycie (data in transit). Brak takiej informacji utrudnia ocenę </a:t>
            </a:r>
            <a:r>
              <a:rPr lang="pl-PL" sz="1200" err="1"/>
              <a:t>ryzyk</a:t>
            </a:r>
            <a:r>
              <a:rPr lang="pl-PL" sz="1200"/>
              <a:t> regulacyjnych i bezpieczeństwa.</a:t>
            </a:r>
          </a:p>
          <a:p>
            <a:pPr marL="0" lvl="0" indent="0" algn="just">
              <a:spcBef>
                <a:spcPts val="0"/>
              </a:spcBef>
              <a:buNone/>
            </a:pPr>
            <a:endParaRPr lang="pl-PL" sz="1200"/>
          </a:p>
          <a:p>
            <a:pPr marL="0" lvl="0" indent="0" algn="just" defTabSz="533400">
              <a:spcBef>
                <a:spcPts val="0"/>
              </a:spcBef>
              <a:buNone/>
            </a:pPr>
            <a:r>
              <a:rPr lang="pl-PL" sz="1200" b="1">
                <a:solidFill>
                  <a:srgbClr val="8661C5"/>
                </a:solidFill>
              </a:rPr>
              <a:t>Akt w sprawie danych (Data </a:t>
            </a:r>
            <a:r>
              <a:rPr lang="pl-PL" sz="1200" b="1" err="1">
                <a:solidFill>
                  <a:srgbClr val="8661C5"/>
                </a:solidFill>
              </a:rPr>
              <a:t>Act</a:t>
            </a:r>
            <a:r>
              <a:rPr lang="pl-PL" sz="1200" b="1">
                <a:solidFill>
                  <a:srgbClr val="8661C5"/>
                </a:solidFill>
              </a:rPr>
              <a:t>) – ułatwienia zmiany dostawcy:</a:t>
            </a:r>
          </a:p>
          <a:p>
            <a:pPr marL="0" lvl="0" indent="0" algn="just" defTabSz="533400">
              <a:spcBef>
                <a:spcPts val="0"/>
              </a:spcBef>
              <a:buNone/>
            </a:pPr>
            <a:r>
              <a:rPr lang="pl-PL" sz="1200"/>
              <a:t>Od 12 września 2025 r. obowiązuje Akt w sprawie danych, który nakłada na dostawców usług przetwarzania danych, w tym chmurowych i AI, obowiązek ułatwienia zmiany dostawcy oraz przeniesienia danych do innej chmury lub środowiska klienta. W umowie warto zweryfikować, czy przewidziano mechanizmy eksportu danych i wsparcia przy migracji oraz czy istnieje realna możliwość przygotowania </a:t>
            </a:r>
            <a:r>
              <a:rPr lang="pl-PL" sz="1200" err="1"/>
              <a:t>exit</a:t>
            </a:r>
            <a:r>
              <a:rPr lang="pl-PL" sz="1200"/>
              <a:t> planu dla danego rozwiązania.</a:t>
            </a:r>
          </a:p>
          <a:p>
            <a:pPr marL="0" lvl="0" indent="0" algn="just" defTabSz="533400">
              <a:spcBef>
                <a:spcPts val="0"/>
              </a:spcBef>
              <a:buNone/>
            </a:pPr>
            <a:endParaRPr lang="pl-PL" sz="1200" b="1">
              <a:solidFill>
                <a:srgbClr val="8661C5"/>
              </a:solidFill>
            </a:endParaRPr>
          </a:p>
          <a:p>
            <a:pPr marL="0" lvl="0" indent="0" algn="just" defTabSz="533400">
              <a:spcBef>
                <a:spcPts val="0"/>
              </a:spcBef>
              <a:buNone/>
            </a:pPr>
            <a:r>
              <a:rPr lang="pl-PL" sz="1200" b="1">
                <a:solidFill>
                  <a:srgbClr val="8661C5"/>
                </a:solidFill>
              </a:rPr>
              <a:t>Transfer danych osobowych poza UE/EOG:</a:t>
            </a:r>
          </a:p>
          <a:p>
            <a:pPr marL="0" lvl="0" indent="0" algn="just" defTabSz="533400">
              <a:spcBef>
                <a:spcPts val="0"/>
              </a:spcBef>
              <a:buNone/>
            </a:pPr>
            <a:r>
              <a:rPr lang="pl-PL" sz="1200"/>
              <a:t>Jeżeli dopuszczone jest przetwarzanie danych osobowych poza UE/EOG (np. w USA), konieczne jest wdrożenie instrumentów prawnych zapewniających zgodność z RODO – w szczególności Standard </a:t>
            </a:r>
            <a:r>
              <a:rPr lang="pl-PL" sz="1200" err="1"/>
              <a:t>Contractual</a:t>
            </a:r>
            <a:r>
              <a:rPr lang="pl-PL" sz="1200"/>
              <a:t> </a:t>
            </a:r>
            <a:r>
              <a:rPr lang="pl-PL" sz="1200" err="1"/>
              <a:t>Clauses</a:t>
            </a:r>
            <a:r>
              <a:rPr lang="pl-PL" sz="1200"/>
              <a:t> wraz z Transfer </a:t>
            </a:r>
            <a:r>
              <a:rPr lang="pl-PL" sz="1200" err="1"/>
              <a:t>Impact</a:t>
            </a:r>
            <a:r>
              <a:rPr lang="pl-PL" sz="1200"/>
              <a:t> </a:t>
            </a:r>
            <a:r>
              <a:rPr lang="pl-PL" sz="1200" err="1"/>
              <a:t>Assessment</a:t>
            </a:r>
            <a:r>
              <a:rPr lang="pl-PL" sz="1200"/>
              <a:t> lub oparcie transferu na EU–US Data </a:t>
            </a:r>
            <a:r>
              <a:rPr lang="pl-PL" sz="1200" err="1"/>
              <a:t>Privacy</a:t>
            </a:r>
            <a:r>
              <a:rPr lang="pl-PL" sz="1200"/>
              <a:t> Framework, jeśli dostawca jest certyfikowany. W sektorach regulowanych (np. bankowym) transfer poza EOG wymaga dodatkowej procedury notyfikacyjnej wobec właściwego nadzoru – formalnie dopuszczalnej, lecz w praktyce kosztownej.</a:t>
            </a:r>
          </a:p>
          <a:p>
            <a:pPr marL="0" indent="0" algn="just" defTabSz="533400">
              <a:spcBef>
                <a:spcPts val="0"/>
              </a:spcBef>
              <a:buNone/>
            </a:pPr>
            <a:endParaRPr lang="pl-PL" sz="1200"/>
          </a:p>
          <a:p>
            <a:pPr marL="0" indent="0" algn="just" defTabSz="533400">
              <a:spcBef>
                <a:spcPts val="0"/>
              </a:spcBef>
              <a:buNone/>
            </a:pPr>
            <a:endParaRPr lang="pl-PL" sz="1200"/>
          </a:p>
          <a:p>
            <a:pPr marL="0" indent="0" algn="just" defTabSz="533400">
              <a:spcBef>
                <a:spcPts val="0"/>
              </a:spcBef>
              <a:buNone/>
            </a:pPr>
            <a:endParaRPr lang="pl-PL" sz="1200"/>
          </a:p>
        </p:txBody>
      </p:sp>
      <p:cxnSp>
        <p:nvCxnSpPr>
          <p:cNvPr id="3" name="Łącznik prosty 2">
            <a:extLst>
              <a:ext uri="{FF2B5EF4-FFF2-40B4-BE49-F238E27FC236}">
                <a16:creationId xmlns:a16="http://schemas.microsoft.com/office/drawing/2014/main" id="{E8A72232-25E5-C8D0-54E3-8A1C2899B308}"/>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 name="Prostokąt: zaokrąglone rogi 3">
            <a:extLst>
              <a:ext uri="{FF2B5EF4-FFF2-40B4-BE49-F238E27FC236}">
                <a16:creationId xmlns:a16="http://schemas.microsoft.com/office/drawing/2014/main" id="{D0FA5132-9281-1C44-1976-29F1E059451B}"/>
              </a:ext>
            </a:extLst>
          </p:cNvPr>
          <p:cNvSpPr/>
          <p:nvPr/>
        </p:nvSpPr>
        <p:spPr>
          <a:xfrm>
            <a:off x="9349483" y="2193612"/>
            <a:ext cx="2254254" cy="1870388"/>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lvl="0" algn="ctr" defTabSz="533400">
              <a:spcBef>
                <a:spcPct val="0"/>
              </a:spcBef>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lvl="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wskazania lokalizacji – potencjalnie oznacza „gdziekolwiek”. </a:t>
            </a:r>
          </a:p>
          <a:p>
            <a:pPr marL="171450" lvl="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Wskazanie lokalizacji „w Europie”, Cześć Turcji i Rosji też geograficznie znajduje się w Europie, konieczne jest jasne wskazanie np. UE lub EOG. </a:t>
            </a:r>
          </a:p>
        </p:txBody>
      </p:sp>
      <p:pic>
        <p:nvPicPr>
          <p:cNvPr id="5" name="Picture 2">
            <a:extLst>
              <a:ext uri="{FF2B5EF4-FFF2-40B4-BE49-F238E27FC236}">
                <a16:creationId xmlns:a16="http://schemas.microsoft.com/office/drawing/2014/main" id="{4376002D-B1AA-9A32-6547-FD77A81C4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362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52B0D-0E08-8055-2A01-C3A9483070DE}"/>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78F2DE92-D4D8-BE44-28A7-7B144FC5074D}"/>
              </a:ext>
            </a:extLst>
          </p:cNvPr>
          <p:cNvSpPr>
            <a:spLocks noGrp="1"/>
          </p:cNvSpPr>
          <p:nvPr>
            <p:ph type="title"/>
          </p:nvPr>
        </p:nvSpPr>
        <p:spPr>
          <a:xfrm>
            <a:off x="588263" y="457200"/>
            <a:ext cx="11001600" cy="984885"/>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b="1"/>
              <a:t>Prawo do audytu i dokumentacja</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Klient (szczególnie objęty regulacjami lub dbający o bezpieczeństwo) musi mieć możliwość zweryfikowania czy dostawca faktycznie spełnia obietnice, np. czy dane są dobrze chronione, czy model działa zgodnie z założeniami (brak niepożądanych </a:t>
            </a:r>
            <a:r>
              <a:rPr kumimoji="0" lang="pl-PL" sz="1300" b="0" i="0" u="none" strike="noStrike" kern="1200" cap="none" spc="0" normalizeH="0" baseline="0" noProof="0" err="1">
                <a:ln>
                  <a:noFill/>
                </a:ln>
                <a:solidFill>
                  <a:srgbClr val="000000"/>
                </a:solidFill>
                <a:effectLst/>
                <a:uLnTx/>
                <a:uFillTx/>
                <a:latin typeface="Segoe UI"/>
                <a:ea typeface="+mn-ea"/>
                <a:cs typeface="+mn-cs"/>
              </a:rPr>
              <a:t>biasów</a:t>
            </a:r>
            <a:r>
              <a:rPr kumimoji="0" lang="pl-PL" sz="1300" b="0" i="0" u="none" strike="noStrike" kern="1200" cap="none" spc="0" normalizeH="0" baseline="0" noProof="0">
                <a:ln>
                  <a:noFill/>
                </a:ln>
                <a:solidFill>
                  <a:srgbClr val="000000"/>
                </a:solidFill>
                <a:effectLst/>
                <a:uLnTx/>
                <a:uFillTx/>
                <a:latin typeface="Segoe UI"/>
                <a:ea typeface="+mn-ea"/>
                <a:cs typeface="+mn-cs"/>
              </a:rPr>
              <a:t> itp.). </a:t>
            </a:r>
            <a:endParaRPr lang="pl-PL" sz="1300"/>
          </a:p>
        </p:txBody>
      </p:sp>
      <p:sp>
        <p:nvSpPr>
          <p:cNvPr id="2" name="Symbol zastępczy tekstu 2">
            <a:extLst>
              <a:ext uri="{FF2B5EF4-FFF2-40B4-BE49-F238E27FC236}">
                <a16:creationId xmlns:a16="http://schemas.microsoft.com/office/drawing/2014/main" id="{2E742473-62ED-D1C4-43B9-99A52EB6281B}"/>
              </a:ext>
            </a:extLst>
          </p:cNvPr>
          <p:cNvSpPr txBox="1">
            <a:spLocks/>
          </p:cNvSpPr>
          <p:nvPr/>
        </p:nvSpPr>
        <p:spPr>
          <a:xfrm>
            <a:off x="588263" y="2193612"/>
            <a:ext cx="8237977" cy="4392122"/>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800" b="1">
                <a:solidFill>
                  <a:srgbClr val="8661C5"/>
                </a:solidFill>
                <a:cs typeface="Segoe UI"/>
              </a:rPr>
              <a:t>Na co zwrócić uwagę:</a:t>
            </a:r>
            <a:endParaRPr lang="pl-PL" sz="1400" b="1">
              <a:solidFill>
                <a:srgbClr val="8661C5"/>
              </a:solidFill>
            </a:endParaRPr>
          </a:p>
          <a:p>
            <a:pPr marL="0" indent="0" algn="just" defTabSz="533400">
              <a:spcBef>
                <a:spcPts val="0"/>
              </a:spcBef>
              <a:buNone/>
            </a:pPr>
            <a:endParaRPr lang="pl-PL" sz="1400" b="1">
              <a:solidFill>
                <a:srgbClr val="8661C5"/>
              </a:solidFill>
            </a:endParaRPr>
          </a:p>
          <a:p>
            <a:pPr marL="0" indent="0" algn="just">
              <a:buNone/>
            </a:pPr>
            <a:r>
              <a:rPr lang="pl-PL" sz="1400" b="1">
                <a:solidFill>
                  <a:schemeClr val="accent1"/>
                </a:solidFill>
              </a:rPr>
              <a:t>Raporty zgodności zamiast audytów na miejscu</a:t>
            </a:r>
          </a:p>
          <a:p>
            <a:pPr marL="0" indent="0" algn="just">
              <a:buNone/>
            </a:pPr>
            <a:r>
              <a:rPr lang="pl-PL" sz="1400"/>
              <a:t>W praktyce większość dostawców AI nie przewiduje audytów u siebie, poza przypadkami wymaganymi przez regulacje sektorowe lub dla największych klientów. Audyty na miejscu też są kosztowne dla klientów (np. wymagają zaangażowania specjalistów). Dlatego standardem rynkowym są raporty z audytów zewnętrznych (np. SOC, ISO, raporty bezpieczeństwa). Warto zadbać, aby umowa gwarantowała dostęp do aktualnych raportów zgodności oraz obowiązek informowania o istotnych niezgodnościach lub incydentach i sposobach ich rozwiązania</a:t>
            </a:r>
          </a:p>
          <a:p>
            <a:pPr marL="0" indent="0" algn="just">
              <a:buNone/>
            </a:pPr>
            <a:endParaRPr lang="pl-PL" sz="1400" b="1"/>
          </a:p>
          <a:p>
            <a:pPr marL="0" indent="0" algn="just">
              <a:buNone/>
            </a:pPr>
            <a:r>
              <a:rPr lang="pl-PL" sz="1400" b="1">
                <a:solidFill>
                  <a:schemeClr val="accent1"/>
                </a:solidFill>
              </a:rPr>
              <a:t>Dostęp do dokumentacji wymaganej dla zgodnego użycia AI</a:t>
            </a:r>
          </a:p>
          <a:p>
            <a:pPr marL="0" indent="0" algn="just">
              <a:buNone/>
            </a:pPr>
            <a:r>
              <a:rPr lang="pl-PL" sz="1400"/>
              <a:t>Klient powinien otrzymać dostęp do informacji niezbędnej do bezpiecznego i zgodnego korzystania z systemu – w szczególności instrukcje użycia, opis przeznaczenia i ograniczeń modelu oraz wymagania dotyczące nadzoru człowieka. W przypadku systemów wysokiego ryzyka AI Akt wprost nakłada na dostawcę obowiązek przekazania takich informacji użytkownikom – umowa powinna to odzwierciedlać.</a:t>
            </a:r>
          </a:p>
          <a:p>
            <a:pPr marL="0" indent="0" algn="just" defTabSz="533400">
              <a:spcBef>
                <a:spcPts val="0"/>
              </a:spcBef>
              <a:buNone/>
            </a:pPr>
            <a:endParaRPr lang="pl-PL" sz="1400"/>
          </a:p>
          <a:p>
            <a:pPr marL="0" indent="0" algn="just" defTabSz="533400">
              <a:spcBef>
                <a:spcPts val="0"/>
              </a:spcBef>
              <a:buNone/>
            </a:pPr>
            <a:endParaRPr lang="pl-PL" sz="1400"/>
          </a:p>
        </p:txBody>
      </p:sp>
      <p:cxnSp>
        <p:nvCxnSpPr>
          <p:cNvPr id="3" name="Łącznik prosty 2">
            <a:extLst>
              <a:ext uri="{FF2B5EF4-FFF2-40B4-BE49-F238E27FC236}">
                <a16:creationId xmlns:a16="http://schemas.microsoft.com/office/drawing/2014/main" id="{AA6617CA-1DAD-6117-B809-2D8862408F94}"/>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 name="Prostokąt: zaokrąglone rogi 3">
            <a:extLst>
              <a:ext uri="{FF2B5EF4-FFF2-40B4-BE49-F238E27FC236}">
                <a16:creationId xmlns:a16="http://schemas.microsoft.com/office/drawing/2014/main" id="{0F532583-CC94-0BD8-85A6-DF8AD654CF82}"/>
              </a:ext>
            </a:extLst>
          </p:cNvPr>
          <p:cNvSpPr/>
          <p:nvPr/>
        </p:nvSpPr>
        <p:spPr>
          <a:xfrm>
            <a:off x="9349483" y="2193612"/>
            <a:ext cx="2254254" cy="1768788"/>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algn="ctr"/>
            <a:r>
              <a:rPr lang="pl-PL" sz="1100" b="1">
                <a:solidFill>
                  <a:srgbClr val="F4364C"/>
                </a:solidFill>
              </a:rPr>
              <a:t>Red </a:t>
            </a:r>
            <a:r>
              <a:rPr lang="pl-PL" sz="1100" b="1" err="1">
                <a:solidFill>
                  <a:srgbClr val="F4364C"/>
                </a:solidFill>
              </a:rPr>
              <a:t>flags</a:t>
            </a:r>
            <a:r>
              <a:rPr lang="pl-PL" sz="1100" b="1">
                <a:solidFill>
                  <a:srgbClr val="F4364C"/>
                </a:solidFill>
              </a:rPr>
              <a:t>:</a:t>
            </a:r>
            <a:r>
              <a:rPr lang="pl-PL" sz="1100">
                <a:solidFill>
                  <a:srgbClr val="F4364C"/>
                </a:solidFill>
              </a:rPr>
              <a:t> </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dostępu do jakiejkolwiek informacji o zgodności i bezpieczeństwie usługi</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zobowiązania do przekazania dokumentacji potrzebnej do zgodnego z prawem korzystania z AI</a:t>
            </a:r>
          </a:p>
        </p:txBody>
      </p:sp>
      <p:pic>
        <p:nvPicPr>
          <p:cNvPr id="5" name="Picture 2">
            <a:extLst>
              <a:ext uri="{FF2B5EF4-FFF2-40B4-BE49-F238E27FC236}">
                <a16:creationId xmlns:a16="http://schemas.microsoft.com/office/drawing/2014/main" id="{84E59E47-8DA1-E461-E016-D8C850722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974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6D9D-770B-A143-4304-251ACD2D1180}"/>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DD64BAAD-489F-AE4A-88DB-54719A524F17}"/>
              </a:ext>
            </a:extLst>
          </p:cNvPr>
          <p:cNvSpPr>
            <a:spLocks noGrp="1"/>
          </p:cNvSpPr>
          <p:nvPr>
            <p:ph type="title"/>
          </p:nvPr>
        </p:nvSpPr>
        <p:spPr>
          <a:xfrm>
            <a:off x="588263" y="457200"/>
            <a:ext cx="11001600" cy="1661993"/>
          </a:xfrm>
        </p:spPr>
        <p:txBody>
          <a:bodyPr/>
          <a:lstStyle/>
          <a:p>
            <a:pPr marL="0" marR="0" lvl="0" indent="0" defTabSz="914367" rtl="0" eaLnBrk="1" fontAlgn="auto" latinLnBrk="0" hangingPunct="1">
              <a:lnSpc>
                <a:spcPct val="100000"/>
              </a:lnSpc>
              <a:spcBef>
                <a:spcPts val="0"/>
              </a:spcBef>
              <a:spcAft>
                <a:spcPts val="0"/>
              </a:spcAft>
              <a:buClrTx/>
              <a:buSzTx/>
              <a:buFontTx/>
              <a:buNone/>
              <a:tabLst/>
              <a:defRPr/>
            </a:pPr>
            <a:r>
              <a:rPr lang="pl-PL" sz="3200" b="1"/>
              <a:t>Zasady dostępu personelu dostawcy do danych </a:t>
            </a:r>
            <a:br>
              <a:rPr lang="pl-PL" sz="3200" b="1"/>
            </a:br>
            <a:r>
              <a:rPr lang="pl-PL" sz="2400" b="1"/>
              <a:t>(i dostęp podmiotów trzecich)</a:t>
            </a:r>
            <a:br>
              <a:rPr lang="pl-PL" sz="3200" b="1"/>
            </a:br>
            <a:r>
              <a:rPr kumimoji="0" lang="pl-PL" sz="1300" b="1" i="0" u="none" strike="noStrike" kern="1200" cap="none" spc="0" normalizeH="0" baseline="0" noProof="0">
                <a:ln>
                  <a:noFill/>
                </a:ln>
                <a:solidFill>
                  <a:srgbClr val="8661C5"/>
                </a:solidFill>
                <a:effectLst/>
                <a:uLnTx/>
                <a:uFillTx/>
                <a:latin typeface="Segoe UI"/>
                <a:ea typeface="+mn-ea"/>
                <a:cs typeface="+mn-cs"/>
              </a:rPr>
              <a:t>Znaczenie:</a:t>
            </a:r>
            <a:r>
              <a:rPr kumimoji="0" lang="pl-PL" sz="1300" b="0" i="0" u="none" strike="noStrike" kern="1200" cap="none" spc="0" normalizeH="0" baseline="0" noProof="0">
                <a:ln>
                  <a:noFill/>
                </a:ln>
                <a:solidFill>
                  <a:srgbClr val="8661C5"/>
                </a:solidFill>
                <a:effectLst/>
                <a:uLnTx/>
                <a:uFillTx/>
                <a:latin typeface="Segoe UI"/>
                <a:ea typeface="+mn-ea"/>
                <a:cs typeface="+mn-cs"/>
              </a:rPr>
              <a:t> </a:t>
            </a:r>
            <a:r>
              <a:rPr kumimoji="0" lang="pl-PL" sz="1300" b="0" i="0" u="none" strike="noStrike" kern="1200" cap="none" spc="0" normalizeH="0" baseline="0" noProof="0">
                <a:ln>
                  <a:noFill/>
                </a:ln>
                <a:solidFill>
                  <a:srgbClr val="000000"/>
                </a:solidFill>
                <a:effectLst/>
                <a:uLnTx/>
                <a:uFillTx/>
                <a:latin typeface="Segoe UI"/>
                <a:ea typeface="+mn-ea"/>
                <a:cs typeface="+mn-cs"/>
              </a:rPr>
              <a:t>Jeśli możliwy jest dostęp personelu dostawcy lub podmiotów trzecich, podmiot stosujący powinien ocenić konsekwencje i wdrożyć ew. środki ograniczające ryzyko. W takich przypadkach należy zapewnić, aby dostęp ten był ograniczony i kontrolowany. Podobnie, zasady dostępu podmiotów trzecich (np. organów władzy, audytorów) powinny być uregulowane w umowie.</a:t>
            </a:r>
            <a:br>
              <a:rPr kumimoji="0" lang="pl-PL" sz="1300" b="0" i="0" u="none" strike="noStrike" kern="1200" cap="none" spc="0" normalizeH="0" baseline="0" noProof="0">
                <a:ln>
                  <a:noFill/>
                </a:ln>
                <a:solidFill>
                  <a:srgbClr val="000000"/>
                </a:solidFill>
                <a:effectLst/>
                <a:uLnTx/>
                <a:uFillTx/>
                <a:latin typeface="Segoe UI"/>
                <a:ea typeface="+mn-ea"/>
                <a:cs typeface="+mn-cs"/>
              </a:rPr>
            </a:br>
            <a:endParaRPr lang="pl-PL" sz="1300"/>
          </a:p>
        </p:txBody>
      </p:sp>
      <p:sp>
        <p:nvSpPr>
          <p:cNvPr id="2" name="Symbol zastępczy tekstu 2">
            <a:extLst>
              <a:ext uri="{FF2B5EF4-FFF2-40B4-BE49-F238E27FC236}">
                <a16:creationId xmlns:a16="http://schemas.microsoft.com/office/drawing/2014/main" id="{B6022CFB-5D19-BBB6-7A00-50FFD74EDCE6}"/>
              </a:ext>
            </a:extLst>
          </p:cNvPr>
          <p:cNvSpPr txBox="1">
            <a:spLocks/>
          </p:cNvSpPr>
          <p:nvPr/>
        </p:nvSpPr>
        <p:spPr>
          <a:xfrm>
            <a:off x="588263" y="2193612"/>
            <a:ext cx="8237977" cy="4392122"/>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400" b="1">
                <a:solidFill>
                  <a:srgbClr val="8661C5"/>
                </a:solidFill>
                <a:cs typeface="Segoe UI"/>
              </a:rPr>
              <a:t>Na co zwrócić uwagę:</a:t>
            </a:r>
            <a:endParaRPr lang="pl-PL" sz="1100" b="1">
              <a:solidFill>
                <a:srgbClr val="8661C5"/>
              </a:solidFill>
            </a:endParaRPr>
          </a:p>
          <a:p>
            <a:pPr marL="0" indent="0" algn="just" defTabSz="533400">
              <a:spcBef>
                <a:spcPts val="0"/>
              </a:spcBef>
              <a:buNone/>
            </a:pPr>
            <a:endParaRPr lang="pl-PL" sz="1100" b="1">
              <a:solidFill>
                <a:srgbClr val="8661C5"/>
              </a:solidFill>
            </a:endParaRPr>
          </a:p>
          <a:p>
            <a:pPr marL="0" lvl="0" indent="0" algn="just" defTabSz="533400">
              <a:spcBef>
                <a:spcPts val="0"/>
              </a:spcBef>
              <a:buNone/>
            </a:pPr>
            <a:r>
              <a:rPr lang="pl-PL" sz="1100" b="1">
                <a:solidFill>
                  <a:srgbClr val="8661C5"/>
                </a:solidFill>
              </a:rPr>
              <a:t>Zero trust policy </a:t>
            </a:r>
          </a:p>
          <a:p>
            <a:pPr marL="0" lvl="0" indent="0" algn="just" defTabSz="533400">
              <a:spcBef>
                <a:spcPts val="0"/>
              </a:spcBef>
              <a:buNone/>
            </a:pPr>
            <a:r>
              <a:rPr lang="pl-PL" sz="1100"/>
              <a:t>Umowa powinna potwierdzać, że dostawca zapewnia dostęp do danych klienta wyłącznie osobom, którym jest to niezbędne do wykonania usługi, i tylko w zakresie koniecznym (</a:t>
            </a:r>
            <a:r>
              <a:rPr lang="pl-PL" sz="1100" err="1"/>
              <a:t>need</a:t>
            </a:r>
            <a:r>
              <a:rPr lang="pl-PL" sz="1100"/>
              <a:t>-to-</a:t>
            </a:r>
            <a:r>
              <a:rPr lang="pl-PL" sz="1100" err="1"/>
              <a:t>know</a:t>
            </a:r>
            <a:r>
              <a:rPr lang="pl-PL" sz="1100"/>
              <a:t>). Ewentualny dostęp personelu dostawcy oraz jego podwykonawców powinien być objęty polityką zero-trust, obowiązkiem poufności, szkoleniami oraz technicznymi mechanizmami kontroli dostępu.</a:t>
            </a:r>
          </a:p>
          <a:p>
            <a:pPr marL="0" lvl="0" indent="0" algn="just" defTabSz="533400">
              <a:spcBef>
                <a:spcPts val="0"/>
              </a:spcBef>
              <a:buNone/>
            </a:pPr>
            <a:endParaRPr lang="pl-PL" sz="1100"/>
          </a:p>
          <a:p>
            <a:pPr marL="0" lvl="0" indent="0" algn="just" defTabSz="533400">
              <a:spcBef>
                <a:spcPts val="0"/>
              </a:spcBef>
              <a:buNone/>
            </a:pPr>
            <a:r>
              <a:rPr lang="pl-PL" sz="1100" b="1">
                <a:solidFill>
                  <a:srgbClr val="8661C5"/>
                </a:solidFill>
              </a:rPr>
              <a:t>Logowanie i nadzór:</a:t>
            </a:r>
          </a:p>
          <a:p>
            <a:pPr marL="0" lvl="0" indent="0" algn="just" defTabSz="533400">
              <a:spcBef>
                <a:spcPts val="0"/>
              </a:spcBef>
              <a:buNone/>
            </a:pPr>
            <a:r>
              <a:rPr lang="pl-PL" sz="1100"/>
              <a:t>Warto wymagać, by każde dostęp do danych klienta przez personel dostawcy było rejestrowany (np. w logach). </a:t>
            </a:r>
          </a:p>
          <a:p>
            <a:pPr marL="0" indent="0" algn="just" defTabSz="533400">
              <a:spcBef>
                <a:spcPts val="0"/>
              </a:spcBef>
              <a:buNone/>
            </a:pPr>
            <a:endParaRPr lang="pl-PL" sz="1100"/>
          </a:p>
          <a:p>
            <a:pPr marL="0" indent="0" algn="just" defTabSz="533400">
              <a:spcBef>
                <a:spcPts val="0"/>
              </a:spcBef>
              <a:buNone/>
            </a:pPr>
            <a:r>
              <a:rPr lang="pl-PL" sz="1100" b="1">
                <a:solidFill>
                  <a:srgbClr val="8661C5"/>
                </a:solidFill>
              </a:rPr>
              <a:t>Dostęp podmiotów trzecich:</a:t>
            </a:r>
          </a:p>
          <a:p>
            <a:pPr algn="just">
              <a:buClr>
                <a:srgbClr val="8661C5"/>
              </a:buClr>
              <a:buFont typeface="Wingdings" panose="05000000000000000000" pitchFamily="2" charset="2"/>
              <a:buChar char="§"/>
            </a:pPr>
            <a:r>
              <a:rPr lang="pl-PL" sz="1100"/>
              <a:t>Umowa powinna regulować dostęp osób trzecich do danych klienta, w szczególności:</a:t>
            </a:r>
          </a:p>
          <a:p>
            <a:pPr algn="just">
              <a:buClr>
                <a:srgbClr val="8661C5"/>
              </a:buClr>
              <a:buFont typeface="Wingdings" panose="05000000000000000000" pitchFamily="2" charset="2"/>
              <a:buChar char="§"/>
            </a:pPr>
            <a:r>
              <a:rPr lang="pl-PL" sz="1100"/>
              <a:t>podwykonawców i dostawców chmury (obowiązek </a:t>
            </a:r>
            <a:r>
              <a:rPr lang="pl-PL" sz="1100" err="1"/>
              <a:t>flow</a:t>
            </a:r>
            <a:r>
              <a:rPr lang="pl-PL" sz="1100"/>
              <a:t>-down tych samych standardów ochrony),</a:t>
            </a:r>
          </a:p>
          <a:p>
            <a:pPr algn="just">
              <a:buClr>
                <a:srgbClr val="8661C5"/>
              </a:buClr>
              <a:buFont typeface="Wingdings" panose="05000000000000000000" pitchFamily="2" charset="2"/>
              <a:buChar char="§"/>
            </a:pPr>
            <a:r>
              <a:rPr lang="pl-PL" sz="1100"/>
              <a:t>przypadki prawnego obowiązku udostępnienia danych organom publicznym.</a:t>
            </a:r>
          </a:p>
          <a:p>
            <a:pPr marL="0" indent="0" algn="just">
              <a:buNone/>
            </a:pPr>
            <a:endParaRPr lang="pl-PL" sz="1100"/>
          </a:p>
          <a:p>
            <a:pPr marL="0" indent="0" algn="just">
              <a:buNone/>
            </a:pPr>
            <a:r>
              <a:rPr lang="pl-PL" sz="1100"/>
              <a:t>Dla danych osobowych zastosowanie mają zasady RODO (art. 6 ust. 1 lit. c, e RODO) dotyczące żądań organów.</a:t>
            </a:r>
            <a:br>
              <a:rPr lang="pl-PL" sz="1100"/>
            </a:br>
            <a:r>
              <a:rPr lang="pl-PL" sz="1100"/>
              <a:t>Dla danych nieosobowych istotne są przepisy Aktu w sprawie danych (w szczególności art. 32), które ograniczają możliwość udostępniania takich danych organom administracji spoza UE bez odpowiedniej podstawy prawnej.</a:t>
            </a:r>
          </a:p>
          <a:p>
            <a:pPr marL="0" indent="0" algn="just">
              <a:buNone/>
            </a:pPr>
            <a:endParaRPr lang="pl-PL" sz="1100"/>
          </a:p>
          <a:p>
            <a:pPr marL="0" indent="0" algn="just">
              <a:buNone/>
            </a:pPr>
            <a:r>
              <a:rPr lang="pl-PL" sz="1100"/>
              <a:t>Umowa powinna zobowiązywać dostawcę do informowania klienta o każdym żądaniu dostępu do danych przez organ publiczny – o ile prawo tego nie zakazuje.</a:t>
            </a:r>
          </a:p>
          <a:p>
            <a:pPr marL="0" indent="0" algn="just" defTabSz="533400">
              <a:spcBef>
                <a:spcPts val="0"/>
              </a:spcBef>
              <a:buNone/>
            </a:pPr>
            <a:endParaRPr lang="pl-PL" sz="1100" b="1">
              <a:solidFill>
                <a:srgbClr val="8661C5"/>
              </a:solidFill>
            </a:endParaRPr>
          </a:p>
          <a:p>
            <a:pPr marL="0" indent="0" algn="just" defTabSz="533400">
              <a:spcBef>
                <a:spcPts val="0"/>
              </a:spcBef>
              <a:buNone/>
            </a:pPr>
            <a:endParaRPr lang="pl-PL" sz="1100"/>
          </a:p>
          <a:p>
            <a:pPr marL="0" indent="0" algn="just" defTabSz="533400">
              <a:spcBef>
                <a:spcPts val="0"/>
              </a:spcBef>
              <a:buNone/>
            </a:pPr>
            <a:endParaRPr lang="pl-PL" sz="1100"/>
          </a:p>
          <a:p>
            <a:pPr marL="0" indent="0" algn="just" defTabSz="533400">
              <a:spcBef>
                <a:spcPts val="0"/>
              </a:spcBef>
              <a:buNone/>
            </a:pPr>
            <a:endParaRPr lang="pl-PL" sz="1100"/>
          </a:p>
          <a:p>
            <a:pPr marL="0" indent="0" algn="just" defTabSz="533400">
              <a:spcBef>
                <a:spcPts val="0"/>
              </a:spcBef>
              <a:buNone/>
            </a:pPr>
            <a:endParaRPr lang="pl-PL" sz="1100"/>
          </a:p>
          <a:p>
            <a:pPr marL="0" indent="0" algn="just" defTabSz="533400">
              <a:spcBef>
                <a:spcPts val="0"/>
              </a:spcBef>
              <a:buNone/>
            </a:pPr>
            <a:endParaRPr lang="pl-PL" sz="1100"/>
          </a:p>
          <a:p>
            <a:pPr marL="0" indent="0" algn="just" defTabSz="533400">
              <a:spcBef>
                <a:spcPts val="0"/>
              </a:spcBef>
              <a:buNone/>
            </a:pPr>
            <a:endParaRPr lang="pl-PL" sz="1100"/>
          </a:p>
          <a:p>
            <a:pPr marL="0" indent="0" algn="just" defTabSz="533400">
              <a:spcBef>
                <a:spcPts val="0"/>
              </a:spcBef>
              <a:buNone/>
            </a:pPr>
            <a:endParaRPr lang="pl-PL" sz="1100"/>
          </a:p>
          <a:p>
            <a:pPr marL="0" indent="0" algn="just" defTabSz="533400">
              <a:spcBef>
                <a:spcPts val="0"/>
              </a:spcBef>
              <a:buNone/>
            </a:pPr>
            <a:endParaRPr lang="pl-PL" sz="1100"/>
          </a:p>
        </p:txBody>
      </p:sp>
      <p:cxnSp>
        <p:nvCxnSpPr>
          <p:cNvPr id="3" name="Łącznik prosty 2">
            <a:extLst>
              <a:ext uri="{FF2B5EF4-FFF2-40B4-BE49-F238E27FC236}">
                <a16:creationId xmlns:a16="http://schemas.microsoft.com/office/drawing/2014/main" id="{EB7099EB-4D7C-7870-CEB2-D3AEE66DC8D9}"/>
              </a:ext>
            </a:extLst>
          </p:cNvPr>
          <p:cNvCxnSpPr>
            <a:cxnSpLocks/>
          </p:cNvCxnSpPr>
          <p:nvPr/>
        </p:nvCxnSpPr>
        <p:spPr>
          <a:xfrm>
            <a:off x="9087869" y="2193612"/>
            <a:ext cx="0" cy="408106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 name="Prostokąt: zaokrąglone rogi 3">
            <a:extLst>
              <a:ext uri="{FF2B5EF4-FFF2-40B4-BE49-F238E27FC236}">
                <a16:creationId xmlns:a16="http://schemas.microsoft.com/office/drawing/2014/main" id="{8CAAA5E5-1A7C-16BA-0136-D8A799F5CE1B}"/>
              </a:ext>
            </a:extLst>
          </p:cNvPr>
          <p:cNvSpPr/>
          <p:nvPr/>
        </p:nvSpPr>
        <p:spPr>
          <a:xfrm>
            <a:off x="9349483" y="2193611"/>
            <a:ext cx="2254254" cy="3263759"/>
          </a:xfrm>
          <a:prstGeom prst="roundRect">
            <a:avLst/>
          </a:prstGeom>
          <a:solidFill>
            <a:schemeClr val="accent1">
              <a:lumMod val="20000"/>
              <a:lumOff val="80000"/>
            </a:schemeClr>
          </a:solidFill>
          <a:ln>
            <a:solidFill>
              <a:schemeClr val="accent1"/>
            </a:solidFill>
          </a:ln>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45720" tIns="45720" rIns="45720" bIns="45720" numCol="1" spcCol="1270" anchor="t" anchorCtr="0">
            <a:noAutofit/>
          </a:bodyPr>
          <a:lstStyle/>
          <a:p>
            <a:pPr lvl="0" algn="ctr" defTabSz="533400">
              <a:spcBef>
                <a:spcPct val="0"/>
              </a:spcBef>
            </a:pPr>
            <a:r>
              <a:rPr lang="pl-PL" sz="1100" b="1">
                <a:solidFill>
                  <a:srgbClr val="F4364C"/>
                </a:solidFill>
              </a:rPr>
              <a:t>Red </a:t>
            </a:r>
            <a:r>
              <a:rPr lang="pl-PL" sz="1100" b="1" err="1">
                <a:solidFill>
                  <a:srgbClr val="F4364C"/>
                </a:solidFill>
              </a:rPr>
              <a:t>flags</a:t>
            </a:r>
            <a:r>
              <a:rPr lang="pl-PL" sz="1100" b="1">
                <a:solidFill>
                  <a:srgbClr val="F4364C"/>
                </a:solidFill>
              </a:rPr>
              <a:t>: </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Nieograniczony dostęp personelu i podwykonawców dostawcy do danych klienta. Umowa nie przewiduje zasady </a:t>
            </a:r>
            <a:r>
              <a:rPr lang="pl-PL" sz="1100" err="1">
                <a:solidFill>
                  <a:srgbClr val="F4364C"/>
                </a:solidFill>
              </a:rPr>
              <a:t>need</a:t>
            </a:r>
            <a:r>
              <a:rPr lang="pl-PL" sz="1100">
                <a:solidFill>
                  <a:srgbClr val="F4364C"/>
                </a:solidFill>
              </a:rPr>
              <a:t>-to-</a:t>
            </a:r>
            <a:r>
              <a:rPr lang="pl-PL" sz="1100" err="1">
                <a:solidFill>
                  <a:srgbClr val="F4364C"/>
                </a:solidFill>
              </a:rPr>
              <a:t>know</a:t>
            </a:r>
            <a:r>
              <a:rPr lang="pl-PL" sz="1100">
                <a:solidFill>
                  <a:srgbClr val="F4364C"/>
                </a:solidFill>
              </a:rPr>
              <a:t>, brak kontroli dostępu, logowania oraz obowiązku </a:t>
            </a:r>
            <a:r>
              <a:rPr lang="pl-PL" sz="1100" err="1">
                <a:solidFill>
                  <a:srgbClr val="F4364C"/>
                </a:solidFill>
              </a:rPr>
              <a:t>flow</a:t>
            </a:r>
            <a:r>
              <a:rPr lang="pl-PL" sz="1100">
                <a:solidFill>
                  <a:srgbClr val="F4364C"/>
                </a:solidFill>
              </a:rPr>
              <a:t>-down wobec </a:t>
            </a:r>
            <a:r>
              <a:rPr lang="pl-PL" sz="1100" err="1">
                <a:solidFill>
                  <a:srgbClr val="F4364C"/>
                </a:solidFill>
              </a:rPr>
              <a:t>podprocesorów</a:t>
            </a:r>
            <a:r>
              <a:rPr lang="pl-PL" sz="1100">
                <a:solidFill>
                  <a:srgbClr val="F4364C"/>
                </a:solidFill>
              </a:rPr>
              <a:t>.</a:t>
            </a:r>
          </a:p>
          <a:p>
            <a:pPr marL="171450" indent="-171450" algn="just" defTabSz="533400">
              <a:lnSpc>
                <a:spcPct val="90000"/>
              </a:lnSpc>
              <a:spcBef>
                <a:spcPct val="0"/>
              </a:spcBef>
              <a:spcAft>
                <a:spcPct val="35000"/>
              </a:spcAft>
              <a:buFont typeface="Arial" panose="020B0604020202020204" pitchFamily="34" charset="0"/>
              <a:buChar char="•"/>
            </a:pPr>
            <a:r>
              <a:rPr lang="pl-PL" sz="1100">
                <a:solidFill>
                  <a:srgbClr val="F4364C"/>
                </a:solidFill>
              </a:rPr>
              <a:t>Brak obowiązku informowania o żądaniach dostępu ze strony organów </a:t>
            </a:r>
            <a:r>
              <a:rPr lang="pl-PL" sz="1100" err="1">
                <a:solidFill>
                  <a:srgbClr val="F4364C"/>
                </a:solidFill>
              </a:rPr>
              <a:t>publicznychDostawca</a:t>
            </a:r>
            <a:r>
              <a:rPr lang="pl-PL" sz="1100">
                <a:solidFill>
                  <a:srgbClr val="F4364C"/>
                </a:solidFill>
              </a:rPr>
              <a:t> może udostępnić dane klienta organom administracji bez obowiązku notyfikacji lub bez weryfikacji podstawy prawnej takiego żądania.</a:t>
            </a:r>
          </a:p>
        </p:txBody>
      </p:sp>
      <p:pic>
        <p:nvPicPr>
          <p:cNvPr id="5" name="Picture 2">
            <a:extLst>
              <a:ext uri="{FF2B5EF4-FFF2-40B4-BE49-F238E27FC236}">
                <a16:creationId xmlns:a16="http://schemas.microsoft.com/office/drawing/2014/main" id="{3BE11A82-A6E3-1F3E-B099-75202B073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371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BF7FF-BFF5-F319-8F9B-6B1DDE5D4766}"/>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63FD9B73-1DCC-EDC6-0533-7E553E78F345}"/>
              </a:ext>
            </a:extLst>
          </p:cNvPr>
          <p:cNvSpPr>
            <a:spLocks noGrp="1"/>
          </p:cNvSpPr>
          <p:nvPr>
            <p:ph type="title"/>
          </p:nvPr>
        </p:nvSpPr>
        <p:spPr>
          <a:xfrm>
            <a:off x="588263" y="457200"/>
            <a:ext cx="11001600" cy="1754326"/>
          </a:xfrm>
        </p:spPr>
        <p:txBody>
          <a:bodyPr/>
          <a:lstStyle/>
          <a:p>
            <a:r>
              <a:rPr lang="pl-PL" b="1"/>
              <a:t>Wypowiedzenie (wygaśnięcie umowy) </a:t>
            </a:r>
            <a:br>
              <a:rPr lang="pl-PL" b="1"/>
            </a:br>
            <a:r>
              <a:rPr lang="pl-PL" b="1"/>
              <a:t>i zasady dot. zwrotu danych</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Segoe UI" pitchFamily="34" charset="0"/>
              </a:rPr>
              <a:t>Znaczenie: </a:t>
            </a:r>
            <a:r>
              <a:rPr lang="pl-PL" sz="1400">
                <a:solidFill>
                  <a:schemeClr val="tx1"/>
                </a:solidFill>
                <a:latin typeface="+mn-lt"/>
              </a:rPr>
              <a:t>Zakończenie umowy z dostawcą AI nie kończy obowiązków regulacyjnych ani </a:t>
            </a:r>
            <a:r>
              <a:rPr lang="pl-PL" sz="1400" err="1">
                <a:solidFill>
                  <a:schemeClr val="tx1"/>
                </a:solidFill>
                <a:latin typeface="+mn-lt"/>
              </a:rPr>
              <a:t>ryzyk</a:t>
            </a:r>
            <a:r>
              <a:rPr lang="pl-PL" sz="1400">
                <a:solidFill>
                  <a:schemeClr val="tx1"/>
                </a:solidFill>
                <a:latin typeface="+mn-lt"/>
              </a:rPr>
              <a:t> związanych z danymi. Klient musi zachować możliwość odzyskania danych, dokumentacji i logów niezbędnych do wykazania zgodności (RODO, AI </a:t>
            </a:r>
            <a:r>
              <a:rPr lang="pl-PL" sz="1400" err="1">
                <a:solidFill>
                  <a:schemeClr val="tx1"/>
                </a:solidFill>
                <a:latin typeface="+mn-lt"/>
              </a:rPr>
              <a:t>Act</a:t>
            </a:r>
            <a:r>
              <a:rPr lang="pl-PL" sz="1400">
                <a:solidFill>
                  <a:schemeClr val="tx1"/>
                </a:solidFill>
                <a:latin typeface="+mn-lt"/>
              </a:rPr>
              <a:t>), a jednocześnie zapewnić, że jego dane nie pozostaną w </a:t>
            </a:r>
            <a:r>
              <a:rPr lang="pl-PL" sz="1400" err="1">
                <a:solidFill>
                  <a:schemeClr val="tx1"/>
                </a:solidFill>
                <a:latin typeface="+mn-lt"/>
              </a:rPr>
              <a:t>pipeline’ach</a:t>
            </a:r>
            <a:r>
              <a:rPr lang="pl-PL" sz="1400">
                <a:solidFill>
                  <a:schemeClr val="tx1"/>
                </a:solidFill>
                <a:latin typeface="+mn-lt"/>
              </a:rPr>
              <a:t> treningowych dostawcy. </a:t>
            </a:r>
            <a:endParaRPr lang="pl-PL">
              <a:solidFill>
                <a:schemeClr val="tx1"/>
              </a:solidFill>
              <a:latin typeface="+mn-lt"/>
            </a:endParaRPr>
          </a:p>
        </p:txBody>
      </p:sp>
      <p:sp>
        <p:nvSpPr>
          <p:cNvPr id="3" name="Symbol zastępczy tekstu 2">
            <a:extLst>
              <a:ext uri="{FF2B5EF4-FFF2-40B4-BE49-F238E27FC236}">
                <a16:creationId xmlns:a16="http://schemas.microsoft.com/office/drawing/2014/main" id="{11DCAC7E-F731-8630-396F-7DBB2B31BB23}"/>
              </a:ext>
            </a:extLst>
          </p:cNvPr>
          <p:cNvSpPr txBox="1">
            <a:spLocks/>
          </p:cNvSpPr>
          <p:nvPr/>
        </p:nvSpPr>
        <p:spPr>
          <a:xfrm>
            <a:off x="588263" y="2658069"/>
            <a:ext cx="11001600" cy="3205702"/>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600" b="1">
                <a:solidFill>
                  <a:srgbClr val="8661C5"/>
                </a:solidFill>
                <a:cs typeface="Segoe UI"/>
              </a:rPr>
              <a:t>Na co zwrócić uwagę:</a:t>
            </a:r>
            <a:endParaRPr lang="pl-PL" sz="1200" b="1">
              <a:solidFill>
                <a:srgbClr val="8661C5"/>
              </a:solidFill>
            </a:endParaRPr>
          </a:p>
          <a:p>
            <a:pPr marL="0" indent="0" algn="just" defTabSz="533400">
              <a:spcBef>
                <a:spcPts val="0"/>
              </a:spcBef>
              <a:buNone/>
            </a:pPr>
            <a:endParaRPr lang="pl-PL" sz="1200" b="1">
              <a:solidFill>
                <a:srgbClr val="8661C5"/>
              </a:solidFill>
            </a:endParaRPr>
          </a:p>
          <a:p>
            <a:pPr marL="0" lvl="0" indent="0" algn="just" defTabSz="533400">
              <a:spcBef>
                <a:spcPts val="0"/>
              </a:spcBef>
              <a:buNone/>
            </a:pPr>
            <a:r>
              <a:rPr lang="pl-PL" sz="1200" b="1">
                <a:solidFill>
                  <a:schemeClr val="accent1"/>
                </a:solidFill>
              </a:rPr>
              <a:t>Wypowiedzenie (wygaśnięcie umowy)</a:t>
            </a:r>
          </a:p>
          <a:p>
            <a:pPr marL="0" lvl="0" indent="0" algn="just" defTabSz="533400">
              <a:spcBef>
                <a:spcPts val="0"/>
              </a:spcBef>
              <a:buNone/>
            </a:pPr>
            <a:r>
              <a:rPr lang="pl-PL" sz="1200"/>
              <a:t>W umowach na korzystanie z narzędzi AI kluczowe jest, czy dostawca może jednostronnie zakończyć świadczenie usługi i na jakich warunkach. Standardowo dopuszcza się wypowiedzenie przy istotnym naruszeniu umowy lub regulaminów korzystania, jednak klauzule pozwalające na natychmiastowe odcięcie dostępu bez uprzedzenia lub bez okresu naprawczego są ryzykowne w przypadku ważnych systemów. Dla klienta istotne jest wówczas zapewnienie okresu przejściowego, który umożliwi migrację do innego rozwiązania i uniknięcie przerwania procesów biznesowych opartych na AI.</a:t>
            </a:r>
          </a:p>
          <a:p>
            <a:pPr marL="0" lvl="0" indent="0" algn="just" defTabSz="533400">
              <a:spcBef>
                <a:spcPts val="0"/>
              </a:spcBef>
              <a:buNone/>
            </a:pPr>
            <a:endParaRPr lang="pl-PL" sz="1200"/>
          </a:p>
          <a:p>
            <a:pPr marL="0" indent="0" algn="just" defTabSz="533400">
              <a:spcBef>
                <a:spcPts val="0"/>
              </a:spcBef>
              <a:buNone/>
            </a:pPr>
            <a:r>
              <a:rPr lang="pl-PL" sz="1200" b="1">
                <a:solidFill>
                  <a:schemeClr val="accent1"/>
                </a:solidFill>
              </a:rPr>
              <a:t>Pobranie i usunięcie danych</a:t>
            </a:r>
          </a:p>
          <a:p>
            <a:pPr marL="0" lvl="0" indent="0" algn="just" defTabSz="533400">
              <a:spcBef>
                <a:spcPts val="0"/>
              </a:spcBef>
              <a:buNone/>
            </a:pPr>
            <a:r>
              <a:rPr lang="pl-PL" sz="1200"/>
              <a:t>W usługach chmurowych decyzja odnośnie danych należy przede wszystkim do podmiotu stosującego. To on może je pobrać, usunąć czy pozostawić. Podmiot stosujący powinien wdrożyć jasne zasady postępowania w takich przypadkach oraz przygotować „wyjście” z usługi. Regulacje w tym zakresie zawiera również Akt w sprawie danych.</a:t>
            </a:r>
          </a:p>
          <a:p>
            <a:pPr marL="0" lvl="0" indent="0" algn="just" defTabSz="533400">
              <a:spcBef>
                <a:spcPts val="0"/>
              </a:spcBef>
              <a:buNone/>
            </a:pPr>
            <a:endParaRPr lang="pl-PL" sz="1200"/>
          </a:p>
          <a:p>
            <a:pPr marL="0" lvl="0" indent="0" algn="just" defTabSz="533400">
              <a:spcBef>
                <a:spcPts val="0"/>
              </a:spcBef>
              <a:buNone/>
            </a:pPr>
            <a:r>
              <a:rPr lang="pl-PL" sz="1200" b="1">
                <a:solidFill>
                  <a:schemeClr val="accent1"/>
                </a:solidFill>
              </a:rPr>
              <a:t>Modele trenowane na danych klienta</a:t>
            </a:r>
          </a:p>
          <a:p>
            <a:pPr marL="0" lvl="0" indent="0" algn="just" defTabSz="533400">
              <a:spcBef>
                <a:spcPts val="0"/>
              </a:spcBef>
              <a:buNone/>
            </a:pPr>
            <a:r>
              <a:rPr lang="pl-PL" sz="1200"/>
              <a:t>Jeżeli w ramach współpracy dochodzi do fine-</a:t>
            </a:r>
            <a:r>
              <a:rPr lang="pl-PL" sz="1200" err="1"/>
              <a:t>tuningu</a:t>
            </a:r>
            <a:r>
              <a:rPr lang="pl-PL" sz="1200"/>
              <a:t> modeli na danych klienta, umowa powinna rozstrzygać, co dzieje się z takimi </a:t>
            </a:r>
            <a:r>
              <a:rPr lang="pl-PL" sz="1200" err="1"/>
              <a:t>modelai</a:t>
            </a:r>
            <a:r>
              <a:rPr lang="pl-PL" sz="1200"/>
              <a:t> po zakończeniu umowy – czy są przekazywane klientowi, czy usuwane, oraz czy dostawca może wykorzystywać je dalej na rzecz innych klientów.</a:t>
            </a:r>
          </a:p>
          <a:p>
            <a:pPr marL="0" lvl="0" indent="0" algn="just" defTabSz="533400">
              <a:spcBef>
                <a:spcPts val="0"/>
              </a:spcBef>
              <a:buNone/>
            </a:pPr>
            <a:endParaRPr lang="pl-PL" sz="1200"/>
          </a:p>
          <a:p>
            <a:pPr marL="0" indent="0" algn="just" defTabSz="533400">
              <a:spcBef>
                <a:spcPts val="0"/>
              </a:spcBef>
              <a:buNone/>
            </a:pPr>
            <a:endParaRPr lang="pl-PL" sz="1200"/>
          </a:p>
        </p:txBody>
      </p:sp>
      <p:pic>
        <p:nvPicPr>
          <p:cNvPr id="6" name="Picture 2">
            <a:extLst>
              <a:ext uri="{FF2B5EF4-FFF2-40B4-BE49-F238E27FC236}">
                <a16:creationId xmlns:a16="http://schemas.microsoft.com/office/drawing/2014/main" id="{CB780158-70F5-E74E-F4F6-319228F6BE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6691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FDB8F-2153-6CFF-B8CC-B5F6B52035F2}"/>
            </a:ext>
          </a:extLst>
        </p:cNvPr>
        <p:cNvGrpSpPr/>
        <p:nvPr/>
      </p:nvGrpSpPr>
      <p:grpSpPr>
        <a:xfrm>
          <a:off x="0" y="0"/>
          <a:ext cx="0" cy="0"/>
          <a:chOff x="0" y="0"/>
          <a:chExt cx="0" cy="0"/>
        </a:xfrm>
      </p:grpSpPr>
      <p:sp>
        <p:nvSpPr>
          <p:cNvPr id="11" name="Tytuł 10">
            <a:extLst>
              <a:ext uri="{FF2B5EF4-FFF2-40B4-BE49-F238E27FC236}">
                <a16:creationId xmlns:a16="http://schemas.microsoft.com/office/drawing/2014/main" id="{0AFA83C2-C477-09FA-2F56-D942792C6059}"/>
              </a:ext>
            </a:extLst>
          </p:cNvPr>
          <p:cNvSpPr>
            <a:spLocks noGrp="1"/>
          </p:cNvSpPr>
          <p:nvPr>
            <p:ph type="title"/>
          </p:nvPr>
        </p:nvSpPr>
        <p:spPr>
          <a:xfrm>
            <a:off x="588263" y="457200"/>
            <a:ext cx="11001600" cy="1200329"/>
          </a:xfrm>
        </p:spPr>
        <p:txBody>
          <a:bodyPr/>
          <a:lstStyle/>
          <a:p>
            <a:r>
              <a:rPr lang="pl-PL"/>
              <a:t>Istotna jest też perspektywa biznesowo-operacyjna…</a:t>
            </a:r>
            <a:br>
              <a:rPr lang="pl-PL" b="1"/>
            </a:br>
            <a:r>
              <a:rPr kumimoji="0" lang="pl-PL" sz="1300" b="1" i="0" u="none" strike="noStrike" kern="1200" cap="none" spc="0" normalizeH="0" baseline="0" noProof="0">
                <a:ln>
                  <a:noFill/>
                </a:ln>
                <a:solidFill>
                  <a:srgbClr val="8661C5"/>
                </a:solidFill>
                <a:effectLst/>
                <a:uLnTx/>
                <a:uFillTx/>
                <a:latin typeface="Segoe UI"/>
                <a:ea typeface="+mn-ea"/>
                <a:cs typeface="Segoe UI" pitchFamily="34" charset="0"/>
              </a:rPr>
              <a:t>Znaczenie: </a:t>
            </a:r>
            <a:r>
              <a:rPr lang="pl-PL" sz="1400">
                <a:solidFill>
                  <a:schemeClr val="tx1"/>
                </a:solidFill>
                <a:latin typeface="+mn-lt"/>
              </a:rPr>
              <a:t>Nawet dobrze wynegocjowana umowa nie zapewni bezpiecznego i zakończonego sukcesem wdrożenia AI, jeśli model komercyjny usługi nie odpowiada realnemu sposobowi jej wykorzystania w danej organizacji. W praktyce najczęstsze problemy nie wynikają z naruszeń prawa, lecz z niedoszacowania kosztów, limitów użycia i zasad skalowania licencji.</a:t>
            </a:r>
            <a:endParaRPr lang="pl-PL">
              <a:solidFill>
                <a:schemeClr val="tx1"/>
              </a:solidFill>
              <a:latin typeface="+mn-lt"/>
            </a:endParaRPr>
          </a:p>
        </p:txBody>
      </p:sp>
      <p:sp>
        <p:nvSpPr>
          <p:cNvPr id="4" name="Symbol zastępczy tekstu 2">
            <a:extLst>
              <a:ext uri="{FF2B5EF4-FFF2-40B4-BE49-F238E27FC236}">
                <a16:creationId xmlns:a16="http://schemas.microsoft.com/office/drawing/2014/main" id="{8A87F046-8A0A-010A-5501-047EE1F6BE31}"/>
              </a:ext>
            </a:extLst>
          </p:cNvPr>
          <p:cNvSpPr txBox="1">
            <a:spLocks/>
          </p:cNvSpPr>
          <p:nvPr/>
        </p:nvSpPr>
        <p:spPr>
          <a:xfrm>
            <a:off x="574390" y="2063714"/>
            <a:ext cx="11015473" cy="4081065"/>
          </a:xfrm>
          <a:prstGeom prst="rect">
            <a:avLst/>
          </a:prstGeom>
        </p:spPr>
        <p:txBody>
          <a:bodyPr lIns="36000" tIns="45720" rIns="91440" bIns="4572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pl-PL" sz="1800" b="1">
                <a:solidFill>
                  <a:srgbClr val="8661C5"/>
                </a:solidFill>
                <a:cs typeface="Segoe UI"/>
              </a:rPr>
              <a:t>Na co zwrócić uwagę:</a:t>
            </a:r>
          </a:p>
          <a:p>
            <a:pPr marL="0" indent="0" algn="just">
              <a:spcBef>
                <a:spcPts val="0"/>
              </a:spcBef>
              <a:buNone/>
            </a:pPr>
            <a:endParaRPr lang="pl-PL" sz="1600" b="1">
              <a:solidFill>
                <a:srgbClr val="8661C5"/>
              </a:solidFill>
              <a:cs typeface="Segoe UI"/>
            </a:endParaRPr>
          </a:p>
          <a:p>
            <a:pPr marL="0" indent="0" algn="just" defTabSz="533400">
              <a:spcBef>
                <a:spcPts val="0"/>
              </a:spcBef>
              <a:buNone/>
            </a:pPr>
            <a:r>
              <a:rPr lang="pl-PL" sz="1400" b="1">
                <a:solidFill>
                  <a:schemeClr val="accent1"/>
                </a:solidFill>
              </a:rPr>
              <a:t>Limity użycia</a:t>
            </a:r>
          </a:p>
          <a:p>
            <a:pPr marL="0" indent="0" algn="just">
              <a:spcBef>
                <a:spcPts val="0"/>
              </a:spcBef>
              <a:buNone/>
            </a:pPr>
            <a:r>
              <a:rPr lang="pl-PL" sz="1400"/>
              <a:t>Czy umowa określa limity zapytań, </a:t>
            </a:r>
            <a:r>
              <a:rPr lang="pl-PL" sz="1400" err="1"/>
              <a:t>tokenów</a:t>
            </a:r>
            <a:r>
              <a:rPr lang="pl-PL" sz="1400"/>
              <a:t>, mocy obliczeniowej lub liczby transakcji – i jakie są koszty ich przekroczenia.</a:t>
            </a:r>
          </a:p>
          <a:p>
            <a:pPr marL="0" indent="0" algn="just">
              <a:spcBef>
                <a:spcPts val="0"/>
              </a:spcBef>
              <a:buNone/>
            </a:pPr>
            <a:endParaRPr lang="pl-PL" sz="1400"/>
          </a:p>
          <a:p>
            <a:pPr marL="0" indent="0" algn="just" defTabSz="533400">
              <a:spcBef>
                <a:spcPts val="0"/>
              </a:spcBef>
              <a:buNone/>
            </a:pPr>
            <a:r>
              <a:rPr lang="pl-PL" sz="1400" b="1">
                <a:solidFill>
                  <a:schemeClr val="accent1"/>
                </a:solidFill>
              </a:rPr>
              <a:t>Model rozliczeń</a:t>
            </a:r>
          </a:p>
          <a:p>
            <a:pPr marL="0" indent="0" algn="just">
              <a:spcBef>
                <a:spcPts val="0"/>
              </a:spcBef>
              <a:buNone/>
            </a:pPr>
            <a:r>
              <a:rPr lang="pl-PL" sz="1400"/>
              <a:t>Czy cena jest stała, oparta na zużyciu, czy mieszana – oraz czy możliwe jest przewidzenie kosztów przy skalowaniu.</a:t>
            </a:r>
          </a:p>
          <a:p>
            <a:pPr marL="0" indent="0" algn="just">
              <a:spcBef>
                <a:spcPts val="0"/>
              </a:spcBef>
              <a:buNone/>
            </a:pPr>
            <a:endParaRPr lang="pl-PL" sz="1400"/>
          </a:p>
          <a:p>
            <a:pPr marL="0" indent="0" algn="just" defTabSz="533400">
              <a:spcBef>
                <a:spcPts val="0"/>
              </a:spcBef>
              <a:buNone/>
            </a:pPr>
            <a:r>
              <a:rPr lang="pl-PL" sz="1400" b="1">
                <a:solidFill>
                  <a:schemeClr val="accent1"/>
                </a:solidFill>
              </a:rPr>
              <a:t>Przypisanie licencji użytkownikom</a:t>
            </a:r>
          </a:p>
          <a:p>
            <a:pPr marL="0" indent="0" algn="just">
              <a:spcBef>
                <a:spcPts val="0"/>
              </a:spcBef>
              <a:buNone/>
            </a:pPr>
            <a:r>
              <a:rPr lang="pl-PL" sz="1400"/>
              <a:t>Czy licencje są imienne, stanowiskowe czy współdzielone – i czy możliwa jest elastyczna zmiana przypisania użytkowników w organizacji.</a:t>
            </a:r>
          </a:p>
          <a:p>
            <a:pPr marL="0" indent="0" algn="just">
              <a:spcBef>
                <a:spcPts val="0"/>
              </a:spcBef>
              <a:buNone/>
            </a:pPr>
            <a:endParaRPr lang="pl-PL" sz="1400"/>
          </a:p>
          <a:p>
            <a:pPr marL="0" indent="0" algn="just" defTabSz="533400">
              <a:spcBef>
                <a:spcPts val="0"/>
              </a:spcBef>
              <a:buNone/>
            </a:pPr>
            <a:r>
              <a:rPr lang="pl-PL" sz="1400" b="1">
                <a:solidFill>
                  <a:schemeClr val="accent1"/>
                </a:solidFill>
              </a:rPr>
              <a:t>Skalowanie i wzrost wykorzystania</a:t>
            </a:r>
          </a:p>
          <a:p>
            <a:pPr marL="0" indent="0" algn="just">
              <a:spcBef>
                <a:spcPts val="0"/>
              </a:spcBef>
              <a:buNone/>
            </a:pPr>
            <a:r>
              <a:rPr lang="pl-PL" sz="1400"/>
              <a:t>Czy umowa pozwala zwiększyć liczbę użytkowników lub wolumen użycia bez renegocjacji całego kontraktu.</a:t>
            </a:r>
          </a:p>
          <a:p>
            <a:pPr marL="0" indent="0" algn="just">
              <a:spcBef>
                <a:spcPts val="0"/>
              </a:spcBef>
              <a:buNone/>
            </a:pPr>
            <a:endParaRPr lang="pl-PL" sz="1400"/>
          </a:p>
          <a:p>
            <a:pPr marL="0" indent="0" algn="just" defTabSz="533400">
              <a:spcBef>
                <a:spcPts val="0"/>
              </a:spcBef>
              <a:buNone/>
            </a:pPr>
            <a:r>
              <a:rPr lang="pl-PL" sz="1400" b="1">
                <a:solidFill>
                  <a:schemeClr val="accent1"/>
                </a:solidFill>
              </a:rPr>
              <a:t>Koszty aktualizacji modeli</a:t>
            </a:r>
          </a:p>
          <a:p>
            <a:pPr marL="0" indent="0" algn="just">
              <a:spcBef>
                <a:spcPts val="0"/>
              </a:spcBef>
              <a:buNone/>
            </a:pPr>
            <a:r>
              <a:rPr lang="pl-PL" sz="1400"/>
              <a:t>Czy nowe wersje modelu są wliczone w cenę, czy stanowią dodatkową opłatę.</a:t>
            </a:r>
          </a:p>
          <a:p>
            <a:pPr marL="0" indent="0" algn="just">
              <a:spcBef>
                <a:spcPts val="0"/>
              </a:spcBef>
              <a:buNone/>
            </a:pPr>
            <a:endParaRPr lang="pl-PL" sz="1400"/>
          </a:p>
          <a:p>
            <a:pPr marL="0" indent="0" algn="just" defTabSz="533400">
              <a:spcBef>
                <a:spcPts val="0"/>
              </a:spcBef>
              <a:buNone/>
            </a:pPr>
            <a:r>
              <a:rPr lang="pl-PL" sz="1400" b="1">
                <a:solidFill>
                  <a:schemeClr val="accent1"/>
                </a:solidFill>
              </a:rPr>
              <a:t>Ryzyko </a:t>
            </a:r>
            <a:r>
              <a:rPr lang="pl-PL" sz="1400" b="1" err="1">
                <a:solidFill>
                  <a:schemeClr val="accent1"/>
                </a:solidFill>
              </a:rPr>
              <a:t>vendor</a:t>
            </a:r>
            <a:r>
              <a:rPr lang="pl-PL" sz="1400" b="1">
                <a:solidFill>
                  <a:schemeClr val="accent1"/>
                </a:solidFill>
              </a:rPr>
              <a:t> lock-in</a:t>
            </a:r>
          </a:p>
          <a:p>
            <a:pPr marL="0" indent="0" algn="just">
              <a:spcBef>
                <a:spcPts val="0"/>
              </a:spcBef>
              <a:buNone/>
            </a:pPr>
            <a:r>
              <a:rPr lang="pl-PL" sz="1400"/>
              <a:t>Czy struktura cenowa i techniczna utrudnia zmianę dostawcy w przyszłości.</a:t>
            </a:r>
            <a:endParaRPr lang="pl-PL" sz="1600"/>
          </a:p>
        </p:txBody>
      </p:sp>
      <p:pic>
        <p:nvPicPr>
          <p:cNvPr id="2" name="Picture 2">
            <a:extLst>
              <a:ext uri="{FF2B5EF4-FFF2-40B4-BE49-F238E27FC236}">
                <a16:creationId xmlns:a16="http://schemas.microsoft.com/office/drawing/2014/main" id="{A51A975E-D297-A9EF-EEFC-F6D7417F66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1943" y="5546014"/>
            <a:ext cx="2090057" cy="1129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88896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DE711-ADBA-192C-966B-373419707D03}"/>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7231599F-2D06-9B8E-BDF4-857922D1F2D0}"/>
              </a:ext>
            </a:extLst>
          </p:cNvPr>
          <p:cNvSpPr>
            <a:spLocks noGrp="1"/>
          </p:cNvSpPr>
          <p:nvPr>
            <p:ph type="title"/>
          </p:nvPr>
        </p:nvSpPr>
        <p:spPr>
          <a:xfrm>
            <a:off x="588263" y="457200"/>
            <a:ext cx="11018520" cy="553998"/>
          </a:xfrm>
        </p:spPr>
        <p:txBody>
          <a:bodyPr/>
          <a:lstStyle/>
          <a:p>
            <a:pPr defTabSz="914367">
              <a:spcBef>
                <a:spcPts val="0"/>
              </a:spcBef>
              <a:defRPr/>
            </a:pPr>
            <a:r>
              <a:rPr lang="pl-PL" b="1">
                <a:gradFill>
                  <a:gsLst>
                    <a:gs pos="0">
                      <a:srgbClr val="8661C5"/>
                    </a:gs>
                    <a:gs pos="70000">
                      <a:srgbClr val="28AFEA"/>
                    </a:gs>
                    <a:gs pos="100000">
                      <a:srgbClr val="8DE971"/>
                    </a:gs>
                  </a:gsLst>
                  <a:lin ang="2700000" scaled="1"/>
                </a:gradFill>
                <a:cs typeface="Segoe UI"/>
              </a:rPr>
              <a:t>Zgodność z AI i Aktem w sprawie danych</a:t>
            </a:r>
            <a:endParaRPr lang="pl-PL" b="1">
              <a:gradFill>
                <a:gsLst>
                  <a:gs pos="0">
                    <a:srgbClr val="8661C5"/>
                  </a:gs>
                  <a:gs pos="70000">
                    <a:srgbClr val="28AFEA"/>
                  </a:gs>
                  <a:gs pos="100000">
                    <a:srgbClr val="8DE971"/>
                  </a:gs>
                </a:gsLst>
                <a:lin ang="2700000" scaled="1"/>
              </a:gradFill>
            </a:endParaRPr>
          </a:p>
        </p:txBody>
      </p:sp>
      <p:sp>
        <p:nvSpPr>
          <p:cNvPr id="3" name="Symbol zastępczy zawartości 2">
            <a:extLst>
              <a:ext uri="{FF2B5EF4-FFF2-40B4-BE49-F238E27FC236}">
                <a16:creationId xmlns:a16="http://schemas.microsoft.com/office/drawing/2014/main" id="{6C63B091-7FF9-AEE1-6DD2-0A0752C2F1C5}"/>
              </a:ext>
            </a:extLst>
          </p:cNvPr>
          <p:cNvSpPr>
            <a:spLocks noGrp="1"/>
          </p:cNvSpPr>
          <p:nvPr>
            <p:ph sz="quarter" idx="10"/>
          </p:nvPr>
        </p:nvSpPr>
        <p:spPr>
          <a:xfrm>
            <a:off x="584200" y="1435100"/>
            <a:ext cx="11018838" cy="2240613"/>
          </a:xfrm>
        </p:spPr>
        <p:txBody>
          <a:bodyPr/>
          <a:lstStyle/>
          <a:p>
            <a:pPr algn="just">
              <a:buClr>
                <a:schemeClr val="accent1"/>
              </a:buClr>
              <a:buFont typeface="Wingdings" panose="05000000000000000000" pitchFamily="2" charset="2"/>
              <a:buChar char="§"/>
            </a:pPr>
            <a:r>
              <a:rPr lang="pl-PL" sz="1400"/>
              <a:t>Zgodnie z AI Aktem, zarówno dostawcy, jak i podmioty stosujące mają własne obowiązki regulacyjne. Istniejąca umowa musi więc umożliwiać wykonanie obowiązków przez każdą ze stron. Z tego względu zalecenie jest dokonanie przeglądu istniejących umów i ich odpowiednie dostosowanie. </a:t>
            </a:r>
          </a:p>
          <a:p>
            <a:pPr algn="just">
              <a:buClr>
                <a:schemeClr val="accent1"/>
              </a:buClr>
              <a:buFont typeface="Wingdings" panose="05000000000000000000" pitchFamily="2" charset="2"/>
              <a:buChar char="§"/>
            </a:pPr>
            <a:r>
              <a:rPr lang="pl-PL" sz="1400"/>
              <a:t>Należy pamiętać, że rola jaką pełni dana organizacja w świetle AI Aktu nie jest stała i zależy od faktycznego sposobu użycia systemu AI, może więc zmienić się w trakcie współpracy. Przykładowo, jeżeli podmiot stosujący integruje cudzy model (np. chat osoby trzeciej) w swoim rozwiązaniu i oferuje je klientom pod własnym marką, w rozumieniu AI Aktu staje się dostawcą. Umowa powinna przewidywać ten scenariusz.</a:t>
            </a:r>
          </a:p>
          <a:p>
            <a:pPr algn="just">
              <a:buClr>
                <a:schemeClr val="accent1"/>
              </a:buClr>
              <a:buFont typeface="Wingdings" panose="05000000000000000000" pitchFamily="2" charset="2"/>
              <a:buChar char="§"/>
            </a:pPr>
            <a:r>
              <a:rPr lang="pl-PL" sz="1400" b="1"/>
              <a:t>Inspiracja: </a:t>
            </a:r>
            <a:r>
              <a:rPr lang="pl-PL" sz="1400"/>
              <a:t>Aby wspierać odpowiedzialne zamówienia publiczne AI, Public </a:t>
            </a:r>
            <a:r>
              <a:rPr lang="pl-PL" sz="1400" err="1"/>
              <a:t>Buyers</a:t>
            </a:r>
            <a:r>
              <a:rPr lang="pl-PL" sz="1400"/>
              <a:t> </a:t>
            </a:r>
            <a:r>
              <a:rPr lang="pl-PL" sz="1400" err="1"/>
              <a:t>Community</a:t>
            </a:r>
            <a:r>
              <a:rPr lang="pl-PL" sz="1400"/>
              <a:t> udostępniła zestaw </a:t>
            </a:r>
            <a:r>
              <a:rPr lang="pl-PL" sz="1400" b="1"/>
              <a:t>modelowych klauzul umownych (MCC-AI)</a:t>
            </a:r>
            <a:r>
              <a:rPr lang="pl-PL" sz="1400"/>
              <a:t>, które zostały zaktualizowane tak, aby być zgodne z AI Aktem dostępne na </a:t>
            </a:r>
            <a:r>
              <a:rPr lang="pl-PL" sz="1400">
                <a:hlinkClick r:id="rId3"/>
              </a:rPr>
              <a:t>https://public-buyers-community.ec.europa.eu/communities/procurement-ai/resources/updated-eu-ai-model-contractual-clauses</a:t>
            </a:r>
            <a:endParaRPr lang="pl-PL" sz="1400"/>
          </a:p>
        </p:txBody>
      </p:sp>
      <p:graphicFrame>
        <p:nvGraphicFramePr>
          <p:cNvPr id="4" name="Tabela 3">
            <a:extLst>
              <a:ext uri="{FF2B5EF4-FFF2-40B4-BE49-F238E27FC236}">
                <a16:creationId xmlns:a16="http://schemas.microsoft.com/office/drawing/2014/main" id="{F0EF7FDA-269B-3DDB-4A53-23A4C441C404}"/>
              </a:ext>
            </a:extLst>
          </p:cNvPr>
          <p:cNvGraphicFramePr>
            <a:graphicFrameLocks noGrp="1"/>
          </p:cNvGraphicFramePr>
          <p:nvPr>
            <p:extLst>
              <p:ext uri="{D42A27DB-BD31-4B8C-83A1-F6EECF244321}">
                <p14:modId xmlns:p14="http://schemas.microsoft.com/office/powerpoint/2010/main" val="3958242586"/>
              </p:ext>
            </p:extLst>
          </p:nvPr>
        </p:nvGraphicFramePr>
        <p:xfrm>
          <a:off x="584200" y="3823435"/>
          <a:ext cx="11018838" cy="2491681"/>
        </p:xfrm>
        <a:graphic>
          <a:graphicData uri="http://schemas.openxmlformats.org/drawingml/2006/table">
            <a:tbl>
              <a:tblPr firstRow="1" bandRow="1">
                <a:tableStyleId>{5C22544A-7EE6-4342-B048-85BDC9FD1C3A}</a:tableStyleId>
              </a:tblPr>
              <a:tblGrid>
                <a:gridCol w="1902863">
                  <a:extLst>
                    <a:ext uri="{9D8B030D-6E8A-4147-A177-3AD203B41FA5}">
                      <a16:colId xmlns:a16="http://schemas.microsoft.com/office/drawing/2014/main" val="2800256679"/>
                    </a:ext>
                  </a:extLst>
                </a:gridCol>
                <a:gridCol w="8217799">
                  <a:extLst>
                    <a:ext uri="{9D8B030D-6E8A-4147-A177-3AD203B41FA5}">
                      <a16:colId xmlns:a16="http://schemas.microsoft.com/office/drawing/2014/main" val="3969120057"/>
                    </a:ext>
                  </a:extLst>
                </a:gridCol>
                <a:gridCol w="898176">
                  <a:extLst>
                    <a:ext uri="{9D8B030D-6E8A-4147-A177-3AD203B41FA5}">
                      <a16:colId xmlns:a16="http://schemas.microsoft.com/office/drawing/2014/main" val="124580312"/>
                    </a:ext>
                  </a:extLst>
                </a:gridCol>
              </a:tblGrid>
              <a:tr h="299067">
                <a:tc>
                  <a:txBody>
                    <a:bodyPr/>
                    <a:lstStyle/>
                    <a:p>
                      <a:pPr algn="ctr">
                        <a:buNone/>
                      </a:pPr>
                      <a:r>
                        <a:rPr lang="pl-PL" sz="1100">
                          <a:effectLst/>
                        </a:rPr>
                        <a:t>Zagadnienie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0" marB="0" anchor="ctr"/>
                </a:tc>
                <a:tc>
                  <a:txBody>
                    <a:bodyPr/>
                    <a:lstStyle/>
                    <a:p>
                      <a:pPr algn="ctr">
                        <a:buNone/>
                      </a:pPr>
                      <a:r>
                        <a:rPr lang="pl-PL" sz="1100">
                          <a:effectLst/>
                        </a:rPr>
                        <a:t>Pytania i zakres kontroli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0" marB="0" anchor="ctr"/>
                </a:tc>
                <a:tc>
                  <a:txBody>
                    <a:bodyPr/>
                    <a:lstStyle/>
                    <a:p>
                      <a:pPr algn="ctr">
                        <a:buNone/>
                      </a:pPr>
                      <a:r>
                        <a:rPr lang="pl-PL" sz="1100">
                          <a:effectLst/>
                        </a:rPr>
                        <a:t>Odpowiedź*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0" marB="0" anchor="ctr"/>
                </a:tc>
                <a:extLst>
                  <a:ext uri="{0D108BD9-81ED-4DB2-BD59-A6C34878D82A}">
                    <a16:rowId xmlns:a16="http://schemas.microsoft.com/office/drawing/2014/main" val="1766288424"/>
                  </a:ext>
                </a:extLst>
              </a:tr>
              <a:tr h="388309">
                <a:tc>
                  <a:txBody>
                    <a:bodyPr/>
                    <a:lstStyle/>
                    <a:p>
                      <a:pPr algn="ctr">
                        <a:buNone/>
                      </a:pPr>
                      <a:r>
                        <a:rPr lang="pl-PL" sz="1100" b="0">
                          <a:solidFill>
                            <a:schemeClr val="tx1"/>
                          </a:solidFill>
                          <a:effectLst/>
                        </a:rPr>
                        <a:t>Identyfikacja ról z AI Aktu</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Jaką rolę pełni dostawca wg AI Aktu (dostawcy, importera, dystrybutora czy upoważnionego przedstawiciela)?</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umowa odzwierciedla faktyczne role i przypisuje im odpowiednie obowiązki? </a:t>
                      </a:r>
                    </a:p>
                  </a:txBody>
                  <a:tcPr marL="14401" marR="14401" marT="72000" marB="0">
                    <a:solidFill>
                      <a:srgbClr val="EDEAF5"/>
                    </a:solidFill>
                  </a:tcPr>
                </a:tc>
                <a:tc>
                  <a:txBody>
                    <a:bodyPr/>
                    <a:lstStyle/>
                    <a:p>
                      <a:pPr>
                        <a:buNone/>
                      </a:pP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2636086405"/>
                  </a:ext>
                </a:extLst>
              </a:tr>
              <a:tr h="194154">
                <a:tc>
                  <a:txBody>
                    <a:bodyPr/>
                    <a:lstStyle/>
                    <a:p>
                      <a:pPr algn="ctr">
                        <a:buNone/>
                      </a:pPr>
                      <a:r>
                        <a:rPr lang="pl-PL" sz="1100" b="0">
                          <a:solidFill>
                            <a:schemeClr val="tx1"/>
                          </a:solidFill>
                          <a:effectLst/>
                        </a:rPr>
                        <a:t>Klasyfikacja systemu</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przedmiot umowy to system wysokiego ryzyka, system objęty obowiązkami przejrzystości, model ogólnego przeznaczenia (GPAI)? </a:t>
                      </a:r>
                    </a:p>
                  </a:txBody>
                  <a:tcPr marL="14401" marR="14401" marT="72000" marB="0">
                    <a:solidFill>
                      <a:srgbClr val="EDEAF5"/>
                    </a:solidFill>
                  </a:tcPr>
                </a:tc>
                <a:tc>
                  <a:txBody>
                    <a:bodyPr/>
                    <a:lstStyle/>
                    <a:p>
                      <a:pPr>
                        <a:buNone/>
                      </a:pPr>
                      <a:r>
                        <a:rPr lang="pl-PL" sz="1100">
                          <a:effectLst/>
                        </a:rPr>
                        <a:t>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2326650673"/>
                  </a:ext>
                </a:extLst>
              </a:tr>
              <a:tr h="388309">
                <a:tc>
                  <a:txBody>
                    <a:bodyPr/>
                    <a:lstStyle/>
                    <a:p>
                      <a:pPr algn="ctr">
                        <a:buNone/>
                      </a:pPr>
                      <a:r>
                        <a:rPr lang="pl-PL" sz="1100" b="0">
                          <a:solidFill>
                            <a:schemeClr val="tx1"/>
                          </a:solidFill>
                          <a:effectLst/>
                        </a:rPr>
                        <a:t>Obowiązki informacyjne dostawcy</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umowa zapewnia dostęp do informacji wymaganiach przez AI Akt, np. dokumentacja techniczna systemu, instrukcje użycia, ograniczenia modelu, parametry wydajności i znane ryzyka, zasady aktualizacji. </a:t>
                      </a:r>
                    </a:p>
                  </a:txBody>
                  <a:tcPr marL="14401" marR="14401" marT="72000" marB="0">
                    <a:solidFill>
                      <a:srgbClr val="EDEAF5"/>
                    </a:solidFill>
                  </a:tcPr>
                </a:tc>
                <a:tc>
                  <a:txBody>
                    <a:bodyPr/>
                    <a:lstStyle/>
                    <a:p>
                      <a:pPr>
                        <a:buNone/>
                      </a:pPr>
                      <a:r>
                        <a:rPr lang="pl-PL" sz="1100">
                          <a:effectLst/>
                        </a:rPr>
                        <a:t>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2825765912"/>
                  </a:ext>
                </a:extLst>
              </a:tr>
              <a:tr h="970774">
                <a:tc>
                  <a:txBody>
                    <a:bodyPr/>
                    <a:lstStyle/>
                    <a:p>
                      <a:pPr algn="ctr">
                        <a:buNone/>
                      </a:pPr>
                      <a:r>
                        <a:rPr lang="pl-PL" sz="1100" b="0">
                          <a:solidFill>
                            <a:schemeClr val="tx1"/>
                          </a:solidFill>
                          <a:effectLst/>
                        </a:rPr>
                        <a:t>Zarządzanie ryzykiem i monitoring</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a:buNone/>
                      </a:pPr>
                      <a:r>
                        <a:rPr lang="pl-PL" sz="1100">
                          <a:effectLst/>
                        </a:rPr>
                        <a:t>Dla systemów wysokiego ryzyka sprawdź, </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dostawca wdrożył system zarządzania ryzykiem, </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zapewnia mechanizmy monitorowania działania modelu, </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jako klient masz dostęp do logów potrzebnych do nadzoru oraz </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umowa przewiduje wsparcie przy raportowaniu incydentów? </a:t>
                      </a:r>
                    </a:p>
                  </a:txBody>
                  <a:tcPr marL="14401" marR="14401" marT="72000" marB="0">
                    <a:solidFill>
                      <a:srgbClr val="EDEAF5"/>
                    </a:solidFill>
                  </a:tcPr>
                </a:tc>
                <a:tc>
                  <a:txBody>
                    <a:bodyPr/>
                    <a:lstStyle/>
                    <a:p>
                      <a:pPr>
                        <a:buNone/>
                      </a:pPr>
                      <a:r>
                        <a:rPr lang="pl-PL" sz="1100">
                          <a:effectLst/>
                        </a:rPr>
                        <a:t>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1186937798"/>
                  </a:ext>
                </a:extLst>
              </a:tr>
            </a:tbl>
          </a:graphicData>
        </a:graphic>
      </p:graphicFrame>
      <p:sp>
        <p:nvSpPr>
          <p:cNvPr id="5" name="pole tekstowe 4">
            <a:extLst>
              <a:ext uri="{FF2B5EF4-FFF2-40B4-BE49-F238E27FC236}">
                <a16:creationId xmlns:a16="http://schemas.microsoft.com/office/drawing/2014/main" id="{ACCDE0A5-A192-1461-A2E0-030FDE687B4C}"/>
              </a:ext>
            </a:extLst>
          </p:cNvPr>
          <p:cNvSpPr txBox="1"/>
          <p:nvPr/>
        </p:nvSpPr>
        <p:spPr>
          <a:xfrm>
            <a:off x="5307195" y="6400800"/>
            <a:ext cx="6884805" cy="261610"/>
          </a:xfrm>
          <a:prstGeom prst="rect">
            <a:avLst/>
          </a:prstGeom>
          <a:noFill/>
        </p:spPr>
        <p:txBody>
          <a:bodyPr wrap="square">
            <a:spAutoFit/>
          </a:bodyPr>
          <a:lstStyle/>
          <a:p>
            <a:r>
              <a:rPr lang="pl-PL" sz="1100" b="1">
                <a:effectLst/>
                <a:ea typeface="Calibri" panose="020F0502020204030204" pitchFamily="34" charset="0"/>
                <a:cs typeface="Segoe UI Symbol" panose="020B0502040204020203" pitchFamily="34" charset="0"/>
              </a:rPr>
              <a:t>*Możliwe odpowiedzi:    </a:t>
            </a:r>
            <a:r>
              <a:rPr lang="pl-PL" sz="1100">
                <a:solidFill>
                  <a:srgbClr val="07641D"/>
                </a:solidFill>
                <a:effectLst/>
                <a:ea typeface="Calibri" panose="020F0502020204030204" pitchFamily="34" charset="0"/>
                <a:cs typeface="Segoe UI Symbol" panose="020B0502040204020203" pitchFamily="34" charset="0"/>
              </a:rPr>
              <a:t>✔</a:t>
            </a:r>
            <a:r>
              <a:rPr lang="pl-PL" sz="1100">
                <a:solidFill>
                  <a:srgbClr val="07641D"/>
                </a:solidFill>
                <a:effectLst/>
                <a:ea typeface="Calibri" panose="020F0502020204030204" pitchFamily="34" charset="0"/>
                <a:cs typeface="Arial" panose="020B0604020202020204" pitchFamily="34" charset="0"/>
              </a:rPr>
              <a:t> zgodna    |     </a:t>
            </a:r>
            <a:r>
              <a:rPr lang="pl-PL" sz="1100">
                <a:solidFill>
                  <a:srgbClr val="FF6600"/>
                </a:solidFill>
                <a:effectLst/>
                <a:ea typeface="Calibri" panose="020F0502020204030204" pitchFamily="34" charset="0"/>
                <a:cs typeface="Segoe UI Symbol" panose="020B0502040204020203" pitchFamily="34" charset="0"/>
              </a:rPr>
              <a:t>⚠</a:t>
            </a:r>
            <a:r>
              <a:rPr lang="pl-PL" sz="1100">
                <a:solidFill>
                  <a:srgbClr val="FF6600"/>
                </a:solidFill>
                <a:effectLst/>
                <a:ea typeface="Calibri" panose="020F0502020204030204" pitchFamily="34" charset="0"/>
                <a:cs typeface="Arial" panose="020B0604020202020204" pitchFamily="34" charset="0"/>
              </a:rPr>
              <a:t> wymaga aneksu    |    </a:t>
            </a:r>
            <a:r>
              <a:rPr lang="pl-PL" sz="1100">
                <a:solidFill>
                  <a:srgbClr val="F4364C"/>
                </a:solidFill>
                <a:effectLst/>
                <a:ea typeface="Calibri" panose="020F0502020204030204" pitchFamily="34" charset="0"/>
                <a:cs typeface="Segoe UI Symbol" panose="020B0502040204020203" pitchFamily="34" charset="0"/>
              </a:rPr>
              <a:t>✖</a:t>
            </a:r>
            <a:r>
              <a:rPr lang="pl-PL" sz="1100">
                <a:solidFill>
                  <a:srgbClr val="F4364C"/>
                </a:solidFill>
                <a:effectLst/>
                <a:ea typeface="Calibri" panose="020F0502020204030204" pitchFamily="34" charset="0"/>
                <a:cs typeface="Arial" panose="020B0604020202020204" pitchFamily="34" charset="0"/>
              </a:rPr>
              <a:t> niezgodna – ryzyko regulacyjne</a:t>
            </a:r>
            <a:endParaRPr lang="pl-PL" sz="1100">
              <a:solidFill>
                <a:srgbClr val="F4364C"/>
              </a:solidFill>
            </a:endParaRPr>
          </a:p>
        </p:txBody>
      </p:sp>
    </p:spTree>
    <p:extLst>
      <p:ext uri="{BB962C8B-B14F-4D97-AF65-F5344CB8AC3E}">
        <p14:creationId xmlns:p14="http://schemas.microsoft.com/office/powerpoint/2010/main" val="329308531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901EE71-273B-E96E-8B64-C67BE827951C}"/>
              </a:ext>
            </a:extLst>
          </p:cNvPr>
          <p:cNvSpPr>
            <a:spLocks noGrp="1"/>
          </p:cNvSpPr>
          <p:nvPr>
            <p:ph type="title"/>
          </p:nvPr>
        </p:nvSpPr>
        <p:spPr>
          <a:xfrm>
            <a:off x="588263" y="457200"/>
            <a:ext cx="11018520" cy="553998"/>
          </a:xfrm>
        </p:spPr>
        <p:txBody>
          <a:bodyPr/>
          <a:lstStyle/>
          <a:p>
            <a:pPr defTabSz="914367">
              <a:defRPr/>
            </a:pPr>
            <a:r>
              <a:rPr lang="pl-PL" b="1">
                <a:gradFill>
                  <a:gsLst>
                    <a:gs pos="0">
                      <a:srgbClr val="8661C5"/>
                    </a:gs>
                    <a:gs pos="70000">
                      <a:srgbClr val="28AFEA"/>
                    </a:gs>
                    <a:gs pos="100000">
                      <a:srgbClr val="8DE971"/>
                    </a:gs>
                  </a:gsLst>
                  <a:lin ang="2700000" scaled="1"/>
                </a:gradFill>
                <a:cs typeface="Segoe UI Semibold"/>
              </a:rPr>
              <a:t>Zgodność z AI i Data Aktem</a:t>
            </a:r>
            <a:endParaRPr lang="pl-PL">
              <a:gradFill>
                <a:gsLst>
                  <a:gs pos="0">
                    <a:srgbClr val="8661C5"/>
                  </a:gs>
                  <a:gs pos="70000">
                    <a:srgbClr val="28AFEA"/>
                  </a:gs>
                  <a:gs pos="100000">
                    <a:srgbClr val="8DE971"/>
                  </a:gs>
                </a:gsLst>
                <a:lin ang="2700000" scaled="1"/>
              </a:gradFill>
              <a:cs typeface="Segoe UI Semibold"/>
            </a:endParaRPr>
          </a:p>
        </p:txBody>
      </p:sp>
      <p:graphicFrame>
        <p:nvGraphicFramePr>
          <p:cNvPr id="7" name="Tabela 6">
            <a:extLst>
              <a:ext uri="{FF2B5EF4-FFF2-40B4-BE49-F238E27FC236}">
                <a16:creationId xmlns:a16="http://schemas.microsoft.com/office/drawing/2014/main" id="{AB0795A4-0B25-43E3-7D32-7323206391F3}"/>
              </a:ext>
            </a:extLst>
          </p:cNvPr>
          <p:cNvGraphicFramePr>
            <a:graphicFrameLocks noGrp="1"/>
          </p:cNvGraphicFramePr>
          <p:nvPr>
            <p:extLst>
              <p:ext uri="{D42A27DB-BD31-4B8C-83A1-F6EECF244321}">
                <p14:modId xmlns:p14="http://schemas.microsoft.com/office/powerpoint/2010/main" val="989589509"/>
              </p:ext>
            </p:extLst>
          </p:nvPr>
        </p:nvGraphicFramePr>
        <p:xfrm>
          <a:off x="584518" y="1341489"/>
          <a:ext cx="11018838" cy="4746638"/>
        </p:xfrm>
        <a:graphic>
          <a:graphicData uri="http://schemas.openxmlformats.org/drawingml/2006/table">
            <a:tbl>
              <a:tblPr firstRow="1" bandRow="1">
                <a:tableStyleId>{5C22544A-7EE6-4342-B048-85BDC9FD1C3A}</a:tableStyleId>
              </a:tblPr>
              <a:tblGrid>
                <a:gridCol w="1902863">
                  <a:extLst>
                    <a:ext uri="{9D8B030D-6E8A-4147-A177-3AD203B41FA5}">
                      <a16:colId xmlns:a16="http://schemas.microsoft.com/office/drawing/2014/main" val="2800256679"/>
                    </a:ext>
                  </a:extLst>
                </a:gridCol>
                <a:gridCol w="8217799">
                  <a:extLst>
                    <a:ext uri="{9D8B030D-6E8A-4147-A177-3AD203B41FA5}">
                      <a16:colId xmlns:a16="http://schemas.microsoft.com/office/drawing/2014/main" val="3969120057"/>
                    </a:ext>
                  </a:extLst>
                </a:gridCol>
                <a:gridCol w="898176">
                  <a:extLst>
                    <a:ext uri="{9D8B030D-6E8A-4147-A177-3AD203B41FA5}">
                      <a16:colId xmlns:a16="http://schemas.microsoft.com/office/drawing/2014/main" val="124580312"/>
                    </a:ext>
                  </a:extLst>
                </a:gridCol>
              </a:tblGrid>
              <a:tr h="336544">
                <a:tc>
                  <a:txBody>
                    <a:bodyPr/>
                    <a:lstStyle/>
                    <a:p>
                      <a:pPr algn="ctr">
                        <a:buNone/>
                      </a:pPr>
                      <a:r>
                        <a:rPr lang="pl-PL" sz="1100">
                          <a:effectLst/>
                        </a:rPr>
                        <a:t>Zagadnienie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0" marB="0" anchor="ctr"/>
                </a:tc>
                <a:tc>
                  <a:txBody>
                    <a:bodyPr/>
                    <a:lstStyle/>
                    <a:p>
                      <a:pPr algn="ctr">
                        <a:buNone/>
                      </a:pPr>
                      <a:r>
                        <a:rPr lang="pl-PL" sz="1100">
                          <a:effectLst/>
                        </a:rPr>
                        <a:t>Pytania i zakres kontroli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0" marB="0" anchor="ctr"/>
                </a:tc>
                <a:tc>
                  <a:txBody>
                    <a:bodyPr/>
                    <a:lstStyle/>
                    <a:p>
                      <a:pPr algn="ctr">
                        <a:buNone/>
                      </a:pPr>
                      <a:r>
                        <a:rPr lang="pl-PL" sz="1100">
                          <a:effectLst/>
                        </a:rPr>
                        <a:t>Odpowiedź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0" marB="0" anchor="ctr"/>
                </a:tc>
                <a:extLst>
                  <a:ext uri="{0D108BD9-81ED-4DB2-BD59-A6C34878D82A}">
                    <a16:rowId xmlns:a16="http://schemas.microsoft.com/office/drawing/2014/main" val="1766288424"/>
                  </a:ext>
                </a:extLst>
              </a:tr>
              <a:tr h="943236">
                <a:tc>
                  <a:txBody>
                    <a:bodyPr/>
                    <a:lstStyle/>
                    <a:p>
                      <a:pPr algn="ctr">
                        <a:buNone/>
                      </a:pPr>
                      <a:r>
                        <a:rPr lang="pl-PL" sz="1100" b="0">
                          <a:solidFill>
                            <a:schemeClr val="tx1"/>
                          </a:solidFill>
                          <a:effectLst/>
                        </a:rPr>
                        <a:t>Dane treningowe i </a:t>
                      </a:r>
                      <a:r>
                        <a:rPr lang="pl-PL" sz="1100" b="0" err="1">
                          <a:solidFill>
                            <a:schemeClr val="tx1"/>
                          </a:solidFill>
                          <a:effectLst/>
                        </a:rPr>
                        <a:t>governance</a:t>
                      </a:r>
                      <a:r>
                        <a:rPr lang="pl-PL" sz="1100" b="0">
                          <a:solidFill>
                            <a:schemeClr val="tx1"/>
                          </a:solidFill>
                          <a:effectLst/>
                        </a:rPr>
                        <a:t> danych</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a:buNone/>
                      </a:pPr>
                      <a:r>
                        <a:rPr lang="pl-PL" sz="1100">
                          <a:effectLst/>
                        </a:rPr>
                        <a:t>Sprawdź:</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dostawca deklaruje zgodność </a:t>
                      </a:r>
                      <a:r>
                        <a:rPr lang="pl-PL" sz="1100" kern="1200" err="1">
                          <a:solidFill>
                            <a:schemeClr val="dk1"/>
                          </a:solidFill>
                          <a:effectLst/>
                          <a:latin typeface="+mn-lt"/>
                          <a:ea typeface="+mn-ea"/>
                          <a:cs typeface="+mn-cs"/>
                        </a:rPr>
                        <a:t>datasetów</a:t>
                      </a:r>
                      <a:r>
                        <a:rPr lang="pl-PL" sz="1100" kern="1200">
                          <a:solidFill>
                            <a:schemeClr val="dk1"/>
                          </a:solidFill>
                          <a:effectLst/>
                          <a:latin typeface="+mn-lt"/>
                          <a:ea typeface="+mn-ea"/>
                          <a:cs typeface="+mn-cs"/>
                        </a:rPr>
                        <a:t> treningowych z prawem,</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istnieją procedury reagowania na zgłoszenia naruszeń,</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klient ma informację, czy jego dane są używane do treningu,</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przewidziano usunięcie danych z </a:t>
                      </a:r>
                      <a:r>
                        <a:rPr lang="pl-PL" sz="1100" kern="1200" err="1">
                          <a:solidFill>
                            <a:schemeClr val="dk1"/>
                          </a:solidFill>
                          <a:effectLst/>
                          <a:latin typeface="+mn-lt"/>
                          <a:ea typeface="+mn-ea"/>
                          <a:cs typeface="+mn-cs"/>
                        </a:rPr>
                        <a:t>pipeline’ów</a:t>
                      </a:r>
                      <a:r>
                        <a:rPr lang="pl-PL" sz="1100" kern="1200">
                          <a:solidFill>
                            <a:schemeClr val="dk1"/>
                          </a:solidFill>
                          <a:effectLst/>
                          <a:latin typeface="+mn-lt"/>
                          <a:ea typeface="+mn-ea"/>
                          <a:cs typeface="+mn-cs"/>
                        </a:rPr>
                        <a:t> treningowych na żądanie.</a:t>
                      </a:r>
                    </a:p>
                  </a:txBody>
                  <a:tcPr marL="14401" marR="14401" marT="72000" marB="0">
                    <a:solidFill>
                      <a:srgbClr val="EDEAF5"/>
                    </a:solidFill>
                  </a:tcPr>
                </a:tc>
                <a:tc>
                  <a:txBody>
                    <a:bodyPr/>
                    <a:lstStyle/>
                    <a:p>
                      <a:pPr>
                        <a:buNone/>
                      </a:pP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2636086405"/>
                  </a:ext>
                </a:extLst>
              </a:tr>
              <a:tr h="754590">
                <a:tc>
                  <a:txBody>
                    <a:bodyPr/>
                    <a:lstStyle/>
                    <a:p>
                      <a:pPr algn="ctr">
                        <a:buNone/>
                      </a:pPr>
                      <a:r>
                        <a:rPr lang="pl-PL" sz="1100" b="0">
                          <a:solidFill>
                            <a:schemeClr val="tx1"/>
                          </a:solidFill>
                          <a:effectLst/>
                        </a:rPr>
                        <a:t>Przejrzystość wobec użytkowników końcowych</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a:buNone/>
                      </a:pPr>
                      <a:r>
                        <a:rPr lang="pl-PL" sz="1100">
                          <a:effectLst/>
                        </a:rPr>
                        <a:t>Jeżeli system generuje treści:</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umowa pozwala Tobie, jako podmiotowi użytkującemu spełnić obowiązki informacyjne wobec użytkowników końcowych,</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dostawca zapewnia funkcje oznaczania treści AI,</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możliwe jest wdrożenie nadzoru człowieka.</a:t>
                      </a:r>
                    </a:p>
                  </a:txBody>
                  <a:tcPr marL="14401" marR="14401" marT="72000" marB="0">
                    <a:solidFill>
                      <a:srgbClr val="EDEAF5"/>
                    </a:solidFill>
                  </a:tcPr>
                </a:tc>
                <a:tc>
                  <a:txBody>
                    <a:bodyPr/>
                    <a:lstStyle/>
                    <a:p>
                      <a:pPr>
                        <a:buNone/>
                      </a:pP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4002413832"/>
                  </a:ext>
                </a:extLst>
              </a:tr>
              <a:tr h="436969">
                <a:tc>
                  <a:txBody>
                    <a:bodyPr/>
                    <a:lstStyle/>
                    <a:p>
                      <a:pPr algn="ctr">
                        <a:buNone/>
                      </a:pPr>
                      <a:r>
                        <a:rPr lang="pl-PL" sz="1100" b="0">
                          <a:solidFill>
                            <a:schemeClr val="tx1"/>
                          </a:solidFill>
                          <a:effectLst/>
                        </a:rPr>
                        <a:t>Zmiany modelu i aktualizacje</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znajdują się postanowienia dotyczące zmiany modelu? Czy taka zmiana może być dokonana bez informowania klienta? </a:t>
                      </a:r>
                    </a:p>
                  </a:txBody>
                  <a:tcPr marL="14401" marR="14401" marT="72000" marB="0">
                    <a:solidFill>
                      <a:srgbClr val="EDEAF5"/>
                    </a:solidFill>
                  </a:tcPr>
                </a:tc>
                <a:tc>
                  <a:txBody>
                    <a:bodyPr/>
                    <a:lstStyle/>
                    <a:p>
                      <a:pPr>
                        <a:buNone/>
                      </a:pP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227086790"/>
                  </a:ext>
                </a:extLst>
              </a:tr>
              <a:tr h="218484">
                <a:tc>
                  <a:txBody>
                    <a:bodyPr/>
                    <a:lstStyle/>
                    <a:p>
                      <a:pPr algn="ctr">
                        <a:buNone/>
                      </a:pPr>
                      <a:r>
                        <a:rPr lang="pl-PL" sz="1100" b="0">
                          <a:solidFill>
                            <a:schemeClr val="tx1"/>
                          </a:solidFill>
                          <a:effectLst/>
                        </a:rPr>
                        <a:t>Incydenty i naruszenia</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umowa zawiera obowiązek zgłoszenia poważnych incydentów, terminy, współpraca przy raportowaniu do organów? </a:t>
                      </a:r>
                    </a:p>
                  </a:txBody>
                  <a:tcPr marL="14401" marR="14401" marT="72000" marB="0">
                    <a:solidFill>
                      <a:srgbClr val="EDEAF5"/>
                    </a:solidFill>
                  </a:tcPr>
                </a:tc>
                <a:tc>
                  <a:txBody>
                    <a:bodyPr/>
                    <a:lstStyle/>
                    <a:p>
                      <a:pPr>
                        <a:buNone/>
                      </a:pPr>
                      <a:r>
                        <a:rPr lang="pl-PL" sz="1100">
                          <a:effectLst/>
                        </a:rPr>
                        <a:t>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2326650673"/>
                  </a:ext>
                </a:extLst>
              </a:tr>
              <a:tr h="943236">
                <a:tc>
                  <a:txBody>
                    <a:bodyPr/>
                    <a:lstStyle/>
                    <a:p>
                      <a:pPr algn="ctr">
                        <a:buNone/>
                      </a:pPr>
                      <a:r>
                        <a:rPr lang="pl-PL" sz="1100" b="0">
                          <a:solidFill>
                            <a:schemeClr val="tx1"/>
                          </a:solidFill>
                          <a:effectLst/>
                        </a:rPr>
                        <a:t>Wyjście z usługi </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a:buNone/>
                      </a:pPr>
                      <a:r>
                        <a:rPr lang="pl-PL" sz="1100">
                          <a:effectLst/>
                        </a:rPr>
                        <a:t>Sprawdź:</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klient może odzyskać dane i logi potrzebne do wykazania zgodności po zakończeniu umowy,</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dostawca usuwa dane z </a:t>
                      </a:r>
                      <a:r>
                        <a:rPr lang="pl-PL" sz="1100" kern="1200" err="1">
                          <a:solidFill>
                            <a:schemeClr val="dk1"/>
                          </a:solidFill>
                          <a:effectLst/>
                          <a:latin typeface="+mn-lt"/>
                          <a:ea typeface="+mn-ea"/>
                          <a:cs typeface="+mn-cs"/>
                        </a:rPr>
                        <a:t>datasetów</a:t>
                      </a:r>
                      <a:r>
                        <a:rPr lang="pl-PL" sz="1100" kern="1200">
                          <a:solidFill>
                            <a:schemeClr val="dk1"/>
                          </a:solidFill>
                          <a:effectLst/>
                          <a:latin typeface="+mn-lt"/>
                          <a:ea typeface="+mn-ea"/>
                          <a:cs typeface="+mn-cs"/>
                        </a:rPr>
                        <a:t> i </a:t>
                      </a:r>
                      <a:r>
                        <a:rPr lang="pl-PL" sz="1100" kern="1200" err="1">
                          <a:solidFill>
                            <a:schemeClr val="dk1"/>
                          </a:solidFill>
                          <a:effectLst/>
                          <a:latin typeface="+mn-lt"/>
                          <a:ea typeface="+mn-ea"/>
                          <a:cs typeface="+mn-cs"/>
                        </a:rPr>
                        <a:t>pipeline’ów</a:t>
                      </a:r>
                      <a:r>
                        <a:rPr lang="pl-PL" sz="1100" kern="1200">
                          <a:solidFill>
                            <a:schemeClr val="dk1"/>
                          </a:solidFill>
                          <a:effectLst/>
                          <a:latin typeface="+mn-lt"/>
                          <a:ea typeface="+mn-ea"/>
                          <a:cs typeface="+mn-cs"/>
                        </a:rPr>
                        <a:t> treningowych,</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zachowana jest możliwość wykazania </a:t>
                      </a:r>
                      <a:r>
                        <a:rPr lang="pl-PL" sz="1100" kern="1200" err="1">
                          <a:solidFill>
                            <a:schemeClr val="dk1"/>
                          </a:solidFill>
                          <a:effectLst/>
                          <a:latin typeface="+mn-lt"/>
                          <a:ea typeface="+mn-ea"/>
                          <a:cs typeface="+mn-cs"/>
                        </a:rPr>
                        <a:t>compliance</a:t>
                      </a:r>
                      <a:r>
                        <a:rPr lang="pl-PL" sz="1100" kern="1200">
                          <a:solidFill>
                            <a:schemeClr val="dk1"/>
                          </a:solidFill>
                          <a:effectLst/>
                          <a:latin typeface="+mn-lt"/>
                          <a:ea typeface="+mn-ea"/>
                          <a:cs typeface="+mn-cs"/>
                        </a:rPr>
                        <a:t> po audycie organu.</a:t>
                      </a:r>
                    </a:p>
                    <a:p>
                      <a:pPr>
                        <a:buNone/>
                      </a:pPr>
                      <a:r>
                        <a:rPr lang="pl-PL" sz="1100">
                          <a:effectLst/>
                        </a:rPr>
                        <a:t>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EDEAF5"/>
                    </a:solidFill>
                  </a:tcPr>
                </a:tc>
                <a:tc>
                  <a:txBody>
                    <a:bodyPr/>
                    <a:lstStyle/>
                    <a:p>
                      <a:pPr>
                        <a:buNone/>
                      </a:pPr>
                      <a:r>
                        <a:rPr lang="pl-PL" sz="1100">
                          <a:effectLst/>
                        </a:rPr>
                        <a:t>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2825765912"/>
                  </a:ext>
                </a:extLst>
              </a:tr>
              <a:tr h="1092423">
                <a:tc>
                  <a:txBody>
                    <a:bodyPr/>
                    <a:lstStyle/>
                    <a:p>
                      <a:pPr algn="ctr">
                        <a:buNone/>
                      </a:pPr>
                      <a:r>
                        <a:rPr lang="pl-PL" sz="1100" b="0">
                          <a:solidFill>
                            <a:schemeClr val="tx1"/>
                          </a:solidFill>
                          <a:effectLst/>
                        </a:rPr>
                        <a:t>Odpowiedzialność wraz z przypisaniem właściwej stronie, kluczowych obowiązków regulacyjnych </a:t>
                      </a:r>
                      <a:endParaRPr lang="pl-PL" sz="1100" b="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D9D2EA"/>
                    </a:solidFill>
                  </a:tcPr>
                </a:tc>
                <a:tc>
                  <a:txBody>
                    <a:bodyPr/>
                    <a:lstStyle/>
                    <a:p>
                      <a:pPr>
                        <a:buNone/>
                      </a:pPr>
                      <a:r>
                        <a:rPr lang="pl-PL" sz="1100">
                          <a:effectLst/>
                        </a:rPr>
                        <a:t>Sprawdź:</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odpowiedzialność za obowiązki AI Aktu jest przypisana właściwej stronie,</a:t>
                      </a:r>
                    </a:p>
                    <a:p>
                      <a:pPr marL="182563" lvl="0" indent="-182563" algn="l" defTabSz="932742" rtl="0" eaLnBrk="1" latinLnBrk="0" hangingPunct="1">
                        <a:buClr>
                          <a:srgbClr val="8661C5"/>
                        </a:buClr>
                        <a:buSzPts val="1000"/>
                        <a:buFont typeface="Wingdings" panose="05000000000000000000" pitchFamily="2" charset="2"/>
                        <a:buChar char="§"/>
                        <a:tabLst>
                          <a:tab pos="457200" algn="l"/>
                        </a:tabLst>
                      </a:pPr>
                      <a:r>
                        <a:rPr lang="pl-PL" sz="1100" kern="1200">
                          <a:solidFill>
                            <a:schemeClr val="dk1"/>
                          </a:solidFill>
                          <a:effectLst/>
                          <a:latin typeface="+mn-lt"/>
                          <a:ea typeface="+mn-ea"/>
                          <a:cs typeface="+mn-cs"/>
                        </a:rPr>
                        <a:t>czy przewidziano współpracę przy kontrolach regulatora.</a:t>
                      </a:r>
                    </a:p>
                  </a:txBody>
                  <a:tcPr marL="14401" marR="14401" marT="72000" marB="0">
                    <a:solidFill>
                      <a:srgbClr val="EDEAF5"/>
                    </a:solidFill>
                  </a:tcPr>
                </a:tc>
                <a:tc>
                  <a:txBody>
                    <a:bodyPr/>
                    <a:lstStyle/>
                    <a:p>
                      <a:pPr>
                        <a:buNone/>
                      </a:pPr>
                      <a:r>
                        <a:rPr lang="pl-PL" sz="1100">
                          <a:effectLst/>
                        </a:rPr>
                        <a:t> </a:t>
                      </a:r>
                      <a:endParaRPr lang="pl-PL" sz="1100">
                        <a:effectLst/>
                        <a:latin typeface="Times New Roman" panose="02020603050405020304" pitchFamily="18" charset="0"/>
                        <a:ea typeface="Calibri" panose="020F0502020204030204" pitchFamily="34" charset="0"/>
                        <a:cs typeface="Arial" panose="020B0604020202020204" pitchFamily="34" charset="0"/>
                      </a:endParaRPr>
                    </a:p>
                  </a:txBody>
                  <a:tcPr marL="14401" marR="14401" marT="72000" marB="0">
                    <a:solidFill>
                      <a:srgbClr val="F3F1F9"/>
                    </a:solidFill>
                  </a:tcPr>
                </a:tc>
                <a:extLst>
                  <a:ext uri="{0D108BD9-81ED-4DB2-BD59-A6C34878D82A}">
                    <a16:rowId xmlns:a16="http://schemas.microsoft.com/office/drawing/2014/main" val="1186937798"/>
                  </a:ext>
                </a:extLst>
              </a:tr>
            </a:tbl>
          </a:graphicData>
        </a:graphic>
      </p:graphicFrame>
      <p:sp>
        <p:nvSpPr>
          <p:cNvPr id="8" name="pole tekstowe 7">
            <a:extLst>
              <a:ext uri="{FF2B5EF4-FFF2-40B4-BE49-F238E27FC236}">
                <a16:creationId xmlns:a16="http://schemas.microsoft.com/office/drawing/2014/main" id="{3608AFF4-1C7B-AF33-A86D-7B999F201CA1}"/>
              </a:ext>
            </a:extLst>
          </p:cNvPr>
          <p:cNvSpPr txBox="1"/>
          <p:nvPr/>
        </p:nvSpPr>
        <p:spPr>
          <a:xfrm>
            <a:off x="5307195" y="6400800"/>
            <a:ext cx="6884805" cy="261610"/>
          </a:xfrm>
          <a:prstGeom prst="rect">
            <a:avLst/>
          </a:prstGeom>
          <a:noFill/>
        </p:spPr>
        <p:txBody>
          <a:bodyPr wrap="square">
            <a:spAutoFit/>
          </a:bodyPr>
          <a:lstStyle/>
          <a:p>
            <a:r>
              <a:rPr lang="pl-PL" sz="1100" b="1">
                <a:effectLst/>
                <a:ea typeface="Calibri" panose="020F0502020204030204" pitchFamily="34" charset="0"/>
                <a:cs typeface="Segoe UI Symbol" panose="020B0502040204020203" pitchFamily="34" charset="0"/>
              </a:rPr>
              <a:t>*Możliwe odpowiedzi:    </a:t>
            </a:r>
            <a:r>
              <a:rPr lang="pl-PL" sz="1100">
                <a:solidFill>
                  <a:srgbClr val="07641D"/>
                </a:solidFill>
                <a:effectLst/>
                <a:ea typeface="Calibri" panose="020F0502020204030204" pitchFamily="34" charset="0"/>
                <a:cs typeface="Segoe UI Symbol" panose="020B0502040204020203" pitchFamily="34" charset="0"/>
              </a:rPr>
              <a:t>✔</a:t>
            </a:r>
            <a:r>
              <a:rPr lang="pl-PL" sz="1100">
                <a:solidFill>
                  <a:srgbClr val="07641D"/>
                </a:solidFill>
                <a:effectLst/>
                <a:ea typeface="Calibri" panose="020F0502020204030204" pitchFamily="34" charset="0"/>
                <a:cs typeface="Arial" panose="020B0604020202020204" pitchFamily="34" charset="0"/>
              </a:rPr>
              <a:t> zgodna    |     </a:t>
            </a:r>
            <a:r>
              <a:rPr lang="pl-PL" sz="1100">
                <a:solidFill>
                  <a:srgbClr val="FF6600"/>
                </a:solidFill>
                <a:effectLst/>
                <a:ea typeface="Calibri" panose="020F0502020204030204" pitchFamily="34" charset="0"/>
                <a:cs typeface="Segoe UI Symbol" panose="020B0502040204020203" pitchFamily="34" charset="0"/>
              </a:rPr>
              <a:t>⚠</a:t>
            </a:r>
            <a:r>
              <a:rPr lang="pl-PL" sz="1100">
                <a:solidFill>
                  <a:srgbClr val="FF6600"/>
                </a:solidFill>
                <a:effectLst/>
                <a:ea typeface="Calibri" panose="020F0502020204030204" pitchFamily="34" charset="0"/>
                <a:cs typeface="Arial" panose="020B0604020202020204" pitchFamily="34" charset="0"/>
              </a:rPr>
              <a:t> wymaga aneksu    |    </a:t>
            </a:r>
            <a:r>
              <a:rPr lang="pl-PL" sz="1100">
                <a:solidFill>
                  <a:srgbClr val="F4364C"/>
                </a:solidFill>
                <a:effectLst/>
                <a:ea typeface="Calibri" panose="020F0502020204030204" pitchFamily="34" charset="0"/>
                <a:cs typeface="Segoe UI Symbol" panose="020B0502040204020203" pitchFamily="34" charset="0"/>
              </a:rPr>
              <a:t>✖</a:t>
            </a:r>
            <a:r>
              <a:rPr lang="pl-PL" sz="1100">
                <a:solidFill>
                  <a:srgbClr val="F4364C"/>
                </a:solidFill>
                <a:effectLst/>
                <a:ea typeface="Calibri" panose="020F0502020204030204" pitchFamily="34" charset="0"/>
                <a:cs typeface="Arial" panose="020B0604020202020204" pitchFamily="34" charset="0"/>
              </a:rPr>
              <a:t> niezgodna – ryzyko regulacyjne</a:t>
            </a:r>
            <a:endParaRPr lang="pl-PL" sz="1100">
              <a:solidFill>
                <a:srgbClr val="F4364C"/>
              </a:solidFill>
            </a:endParaRPr>
          </a:p>
        </p:txBody>
      </p:sp>
    </p:spTree>
    <p:extLst>
      <p:ext uri="{BB962C8B-B14F-4D97-AF65-F5344CB8AC3E}">
        <p14:creationId xmlns:p14="http://schemas.microsoft.com/office/powerpoint/2010/main" val="46740413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1ED11-9A9A-F5C2-02F1-DF5206D924B7}"/>
            </a:ext>
          </a:extLst>
        </p:cNvPr>
        <p:cNvGrpSpPr/>
        <p:nvPr/>
      </p:nvGrpSpPr>
      <p:grpSpPr>
        <a:xfrm>
          <a:off x="0" y="0"/>
          <a:ext cx="0" cy="0"/>
          <a:chOff x="0" y="0"/>
          <a:chExt cx="0" cy="0"/>
        </a:xfrm>
      </p:grpSpPr>
      <p:sp>
        <p:nvSpPr>
          <p:cNvPr id="3" name="Tytuł 2">
            <a:extLst>
              <a:ext uri="{FF2B5EF4-FFF2-40B4-BE49-F238E27FC236}">
                <a16:creationId xmlns:a16="http://schemas.microsoft.com/office/drawing/2014/main" id="{CF25B34F-BEC5-C4C1-02A4-B2DB1A9FEE9B}"/>
              </a:ext>
            </a:extLst>
          </p:cNvPr>
          <p:cNvSpPr>
            <a:spLocks noGrp="1"/>
          </p:cNvSpPr>
          <p:nvPr>
            <p:ph type="title"/>
          </p:nvPr>
        </p:nvSpPr>
        <p:spPr>
          <a:xfrm>
            <a:off x="585215" y="2980408"/>
            <a:ext cx="7663045" cy="553998"/>
          </a:xfrm>
        </p:spPr>
        <p:txBody>
          <a:bodyPr/>
          <a:lstStyle/>
          <a:p>
            <a:r>
              <a:rPr lang="pl-PL" b="1"/>
              <a:t>Przykładowe umowy </a:t>
            </a:r>
            <a:endParaRPr lang="pl-PL"/>
          </a:p>
        </p:txBody>
      </p:sp>
      <p:sp>
        <p:nvSpPr>
          <p:cNvPr id="4" name="pole tekstowe 3">
            <a:extLst>
              <a:ext uri="{FF2B5EF4-FFF2-40B4-BE49-F238E27FC236}">
                <a16:creationId xmlns:a16="http://schemas.microsoft.com/office/drawing/2014/main" id="{1C12BE56-60E3-30BA-A779-D8021463CB6F}"/>
              </a:ext>
            </a:extLst>
          </p:cNvPr>
          <p:cNvSpPr txBox="1"/>
          <p:nvPr/>
        </p:nvSpPr>
        <p:spPr>
          <a:xfrm>
            <a:off x="3407080" y="2999638"/>
            <a:ext cx="6814158" cy="363946"/>
          </a:xfrm>
          <a:prstGeom prst="rect">
            <a:avLst/>
          </a:prstGeom>
          <a:noFill/>
        </p:spPr>
        <p:txBody>
          <a:bodyPr wrap="square">
            <a:spAutoFit/>
          </a:bodyPr>
          <a:lstStyle/>
          <a:p>
            <a:r>
              <a:rPr lang="en-US"/>
              <a:t> </a:t>
            </a:r>
          </a:p>
        </p:txBody>
      </p:sp>
    </p:spTree>
    <p:extLst>
      <p:ext uri="{BB962C8B-B14F-4D97-AF65-F5344CB8AC3E}">
        <p14:creationId xmlns:p14="http://schemas.microsoft.com/office/powerpoint/2010/main" val="1116990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76F216D-E5C0-5730-3223-81AE4DEFE49F}"/>
              </a:ext>
            </a:extLst>
          </p:cNvPr>
          <p:cNvSpPr>
            <a:spLocks noGrp="1"/>
          </p:cNvSpPr>
          <p:nvPr>
            <p:ph type="title"/>
          </p:nvPr>
        </p:nvSpPr>
        <p:spPr>
          <a:xfrm>
            <a:off x="588263" y="457200"/>
            <a:ext cx="11018520" cy="553998"/>
          </a:xfrm>
        </p:spPr>
        <p:txBody>
          <a:bodyPr/>
          <a:lstStyle/>
          <a:p>
            <a:r>
              <a:rPr lang="pl-PL" b="1">
                <a:gradFill>
                  <a:gsLst>
                    <a:gs pos="0">
                      <a:srgbClr val="8661C5"/>
                    </a:gs>
                    <a:gs pos="70000">
                      <a:srgbClr val="28AFEA"/>
                    </a:gs>
                    <a:gs pos="100000">
                      <a:srgbClr val="8DE971"/>
                    </a:gs>
                  </a:gsLst>
                  <a:lin ang="2700000" scaled="1"/>
                </a:gradFill>
                <a:cs typeface="Segoe UI"/>
              </a:rPr>
              <a:t>                 Umowa na korzystanie z M365 Copilot </a:t>
            </a:r>
            <a:endParaRPr lang="en-US" b="1">
              <a:gradFill>
                <a:gsLst>
                  <a:gs pos="0">
                    <a:srgbClr val="8661C5"/>
                  </a:gs>
                  <a:gs pos="70000">
                    <a:srgbClr val="28AFEA"/>
                  </a:gs>
                  <a:gs pos="100000">
                    <a:srgbClr val="8DE971"/>
                  </a:gs>
                </a:gsLst>
                <a:lin ang="2700000" scaled="1"/>
              </a:gradFill>
              <a:cs typeface="Segoe UI"/>
            </a:endParaRPr>
          </a:p>
        </p:txBody>
      </p:sp>
      <p:sp>
        <p:nvSpPr>
          <p:cNvPr id="15" name="Prostokąt 14">
            <a:extLst>
              <a:ext uri="{FF2B5EF4-FFF2-40B4-BE49-F238E27FC236}">
                <a16:creationId xmlns:a16="http://schemas.microsoft.com/office/drawing/2014/main" id="{C312AA19-A53C-C74F-FCE5-79BB998C2274}"/>
              </a:ext>
            </a:extLst>
          </p:cNvPr>
          <p:cNvSpPr/>
          <p:nvPr/>
        </p:nvSpPr>
        <p:spPr>
          <a:xfrm>
            <a:off x="1884989" y="1686095"/>
            <a:ext cx="3615464" cy="441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200"/>
              <a:t>Umowa Microsoft Business </a:t>
            </a:r>
            <a:br>
              <a:rPr lang="pl-PL" sz="1200"/>
            </a:br>
            <a:r>
              <a:rPr lang="pl-PL" sz="1200"/>
              <a:t>and Services Agreement</a:t>
            </a:r>
          </a:p>
        </p:txBody>
      </p:sp>
      <p:sp>
        <p:nvSpPr>
          <p:cNvPr id="16" name="Prostokąt 15">
            <a:extLst>
              <a:ext uri="{FF2B5EF4-FFF2-40B4-BE49-F238E27FC236}">
                <a16:creationId xmlns:a16="http://schemas.microsoft.com/office/drawing/2014/main" id="{BBC93371-F6F0-C8D7-E7EF-3A0C9A5692A4}"/>
              </a:ext>
            </a:extLst>
          </p:cNvPr>
          <p:cNvSpPr/>
          <p:nvPr/>
        </p:nvSpPr>
        <p:spPr>
          <a:xfrm>
            <a:off x="1884986" y="2177236"/>
            <a:ext cx="3615461" cy="441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200"/>
              <a:t>Umowa Enterprise</a:t>
            </a:r>
          </a:p>
        </p:txBody>
      </p:sp>
      <p:sp>
        <p:nvSpPr>
          <p:cNvPr id="17" name="Prostokąt 16">
            <a:extLst>
              <a:ext uri="{FF2B5EF4-FFF2-40B4-BE49-F238E27FC236}">
                <a16:creationId xmlns:a16="http://schemas.microsoft.com/office/drawing/2014/main" id="{3EC895F8-EB33-393F-4D1A-3DF93C490AE7}"/>
              </a:ext>
            </a:extLst>
          </p:cNvPr>
          <p:cNvSpPr/>
          <p:nvPr/>
        </p:nvSpPr>
        <p:spPr>
          <a:xfrm>
            <a:off x="1884985" y="4451337"/>
            <a:ext cx="3615451" cy="576000"/>
          </a:xfrm>
          <a:prstGeom prst="rect">
            <a:avLst/>
          </a:prstGeom>
          <a:solidFill>
            <a:srgbClr val="EDEEF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pl-PL" sz="1200">
                <a:solidFill>
                  <a:srgbClr val="838483"/>
                </a:solidFill>
              </a:rPr>
              <a:t>Powszechne postanowienia licencyjne </a:t>
            </a:r>
            <a:br>
              <a:rPr lang="pl-PL" sz="1200">
                <a:solidFill>
                  <a:srgbClr val="838483"/>
                </a:solidFill>
              </a:rPr>
            </a:br>
            <a:r>
              <a:rPr lang="pl-PL" sz="1200">
                <a:solidFill>
                  <a:srgbClr val="838483"/>
                </a:solidFill>
              </a:rPr>
              <a:t>– W przypadku Usług Online - Microsoft </a:t>
            </a:r>
            <a:r>
              <a:rPr lang="pl-PL" sz="1200" err="1">
                <a:solidFill>
                  <a:srgbClr val="838483"/>
                </a:solidFill>
              </a:rPr>
              <a:t>Generative</a:t>
            </a:r>
            <a:r>
              <a:rPr lang="pl-PL" sz="1200">
                <a:solidFill>
                  <a:srgbClr val="838483"/>
                </a:solidFill>
              </a:rPr>
              <a:t> AI Services</a:t>
            </a:r>
          </a:p>
        </p:txBody>
      </p:sp>
      <p:sp>
        <p:nvSpPr>
          <p:cNvPr id="18" name="Prostokąt 17">
            <a:extLst>
              <a:ext uri="{FF2B5EF4-FFF2-40B4-BE49-F238E27FC236}">
                <a16:creationId xmlns:a16="http://schemas.microsoft.com/office/drawing/2014/main" id="{05EED5D4-CE75-2B20-A315-E29F51337E24}"/>
              </a:ext>
            </a:extLst>
          </p:cNvPr>
          <p:cNvSpPr/>
          <p:nvPr/>
        </p:nvSpPr>
        <p:spPr>
          <a:xfrm>
            <a:off x="2835275" y="5179446"/>
            <a:ext cx="5207487" cy="557049"/>
          </a:xfrm>
          <a:prstGeom prst="rect">
            <a:avLst/>
          </a:prstGeom>
          <a:solidFill>
            <a:srgbClr val="EDEEF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pl-PL" sz="1200">
                <a:solidFill>
                  <a:srgbClr val="838483"/>
                </a:solidFill>
              </a:rPr>
              <a:t>Postanowienia szczególne:</a:t>
            </a:r>
          </a:p>
          <a:p>
            <a:pPr algn="ctr"/>
            <a:r>
              <a:rPr lang="pl-PL" sz="1200">
                <a:solidFill>
                  <a:srgbClr val="838483"/>
                </a:solidFill>
              </a:rPr>
              <a:t> </a:t>
            </a:r>
            <a:r>
              <a:rPr lang="pl-PL" sz="1000">
                <a:solidFill>
                  <a:srgbClr val="838483"/>
                </a:solidFill>
              </a:rPr>
              <a:t>Usługi </a:t>
            </a:r>
            <a:r>
              <a:rPr lang="pl-PL" sz="1000" err="1">
                <a:solidFill>
                  <a:srgbClr val="838483"/>
                </a:solidFill>
              </a:rPr>
              <a:t>Azure</a:t>
            </a:r>
            <a:r>
              <a:rPr lang="pl-PL" sz="1000">
                <a:solidFill>
                  <a:srgbClr val="838483"/>
                </a:solidFill>
              </a:rPr>
              <a:t> AI Services - Usługi o Ograniczonym Dostępie (np. Usługa </a:t>
            </a:r>
            <a:r>
              <a:rPr lang="pl-PL" sz="1000" err="1">
                <a:solidFill>
                  <a:srgbClr val="838483"/>
                </a:solidFill>
              </a:rPr>
              <a:t>Azure</a:t>
            </a:r>
            <a:r>
              <a:rPr lang="pl-PL" sz="1000">
                <a:solidFill>
                  <a:srgbClr val="838483"/>
                </a:solidFill>
              </a:rPr>
              <a:t> </a:t>
            </a:r>
            <a:r>
              <a:rPr lang="pl-PL" sz="1000" err="1">
                <a:solidFill>
                  <a:srgbClr val="838483"/>
                </a:solidFill>
              </a:rPr>
              <a:t>OpenAI</a:t>
            </a:r>
            <a:r>
              <a:rPr lang="pl-PL" sz="1000">
                <a:solidFill>
                  <a:srgbClr val="838483"/>
                </a:solidFill>
              </a:rPr>
              <a:t>)</a:t>
            </a:r>
          </a:p>
        </p:txBody>
      </p:sp>
      <p:sp>
        <p:nvSpPr>
          <p:cNvPr id="19" name="Prostokąt 18">
            <a:extLst>
              <a:ext uri="{FF2B5EF4-FFF2-40B4-BE49-F238E27FC236}">
                <a16:creationId xmlns:a16="http://schemas.microsoft.com/office/drawing/2014/main" id="{497BA1E1-0AC4-6E16-4802-9CC678A0916C}"/>
              </a:ext>
            </a:extLst>
          </p:cNvPr>
          <p:cNvSpPr/>
          <p:nvPr/>
        </p:nvSpPr>
        <p:spPr>
          <a:xfrm>
            <a:off x="5780149" y="4464807"/>
            <a:ext cx="3603370" cy="576000"/>
          </a:xfrm>
          <a:prstGeom prst="rect">
            <a:avLst/>
          </a:prstGeom>
          <a:solidFill>
            <a:srgbClr val="EDEEF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pl-PL" sz="1200">
                <a:solidFill>
                  <a:srgbClr val="838483"/>
                </a:solidFill>
              </a:rPr>
              <a:t>Postanowienia dotyczące </a:t>
            </a:r>
            <a:br>
              <a:rPr lang="pl-PL" sz="1200">
                <a:solidFill>
                  <a:srgbClr val="838483"/>
                </a:solidFill>
              </a:rPr>
            </a:br>
            <a:r>
              <a:rPr lang="pl-PL" sz="1200">
                <a:solidFill>
                  <a:srgbClr val="838483"/>
                </a:solidFill>
              </a:rPr>
              <a:t>prywatności i bezpieczeństwa</a:t>
            </a:r>
          </a:p>
        </p:txBody>
      </p:sp>
      <p:sp>
        <p:nvSpPr>
          <p:cNvPr id="20" name="Prostokąt 19">
            <a:extLst>
              <a:ext uri="{FF2B5EF4-FFF2-40B4-BE49-F238E27FC236}">
                <a16:creationId xmlns:a16="http://schemas.microsoft.com/office/drawing/2014/main" id="{C530E5A7-F319-17E0-5932-6C7A6555EAEA}"/>
              </a:ext>
            </a:extLst>
          </p:cNvPr>
          <p:cNvSpPr/>
          <p:nvPr/>
        </p:nvSpPr>
        <p:spPr>
          <a:xfrm>
            <a:off x="5780149" y="3962739"/>
            <a:ext cx="3603370" cy="435956"/>
          </a:xfrm>
          <a:prstGeom prst="rect">
            <a:avLst/>
          </a:prstGeom>
          <a:solidFill>
            <a:schemeClr val="accent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pl-PL" sz="1200">
                <a:solidFill>
                  <a:schemeClr val="bg1"/>
                </a:solidFill>
              </a:rPr>
              <a:t>Dodatek dotyczący Ochrony Danych </a:t>
            </a:r>
          </a:p>
        </p:txBody>
      </p:sp>
      <p:cxnSp>
        <p:nvCxnSpPr>
          <p:cNvPr id="21" name="Łącznik prosty 20">
            <a:extLst>
              <a:ext uri="{FF2B5EF4-FFF2-40B4-BE49-F238E27FC236}">
                <a16:creationId xmlns:a16="http://schemas.microsoft.com/office/drawing/2014/main" id="{B5D3E0E3-50FB-791E-D43A-32531B46A3DB}"/>
              </a:ext>
            </a:extLst>
          </p:cNvPr>
          <p:cNvCxnSpPr>
            <a:cxnSpLocks/>
          </p:cNvCxnSpPr>
          <p:nvPr/>
        </p:nvCxnSpPr>
        <p:spPr>
          <a:xfrm>
            <a:off x="5780149" y="5027337"/>
            <a:ext cx="0" cy="177389"/>
          </a:xfrm>
          <a:prstGeom prst="line">
            <a:avLst/>
          </a:prstGeom>
          <a:ln>
            <a:solidFill>
              <a:srgbClr val="E6E6E6"/>
            </a:solidFill>
          </a:ln>
        </p:spPr>
        <p:style>
          <a:lnRef idx="1">
            <a:schemeClr val="accent1"/>
          </a:lnRef>
          <a:fillRef idx="0">
            <a:schemeClr val="accent1"/>
          </a:fillRef>
          <a:effectRef idx="0">
            <a:schemeClr val="accent1"/>
          </a:effectRef>
          <a:fontRef idx="minor">
            <a:schemeClr val="tx1"/>
          </a:fontRef>
        </p:style>
      </p:cxnSp>
      <p:pic>
        <p:nvPicPr>
          <p:cNvPr id="22" name="Picture 10" descr="Cloud computing">
            <a:extLst>
              <a:ext uri="{FF2B5EF4-FFF2-40B4-BE49-F238E27FC236}">
                <a16:creationId xmlns:a16="http://schemas.microsoft.com/office/drawing/2014/main" id="{2F377A38-DB88-F5A5-C750-C4673771AEF0}"/>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94192" y="1475016"/>
            <a:ext cx="846694" cy="846694"/>
          </a:xfrm>
          <a:prstGeom prst="rect">
            <a:avLst/>
          </a:prstGeom>
          <a:noFill/>
          <a:ln>
            <a:noFill/>
          </a:ln>
        </p:spPr>
      </p:pic>
      <p:sp>
        <p:nvSpPr>
          <p:cNvPr id="23" name="Strzałka: w prawo 22">
            <a:extLst>
              <a:ext uri="{FF2B5EF4-FFF2-40B4-BE49-F238E27FC236}">
                <a16:creationId xmlns:a16="http://schemas.microsoft.com/office/drawing/2014/main" id="{478FFADE-3555-28DA-8479-B90A1F8A5E9F}"/>
              </a:ext>
            </a:extLst>
          </p:cNvPr>
          <p:cNvSpPr/>
          <p:nvPr/>
        </p:nvSpPr>
        <p:spPr bwMode="auto">
          <a:xfrm>
            <a:off x="8299387" y="4948924"/>
            <a:ext cx="2850523" cy="1018092"/>
          </a:xfrm>
          <a:prstGeom prst="rightArrow">
            <a:avLst/>
          </a:prstGeom>
          <a:solidFill>
            <a:srgbClr val="C7C7C7"/>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fontAlgn="base">
              <a:spcBef>
                <a:spcPct val="0"/>
              </a:spcBef>
              <a:spcAft>
                <a:spcPct val="0"/>
              </a:spcAft>
            </a:pPr>
            <a:r>
              <a:rPr lang="pl-PL" sz="1200">
                <a:solidFill>
                  <a:srgbClr val="838483"/>
                </a:solidFill>
              </a:rPr>
              <a:t>Wyjątki: GitHub </a:t>
            </a:r>
            <a:r>
              <a:rPr lang="pl-PL" sz="1200" err="1">
                <a:solidFill>
                  <a:srgbClr val="838483"/>
                </a:solidFill>
              </a:rPr>
              <a:t>Copilot</a:t>
            </a:r>
            <a:r>
              <a:rPr lang="pl-PL" sz="1200">
                <a:solidFill>
                  <a:srgbClr val="838483"/>
                </a:solidFill>
              </a:rPr>
              <a:t>, </a:t>
            </a:r>
            <a:r>
              <a:rPr lang="pl-PL" sz="1200" err="1">
                <a:solidFill>
                  <a:srgbClr val="838483"/>
                </a:solidFill>
              </a:rPr>
              <a:t>Previews</a:t>
            </a:r>
            <a:endParaRPr lang="pl-PL" sz="1200">
              <a:solidFill>
                <a:srgbClr val="838483"/>
              </a:solidFill>
            </a:endParaRPr>
          </a:p>
        </p:txBody>
      </p:sp>
      <p:sp>
        <p:nvSpPr>
          <p:cNvPr id="24" name="Prostokąt 23">
            <a:extLst>
              <a:ext uri="{FF2B5EF4-FFF2-40B4-BE49-F238E27FC236}">
                <a16:creationId xmlns:a16="http://schemas.microsoft.com/office/drawing/2014/main" id="{09D476BF-B4B7-8F3C-52CF-65B62E75E9B5}"/>
              </a:ext>
            </a:extLst>
          </p:cNvPr>
          <p:cNvSpPr/>
          <p:nvPr/>
        </p:nvSpPr>
        <p:spPr>
          <a:xfrm>
            <a:off x="1889554" y="3963303"/>
            <a:ext cx="3603497" cy="441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200"/>
              <a:t>Postanowienia dotyczące Produktów</a:t>
            </a:r>
          </a:p>
        </p:txBody>
      </p:sp>
      <p:sp>
        <p:nvSpPr>
          <p:cNvPr id="25" name="Prostokąt 24">
            <a:extLst>
              <a:ext uri="{FF2B5EF4-FFF2-40B4-BE49-F238E27FC236}">
                <a16:creationId xmlns:a16="http://schemas.microsoft.com/office/drawing/2014/main" id="{3FB71ADF-FBE1-FB4A-051E-3795B29A8473}"/>
              </a:ext>
            </a:extLst>
          </p:cNvPr>
          <p:cNvSpPr/>
          <p:nvPr/>
        </p:nvSpPr>
        <p:spPr>
          <a:xfrm>
            <a:off x="1884985" y="2668377"/>
            <a:ext cx="3615461" cy="441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200"/>
              <a:t>Rejestracja Enterprise</a:t>
            </a:r>
          </a:p>
        </p:txBody>
      </p:sp>
      <p:sp>
        <p:nvSpPr>
          <p:cNvPr id="26" name="Prostokąt 25">
            <a:extLst>
              <a:ext uri="{FF2B5EF4-FFF2-40B4-BE49-F238E27FC236}">
                <a16:creationId xmlns:a16="http://schemas.microsoft.com/office/drawing/2014/main" id="{E2FDB2ED-BC5B-8ADC-6CFD-0540592FEC97}"/>
              </a:ext>
            </a:extLst>
          </p:cNvPr>
          <p:cNvSpPr/>
          <p:nvPr/>
        </p:nvSpPr>
        <p:spPr>
          <a:xfrm>
            <a:off x="5768055" y="2674215"/>
            <a:ext cx="3615464" cy="4359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200"/>
              <a:t>Umowa Microsoft </a:t>
            </a:r>
            <a:r>
              <a:rPr lang="pl-PL" sz="1200" err="1"/>
              <a:t>Customer</a:t>
            </a:r>
            <a:r>
              <a:rPr lang="pl-PL" sz="1200"/>
              <a:t> Agreement</a:t>
            </a:r>
          </a:p>
        </p:txBody>
      </p:sp>
      <p:sp>
        <p:nvSpPr>
          <p:cNvPr id="27" name="Prostokąt 26">
            <a:extLst>
              <a:ext uri="{FF2B5EF4-FFF2-40B4-BE49-F238E27FC236}">
                <a16:creationId xmlns:a16="http://schemas.microsoft.com/office/drawing/2014/main" id="{CE9484EE-E06D-5E84-202A-4395ABA8ABC2}"/>
              </a:ext>
            </a:extLst>
          </p:cNvPr>
          <p:cNvSpPr/>
          <p:nvPr/>
        </p:nvSpPr>
        <p:spPr>
          <a:xfrm>
            <a:off x="1884985" y="3159517"/>
            <a:ext cx="3615461" cy="44179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200"/>
              <a:t>Aneks dla sektora FSI (usługi podstawowe)</a:t>
            </a:r>
          </a:p>
        </p:txBody>
      </p:sp>
      <p:sp>
        <p:nvSpPr>
          <p:cNvPr id="28" name="Prostokąt 27">
            <a:extLst>
              <a:ext uri="{FF2B5EF4-FFF2-40B4-BE49-F238E27FC236}">
                <a16:creationId xmlns:a16="http://schemas.microsoft.com/office/drawing/2014/main" id="{D205162B-1558-BF91-4C73-8A5E26F3C1B8}"/>
              </a:ext>
            </a:extLst>
          </p:cNvPr>
          <p:cNvSpPr/>
          <p:nvPr/>
        </p:nvSpPr>
        <p:spPr>
          <a:xfrm>
            <a:off x="5769119" y="3159517"/>
            <a:ext cx="3615461" cy="44179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200"/>
              <a:t>Aneks dla sektora FSI (usługi podstawowe)</a:t>
            </a:r>
          </a:p>
        </p:txBody>
      </p:sp>
      <p:sp>
        <p:nvSpPr>
          <p:cNvPr id="3" name="TextBox 2">
            <a:extLst>
              <a:ext uri="{FF2B5EF4-FFF2-40B4-BE49-F238E27FC236}">
                <a16:creationId xmlns:a16="http://schemas.microsoft.com/office/drawing/2014/main" id="{2556A3C3-3558-915B-20A5-DA66BD688474}"/>
              </a:ext>
            </a:extLst>
          </p:cNvPr>
          <p:cNvSpPr txBox="1"/>
          <p:nvPr/>
        </p:nvSpPr>
        <p:spPr>
          <a:xfrm>
            <a:off x="7641318" y="6337885"/>
            <a:ext cx="4231368" cy="5793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err="1">
                <a:hlinkClick r:id="rId4"/>
              </a:rPr>
              <a:t>Umowa</a:t>
            </a:r>
            <a:r>
              <a:rPr lang="en-US">
                <a:hlinkClick r:id="rId4"/>
              </a:rPr>
              <a:t> Microsoft Services Agreement</a:t>
            </a:r>
            <a:endParaRPr lang="en-US"/>
          </a:p>
          <a:p>
            <a:pPr algn="l"/>
            <a:endParaRPr lang="en-US" sz="2000"/>
          </a:p>
        </p:txBody>
      </p:sp>
      <p:pic>
        <p:nvPicPr>
          <p:cNvPr id="4" name="Picture 3">
            <a:extLst>
              <a:ext uri="{FF2B5EF4-FFF2-40B4-BE49-F238E27FC236}">
                <a16:creationId xmlns:a16="http://schemas.microsoft.com/office/drawing/2014/main" id="{306084F8-CEBE-7BFA-0744-AD6802323B68}"/>
              </a:ext>
            </a:extLst>
          </p:cNvPr>
          <p:cNvPicPr>
            <a:picLocks noChangeAspect="1"/>
          </p:cNvPicPr>
          <p:nvPr/>
        </p:nvPicPr>
        <p:blipFill>
          <a:blip r:embed="rId5"/>
          <a:stretch>
            <a:fillRect/>
          </a:stretch>
        </p:blipFill>
        <p:spPr>
          <a:xfrm>
            <a:off x="0" y="457200"/>
            <a:ext cx="2138361" cy="671511"/>
          </a:xfrm>
          <a:prstGeom prst="rect">
            <a:avLst/>
          </a:prstGeom>
        </p:spPr>
      </p:pic>
      <p:sp>
        <p:nvSpPr>
          <p:cNvPr id="6" name="pole tekstowe 5">
            <a:extLst>
              <a:ext uri="{FF2B5EF4-FFF2-40B4-BE49-F238E27FC236}">
                <a16:creationId xmlns:a16="http://schemas.microsoft.com/office/drawing/2014/main" id="{83E2886D-88E8-7CC0-7585-8B02B72460E4}"/>
              </a:ext>
            </a:extLst>
          </p:cNvPr>
          <p:cNvSpPr txBox="1"/>
          <p:nvPr/>
        </p:nvSpPr>
        <p:spPr>
          <a:xfrm>
            <a:off x="3050567" y="6346392"/>
            <a:ext cx="4472848" cy="363946"/>
          </a:xfrm>
          <a:prstGeom prst="rect">
            <a:avLst/>
          </a:prstGeom>
          <a:noFill/>
        </p:spPr>
        <p:txBody>
          <a:bodyPr wrap="square">
            <a:spAutoFit/>
          </a:bodyPr>
          <a:lstStyle/>
          <a:p>
            <a:r>
              <a:rPr lang="en-US">
                <a:solidFill>
                  <a:srgbClr val="8661C5"/>
                </a:solidFill>
              </a:rPr>
              <a:t>https://share.google/DtWSMJfXcaC35d0z3</a:t>
            </a:r>
          </a:p>
        </p:txBody>
      </p:sp>
      <p:sp>
        <p:nvSpPr>
          <p:cNvPr id="8" name="pole tekstowe 7">
            <a:extLst>
              <a:ext uri="{FF2B5EF4-FFF2-40B4-BE49-F238E27FC236}">
                <a16:creationId xmlns:a16="http://schemas.microsoft.com/office/drawing/2014/main" id="{76BD63C5-0C45-408B-F9E0-BA5847E9F475}"/>
              </a:ext>
            </a:extLst>
          </p:cNvPr>
          <p:cNvSpPr txBox="1"/>
          <p:nvPr/>
        </p:nvSpPr>
        <p:spPr>
          <a:xfrm>
            <a:off x="559481" y="6339498"/>
            <a:ext cx="2373183" cy="363946"/>
          </a:xfrm>
          <a:prstGeom prst="rect">
            <a:avLst/>
          </a:prstGeom>
          <a:noFill/>
        </p:spPr>
        <p:txBody>
          <a:bodyPr wrap="square">
            <a:spAutoFit/>
          </a:bodyPr>
          <a:lstStyle/>
          <a:p>
            <a:r>
              <a:rPr lang="pl-PL" err="1">
                <a:hlinkClick r:id="rId6"/>
              </a:rPr>
              <a:t>Licensing</a:t>
            </a:r>
            <a:r>
              <a:rPr lang="pl-PL">
                <a:hlinkClick r:id="rId6"/>
              </a:rPr>
              <a:t> </a:t>
            </a:r>
            <a:r>
              <a:rPr lang="pl-PL" err="1">
                <a:hlinkClick r:id="rId6"/>
              </a:rPr>
              <a:t>Documents</a:t>
            </a:r>
            <a:endParaRPr lang="en-US"/>
          </a:p>
        </p:txBody>
      </p:sp>
    </p:spTree>
    <p:extLst>
      <p:ext uri="{BB962C8B-B14F-4D97-AF65-F5344CB8AC3E}">
        <p14:creationId xmlns:p14="http://schemas.microsoft.com/office/powerpoint/2010/main" val="360177720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5FC18-B471-2244-A0BD-3D0FF2D40506}"/>
              </a:ext>
            </a:extLst>
          </p:cNvPr>
          <p:cNvSpPr>
            <a:spLocks noGrp="1"/>
          </p:cNvSpPr>
          <p:nvPr>
            <p:ph type="title"/>
          </p:nvPr>
        </p:nvSpPr>
        <p:spPr>
          <a:xfrm>
            <a:off x="588263" y="457200"/>
            <a:ext cx="11018520" cy="492443"/>
          </a:xfrm>
        </p:spPr>
        <p:txBody>
          <a:bodyPr/>
          <a:lstStyle/>
          <a:p>
            <a:r>
              <a:rPr lang="pl-PL" b="1">
                <a:gradFill>
                  <a:gsLst>
                    <a:gs pos="70000">
                      <a:srgbClr val="28AFEA"/>
                    </a:gs>
                    <a:gs pos="0">
                      <a:schemeClr val="accent1"/>
                    </a:gs>
                    <a:gs pos="100000">
                      <a:schemeClr val="accent3"/>
                    </a:gs>
                  </a:gsLst>
                  <a:lin ang="2700000" scaled="1"/>
                </a:gradFill>
              </a:rPr>
              <a:t>AI – Postanowienia dot. Produktów</a:t>
            </a:r>
          </a:p>
        </p:txBody>
      </p:sp>
      <p:sp>
        <p:nvSpPr>
          <p:cNvPr id="11" name="TextBox 10">
            <a:extLst>
              <a:ext uri="{FF2B5EF4-FFF2-40B4-BE49-F238E27FC236}">
                <a16:creationId xmlns:a16="http://schemas.microsoft.com/office/drawing/2014/main" id="{C757A356-5198-094D-6888-83FC860E69C7}"/>
              </a:ext>
            </a:extLst>
          </p:cNvPr>
          <p:cNvSpPr txBox="1"/>
          <p:nvPr/>
        </p:nvSpPr>
        <p:spPr>
          <a:xfrm>
            <a:off x="424478" y="984618"/>
            <a:ext cx="5338337" cy="230832"/>
          </a:xfrm>
          <a:prstGeom prst="rect">
            <a:avLst/>
          </a:prstGeom>
          <a:noFill/>
        </p:spPr>
        <p:txBody>
          <a:bodyPr wrap="square" lIns="0" tIns="0" rIns="0" bIns="0">
            <a:spAutoFit/>
          </a:bodyPr>
          <a:lstStyle/>
          <a:p>
            <a:pPr algn="ctr"/>
            <a:r>
              <a:rPr lang="pl-PL" sz="1500">
                <a:solidFill>
                  <a:schemeClr val="accent1">
                    <a:lumMod val="60000"/>
                    <a:lumOff val="40000"/>
                  </a:schemeClr>
                </a:solidFill>
                <a:latin typeface="+mj-lt"/>
              </a:rPr>
              <a:t>Microsoft </a:t>
            </a:r>
            <a:r>
              <a:rPr lang="pl-PL" sz="1500" err="1">
                <a:solidFill>
                  <a:schemeClr val="accent1">
                    <a:lumMod val="60000"/>
                    <a:lumOff val="40000"/>
                  </a:schemeClr>
                </a:solidFill>
                <a:latin typeface="+mj-lt"/>
              </a:rPr>
              <a:t>Generative</a:t>
            </a:r>
            <a:r>
              <a:rPr lang="pl-PL" sz="1500">
                <a:solidFill>
                  <a:schemeClr val="accent1">
                    <a:lumMod val="60000"/>
                    <a:lumOff val="40000"/>
                  </a:schemeClr>
                </a:solidFill>
                <a:latin typeface="+mj-lt"/>
              </a:rPr>
              <a:t> AI Services (Postanowienia Ogólne)</a:t>
            </a:r>
          </a:p>
        </p:txBody>
      </p:sp>
      <p:sp>
        <p:nvSpPr>
          <p:cNvPr id="39" name="Rectangle: Rounded Corners 38">
            <a:extLst>
              <a:ext uri="{FF2B5EF4-FFF2-40B4-BE49-F238E27FC236}">
                <a16:creationId xmlns:a16="http://schemas.microsoft.com/office/drawing/2014/main" id="{207BF4B2-150D-86D1-8D09-A0084AFA3BC1}"/>
              </a:ext>
            </a:extLst>
          </p:cNvPr>
          <p:cNvSpPr>
            <a:spLocks/>
          </p:cNvSpPr>
          <p:nvPr/>
        </p:nvSpPr>
        <p:spPr bwMode="auto">
          <a:xfrm>
            <a:off x="1252201" y="1726186"/>
            <a:ext cx="7240158" cy="1823131"/>
          </a:xfrm>
          <a:prstGeom prst="roundRect">
            <a:avLst>
              <a:gd name="adj" fmla="val 10758"/>
            </a:avLst>
          </a:prstGeom>
          <a:solidFill>
            <a:schemeClr val="bg1">
              <a:alpha val="77000"/>
            </a:schemeClr>
          </a:solidFill>
          <a:ln w="3175">
            <a:gradFill>
              <a:gsLst>
                <a:gs pos="0">
                  <a:schemeClr val="bg1"/>
                </a:gs>
                <a:gs pos="90000">
                  <a:schemeClr val="accent1">
                    <a:lumMod val="40000"/>
                    <a:lumOff val="60000"/>
                  </a:schemeClr>
                </a:gs>
              </a:gsLst>
              <a:lin ang="5400000" scaled="1"/>
            </a:gra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just" defTabSz="932472" fontAlgn="base">
              <a:spcBef>
                <a:spcPct val="0"/>
              </a:spcBef>
              <a:spcAft>
                <a:spcPct val="0"/>
              </a:spcAft>
            </a:pPr>
            <a:r>
              <a:rPr lang="pl-PL" sz="1100">
                <a:solidFill>
                  <a:schemeClr val="tx1"/>
                </a:solidFill>
              </a:rPr>
              <a:t>Klient nie może używać usługi </a:t>
            </a:r>
            <a:r>
              <a:rPr lang="pl-PL" sz="1100">
                <a:solidFill>
                  <a:schemeClr val="tx1"/>
                </a:solidFill>
                <a:hlinkClick r:id="rId3">
                  <a:extLst>
                    <a:ext uri="{A12FA001-AC4F-418D-AE19-62706E023703}">
                      <ahyp:hlinkClr xmlns:ahyp="http://schemas.microsoft.com/office/drawing/2018/hyperlinkcolor" val="tx"/>
                    </a:ext>
                  </a:extLst>
                </a:hlinkClick>
              </a:rPr>
              <a:t>Microsoft </a:t>
            </a:r>
            <a:r>
              <a:rPr lang="pl-PL" sz="1100" err="1">
                <a:solidFill>
                  <a:schemeClr val="tx1"/>
                </a:solidFill>
                <a:hlinkClick r:id="rId3">
                  <a:extLst>
                    <a:ext uri="{A12FA001-AC4F-418D-AE19-62706E023703}">
                      <ahyp:hlinkClr xmlns:ahyp="http://schemas.microsoft.com/office/drawing/2018/hyperlinkcolor" val="tx"/>
                    </a:ext>
                  </a:extLst>
                </a:hlinkClick>
              </a:rPr>
              <a:t>Generative</a:t>
            </a:r>
            <a:r>
              <a:rPr lang="pl-PL" sz="1100">
                <a:solidFill>
                  <a:schemeClr val="tx1"/>
                </a:solidFill>
                <a:hlinkClick r:id="rId3">
                  <a:extLst>
                    <a:ext uri="{A12FA001-AC4F-418D-AE19-62706E023703}">
                      <ahyp:hlinkClr xmlns:ahyp="http://schemas.microsoft.com/office/drawing/2018/hyperlinkcolor" val="tx"/>
                    </a:ext>
                  </a:extLst>
                </a:hlinkClick>
              </a:rPr>
              <a:t> AI Service</a:t>
            </a:r>
            <a:r>
              <a:rPr lang="pl-PL" sz="1100">
                <a:solidFill>
                  <a:schemeClr val="tx1"/>
                </a:solidFill>
              </a:rPr>
              <a:t> do wykrywania elementów leżących u podstaw modeli, algorytmów i systemów, w tym </a:t>
            </a:r>
            <a:r>
              <a:rPr lang="pl-PL" sz="1100" err="1">
                <a:solidFill>
                  <a:schemeClr val="tx1"/>
                </a:solidFill>
              </a:rPr>
              <a:t>eksfiltrowania</a:t>
            </a:r>
            <a:r>
              <a:rPr lang="pl-PL" sz="1100">
                <a:solidFill>
                  <a:schemeClr val="tx1"/>
                </a:solidFill>
              </a:rPr>
              <a:t> wag modeli. Nadmierne korzystanie z Usługi </a:t>
            </a:r>
            <a:r>
              <a:rPr lang="pl-PL" sz="1100">
                <a:solidFill>
                  <a:schemeClr val="tx1"/>
                </a:solidFill>
                <a:hlinkClick r:id="rId3">
                  <a:extLst>
                    <a:ext uri="{A12FA001-AC4F-418D-AE19-62706E023703}">
                      <ahyp:hlinkClr xmlns:ahyp="http://schemas.microsoft.com/office/drawing/2018/hyperlinkcolor" val="tx"/>
                    </a:ext>
                  </a:extLst>
                </a:hlinkClick>
              </a:rPr>
              <a:t>Microsoft </a:t>
            </a:r>
            <a:r>
              <a:rPr lang="pl-PL" sz="1100" err="1">
                <a:solidFill>
                  <a:schemeClr val="tx1"/>
                </a:solidFill>
                <a:hlinkClick r:id="rId3">
                  <a:extLst>
                    <a:ext uri="{A12FA001-AC4F-418D-AE19-62706E023703}">
                      <ahyp:hlinkClr xmlns:ahyp="http://schemas.microsoft.com/office/drawing/2018/hyperlinkcolor" val="tx"/>
                    </a:ext>
                  </a:extLst>
                </a:hlinkClick>
              </a:rPr>
              <a:t>Generative</a:t>
            </a:r>
            <a:r>
              <a:rPr lang="pl-PL" sz="1100">
                <a:solidFill>
                  <a:schemeClr val="tx1"/>
                </a:solidFill>
                <a:hlinkClick r:id="rId3">
                  <a:extLst>
                    <a:ext uri="{A12FA001-AC4F-418D-AE19-62706E023703}">
                      <ahyp:hlinkClr xmlns:ahyp="http://schemas.microsoft.com/office/drawing/2018/hyperlinkcolor" val="tx"/>
                    </a:ext>
                  </a:extLst>
                </a:hlinkClick>
              </a:rPr>
              <a:t> AI</a:t>
            </a:r>
            <a:r>
              <a:rPr lang="pl-PL" sz="1100">
                <a:solidFill>
                  <a:schemeClr val="tx1"/>
                </a:solidFill>
              </a:rPr>
              <a:t> może skutkować tymczasowym ograniczeniem dostępu Klienta do Usługi </a:t>
            </a:r>
            <a:r>
              <a:rPr lang="pl-PL" sz="1100">
                <a:solidFill>
                  <a:schemeClr val="tx1"/>
                </a:solidFill>
                <a:hlinkClick r:id="rId3">
                  <a:extLst>
                    <a:ext uri="{A12FA001-AC4F-418D-AE19-62706E023703}">
                      <ahyp:hlinkClr xmlns:ahyp="http://schemas.microsoft.com/office/drawing/2018/hyperlinkcolor" val="tx"/>
                    </a:ext>
                  </a:extLst>
                </a:hlinkClick>
              </a:rPr>
              <a:t>Microsoft </a:t>
            </a:r>
            <a:r>
              <a:rPr lang="pl-PL" sz="1100" err="1">
                <a:solidFill>
                  <a:schemeClr val="tx1"/>
                </a:solidFill>
                <a:hlinkClick r:id="rId3">
                  <a:extLst>
                    <a:ext uri="{A12FA001-AC4F-418D-AE19-62706E023703}">
                      <ahyp:hlinkClr xmlns:ahyp="http://schemas.microsoft.com/office/drawing/2018/hyperlinkcolor" val="tx"/>
                    </a:ext>
                  </a:extLst>
                </a:hlinkClick>
              </a:rPr>
              <a:t>Generative</a:t>
            </a:r>
            <a:r>
              <a:rPr lang="pl-PL" sz="1100">
                <a:solidFill>
                  <a:schemeClr val="tx1"/>
                </a:solidFill>
                <a:hlinkClick r:id="rId3">
                  <a:extLst>
                    <a:ext uri="{A12FA001-AC4F-418D-AE19-62706E023703}">
                      <ahyp:hlinkClr xmlns:ahyp="http://schemas.microsoft.com/office/drawing/2018/hyperlinkcolor" val="tx"/>
                    </a:ext>
                  </a:extLst>
                </a:hlinkClick>
              </a:rPr>
              <a:t> AI</a:t>
            </a:r>
            <a:r>
              <a:rPr lang="pl-PL" sz="1100">
                <a:solidFill>
                  <a:schemeClr val="tx1"/>
                </a:solidFill>
              </a:rPr>
              <a:t>. Klient nie będzie korzystał z </a:t>
            </a:r>
            <a:r>
              <a:rPr lang="pl-PL" sz="1100">
                <a:solidFill>
                  <a:srgbClr val="8661C5"/>
                </a:solidFill>
                <a:hlinkClick r:id="rId3">
                  <a:extLst>
                    <a:ext uri="{A12FA001-AC4F-418D-AE19-62706E023703}">
                      <ahyp:hlinkClr xmlns:ahyp="http://schemas.microsoft.com/office/drawing/2018/hyperlinkcolor" val="tx"/>
                    </a:ext>
                  </a:extLst>
                </a:hlinkClick>
              </a:rPr>
              <a:t>Usługi Microsoft </a:t>
            </a:r>
            <a:r>
              <a:rPr lang="pl-PL" sz="1100" err="1">
                <a:solidFill>
                  <a:srgbClr val="8661C5"/>
                </a:solidFill>
                <a:hlinkClick r:id="rId3">
                  <a:extLst>
                    <a:ext uri="{A12FA001-AC4F-418D-AE19-62706E023703}">
                      <ahyp:hlinkClr xmlns:ahyp="http://schemas.microsoft.com/office/drawing/2018/hyperlinkcolor" val="tx"/>
                    </a:ext>
                  </a:extLst>
                </a:hlinkClick>
              </a:rPr>
              <a:t>Generative</a:t>
            </a:r>
            <a:r>
              <a:rPr lang="pl-PL" sz="1100">
                <a:solidFill>
                  <a:schemeClr val="tx1"/>
                </a:solidFill>
                <a:hlinkClick r:id="rId3">
                  <a:extLst>
                    <a:ext uri="{A12FA001-AC4F-418D-AE19-62706E023703}">
                      <ahyp:hlinkClr xmlns:ahyp="http://schemas.microsoft.com/office/drawing/2018/hyperlinkcolor" val="tx"/>
                    </a:ext>
                  </a:extLst>
                </a:hlinkClick>
              </a:rPr>
              <a:t> AI</a:t>
            </a:r>
            <a:r>
              <a:rPr lang="pl-PL" sz="1100">
                <a:solidFill>
                  <a:schemeClr val="tx1"/>
                </a:solidFill>
              </a:rPr>
              <a:t> do generowania </a:t>
            </a:r>
            <a:r>
              <a:rPr lang="pl-PL" sz="1100">
                <a:solidFill>
                  <a:schemeClr val="tx1"/>
                </a:solidFill>
                <a:hlinkClick r:id="rId3">
                  <a:extLst>
                    <a:ext uri="{A12FA001-AC4F-418D-AE19-62706E023703}">
                      <ahyp:hlinkClr xmlns:ahyp="http://schemas.microsoft.com/office/drawing/2018/hyperlinkcolor" val="tx"/>
                    </a:ext>
                  </a:extLst>
                </a:hlinkClick>
              </a:rPr>
              <a:t>Zawartości Wyjściowej</a:t>
            </a:r>
            <a:r>
              <a:rPr lang="pl-PL" sz="1100">
                <a:solidFill>
                  <a:schemeClr val="tx1"/>
                </a:solidFill>
              </a:rPr>
              <a:t> ani nie będzie nakazywał korzystania z niej ani umożliwiał jej korzystania osobom trzecim w wyraźnym celu tworzenia syntetycznych danych szkoleniowych służących do opracowywania lub trenowania modeli lub systemów AI o zasadniczo podobnej funkcjonalności do usługi Microsoft AI, z wyjątkiem przypadków wyraźnie dozwolonych w warunkach dotyczących konkretnej usługi dla modeli </a:t>
            </a:r>
            <a:r>
              <a:rPr lang="pl-PL" sz="1100" err="1">
                <a:solidFill>
                  <a:schemeClr val="tx1"/>
                </a:solidFill>
              </a:rPr>
              <a:t>Azure</a:t>
            </a:r>
            <a:r>
              <a:rPr lang="pl-PL" sz="1100">
                <a:solidFill>
                  <a:schemeClr val="tx1"/>
                </a:solidFill>
              </a:rPr>
              <a:t> Direct w Microsoft </a:t>
            </a:r>
            <a:r>
              <a:rPr lang="pl-PL" sz="1100" err="1">
                <a:solidFill>
                  <a:schemeClr val="tx1"/>
                </a:solidFill>
              </a:rPr>
              <a:t>Foundry</a:t>
            </a:r>
            <a:r>
              <a:rPr lang="pl-PL" sz="1100">
                <a:solidFill>
                  <a:schemeClr val="tx1"/>
                </a:solidFill>
              </a:rPr>
              <a:t>. Ograniczenia zawarte w niniejszym punkcie nie uniemożliwiają korzystania z </a:t>
            </a:r>
            <a:r>
              <a:rPr lang="pl-PL" sz="1100">
                <a:solidFill>
                  <a:srgbClr val="8661C5"/>
                </a:solidFill>
                <a:hlinkClick r:id="rId3">
                  <a:extLst>
                    <a:ext uri="{A12FA001-AC4F-418D-AE19-62706E023703}">
                      <ahyp:hlinkClr xmlns:ahyp="http://schemas.microsoft.com/office/drawing/2018/hyperlinkcolor" val="tx"/>
                    </a:ext>
                  </a:extLst>
                </a:hlinkClick>
              </a:rPr>
              <a:t>Usługi Microsoft </a:t>
            </a:r>
            <a:r>
              <a:rPr lang="pl-PL" sz="1100" err="1">
                <a:solidFill>
                  <a:srgbClr val="8661C5"/>
                </a:solidFill>
                <a:hlinkClick r:id="rId3">
                  <a:extLst>
                    <a:ext uri="{A12FA001-AC4F-418D-AE19-62706E023703}">
                      <ahyp:hlinkClr xmlns:ahyp="http://schemas.microsoft.com/office/drawing/2018/hyperlinkcolor" val="tx"/>
                    </a:ext>
                  </a:extLst>
                </a:hlinkClick>
              </a:rPr>
              <a:t>Generative</a:t>
            </a:r>
            <a:r>
              <a:rPr lang="pl-PL" sz="1100">
                <a:solidFill>
                  <a:schemeClr val="tx1"/>
                </a:solidFill>
                <a:hlinkClick r:id="rId3">
                  <a:extLst>
                    <a:ext uri="{A12FA001-AC4F-418D-AE19-62706E023703}">
                      <ahyp:hlinkClr xmlns:ahyp="http://schemas.microsoft.com/office/drawing/2018/hyperlinkcolor" val="tx"/>
                    </a:ext>
                  </a:extLst>
                </a:hlinkClick>
              </a:rPr>
              <a:t> AI</a:t>
            </a:r>
            <a:r>
              <a:rPr lang="pl-PL" sz="1100">
                <a:solidFill>
                  <a:schemeClr val="tx1"/>
                </a:solidFill>
              </a:rPr>
              <a:t> w celu generowania </a:t>
            </a:r>
            <a:r>
              <a:rPr lang="pl-PL" sz="1100">
                <a:solidFill>
                  <a:schemeClr val="tx1"/>
                </a:solidFill>
                <a:hlinkClick r:id="rId3">
                  <a:extLst>
                    <a:ext uri="{A12FA001-AC4F-418D-AE19-62706E023703}">
                      <ahyp:hlinkClr xmlns:ahyp="http://schemas.microsoft.com/office/drawing/2018/hyperlinkcolor" val="tx"/>
                    </a:ext>
                  </a:extLst>
                </a:hlinkClick>
              </a:rPr>
              <a:t>Zawartości Wyjściowej</a:t>
            </a:r>
            <a:r>
              <a:rPr lang="pl-PL" sz="1100">
                <a:solidFill>
                  <a:schemeClr val="tx1"/>
                </a:solidFill>
              </a:rPr>
              <a:t> do wykorzystania jako dane wejściowe w dynamicznych modelach lub systemach AI</a:t>
            </a:r>
            <a:r>
              <a:rPr lang="pl-PL">
                <a:solidFill>
                  <a:schemeClr val="tx1"/>
                </a:solidFill>
              </a:rPr>
              <a:t>.</a:t>
            </a:r>
            <a:endParaRPr lang="pl-PL" sz="1100" i="1">
              <a:solidFill>
                <a:schemeClr val="tx1"/>
              </a:solidFill>
              <a:cs typeface="Segoe UI" pitchFamily="34" charset="0"/>
            </a:endParaRPr>
          </a:p>
        </p:txBody>
      </p:sp>
      <p:sp>
        <p:nvSpPr>
          <p:cNvPr id="40" name="Rectangle: Rounded Corners 39">
            <a:extLst>
              <a:ext uri="{FF2B5EF4-FFF2-40B4-BE49-F238E27FC236}">
                <a16:creationId xmlns:a16="http://schemas.microsoft.com/office/drawing/2014/main" id="{B744839E-994D-1A26-7025-31E547F273CE}"/>
              </a:ext>
            </a:extLst>
          </p:cNvPr>
          <p:cNvSpPr>
            <a:spLocks/>
          </p:cNvSpPr>
          <p:nvPr/>
        </p:nvSpPr>
        <p:spPr bwMode="auto">
          <a:xfrm>
            <a:off x="1231509" y="3633335"/>
            <a:ext cx="7240157" cy="920062"/>
          </a:xfrm>
          <a:prstGeom prst="roundRect">
            <a:avLst>
              <a:gd name="adj" fmla="val 10758"/>
            </a:avLst>
          </a:prstGeom>
          <a:solidFill>
            <a:schemeClr val="bg1">
              <a:alpha val="77000"/>
            </a:schemeClr>
          </a:solidFill>
          <a:ln w="3175">
            <a:gradFill>
              <a:gsLst>
                <a:gs pos="0">
                  <a:schemeClr val="bg1"/>
                </a:gs>
                <a:gs pos="90000">
                  <a:schemeClr val="accent1">
                    <a:lumMod val="40000"/>
                    <a:lumOff val="60000"/>
                  </a:schemeClr>
                </a:gs>
              </a:gsLst>
              <a:lin ang="5400000" scaled="1"/>
            </a:gra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just" defTabSz="932472" fontAlgn="base">
              <a:spcBef>
                <a:spcPct val="0"/>
              </a:spcBef>
              <a:spcAft>
                <a:spcPct val="0"/>
              </a:spcAft>
            </a:pPr>
            <a:r>
              <a:rPr lang="pl-PL" sz="1100" b="1">
                <a:solidFill>
                  <a:schemeClr val="tx1"/>
                </a:solidFill>
                <a:cs typeface="Segoe UI" pitchFamily="34" charset="0"/>
              </a:rPr>
              <a:t>Ograniczenia nałożone na Microsoft: </a:t>
            </a:r>
            <a:r>
              <a:rPr lang="pl-PL" sz="1100">
                <a:solidFill>
                  <a:schemeClr val="tx1"/>
                </a:solidFill>
              </a:rPr>
              <a:t> </a:t>
            </a:r>
            <a:r>
              <a:rPr lang="pl-PL" sz="1100">
                <a:solidFill>
                  <a:srgbClr val="8661C5"/>
                </a:solidFill>
                <a:hlinkClick r:id="rId3">
                  <a:extLst>
                    <a:ext uri="{A12FA001-AC4F-418D-AE19-62706E023703}">
                      <ahyp:hlinkClr xmlns:ahyp="http://schemas.microsoft.com/office/drawing/2018/hyperlinkcolor" val="tx"/>
                    </a:ext>
                  </a:extLst>
                </a:hlinkClick>
              </a:rPr>
              <a:t>Usługi Microsoft </a:t>
            </a:r>
            <a:r>
              <a:rPr lang="pl-PL" sz="1100" err="1">
                <a:solidFill>
                  <a:srgbClr val="8661C5"/>
                </a:solidFill>
                <a:hlinkClick r:id="rId3">
                  <a:extLst>
                    <a:ext uri="{A12FA001-AC4F-418D-AE19-62706E023703}">
                      <ahyp:hlinkClr xmlns:ahyp="http://schemas.microsoft.com/office/drawing/2018/hyperlinkcolor" val="tx"/>
                    </a:ext>
                  </a:extLst>
                </a:hlinkClick>
              </a:rPr>
              <a:t>Generative</a:t>
            </a:r>
            <a:r>
              <a:rPr lang="pl-PL" sz="1100">
                <a:solidFill>
                  <a:schemeClr val="tx1"/>
                </a:solidFill>
                <a:hlinkClick r:id="rId3">
                  <a:extLst>
                    <a:ext uri="{A12FA001-AC4F-418D-AE19-62706E023703}">
                      <ahyp:hlinkClr xmlns:ahyp="http://schemas.microsoft.com/office/drawing/2018/hyperlinkcolor" val="tx"/>
                    </a:ext>
                  </a:extLst>
                </a:hlinkClick>
              </a:rPr>
              <a:t> AI</a:t>
            </a:r>
            <a:r>
              <a:rPr lang="pl-PL" sz="1100">
                <a:solidFill>
                  <a:schemeClr val="tx1"/>
                </a:solidFill>
              </a:rPr>
              <a:t> nie będą wykorzystywać </a:t>
            </a:r>
            <a:r>
              <a:rPr lang="pl-PL" sz="1100">
                <a:solidFill>
                  <a:schemeClr val="tx1"/>
                </a:solidFill>
                <a:hlinkClick r:id="rId3">
                  <a:extLst>
                    <a:ext uri="{A12FA001-AC4F-418D-AE19-62706E023703}">
                      <ahyp:hlinkClr xmlns:ahyp="http://schemas.microsoft.com/office/drawing/2018/hyperlinkcolor" val="tx"/>
                    </a:ext>
                  </a:extLst>
                </a:hlinkClick>
              </a:rPr>
              <a:t>Danych Klienta</a:t>
            </a:r>
            <a:r>
              <a:rPr lang="pl-PL" sz="1100">
                <a:solidFill>
                  <a:schemeClr val="tx1"/>
                </a:solidFill>
              </a:rPr>
              <a:t> do trenowania żadnego podstawowego modelu generatywnej AI, z wyjątkiem sytuacji, gdy odbywa się to zgodnie z udokumentowanymi instrukcjami Klienta.</a:t>
            </a:r>
            <a:endParaRPr lang="pl-PL" sz="1100">
              <a:solidFill>
                <a:schemeClr val="tx1"/>
              </a:solidFill>
              <a:cs typeface="Segoe UI" pitchFamily="34" charset="0"/>
            </a:endParaRPr>
          </a:p>
        </p:txBody>
      </p:sp>
      <p:grpSp>
        <p:nvGrpSpPr>
          <p:cNvPr id="68" name="Group 67">
            <a:extLst>
              <a:ext uri="{FF2B5EF4-FFF2-40B4-BE49-F238E27FC236}">
                <a16:creationId xmlns:a16="http://schemas.microsoft.com/office/drawing/2014/main" id="{8166A9BF-820B-0A8E-44B3-BAC3EA3B9804}"/>
              </a:ext>
              <a:ext uri="{C183D7F6-B498-43B3-948B-1728B52AA6E4}">
                <adec:decorative xmlns:adec="http://schemas.microsoft.com/office/drawing/2017/decorative" val="1"/>
              </a:ext>
            </a:extLst>
          </p:cNvPr>
          <p:cNvGrpSpPr/>
          <p:nvPr/>
        </p:nvGrpSpPr>
        <p:grpSpPr>
          <a:xfrm>
            <a:off x="359080" y="4706268"/>
            <a:ext cx="718884" cy="703608"/>
            <a:chOff x="173939" y="1315938"/>
            <a:chExt cx="818266" cy="800878"/>
          </a:xfrm>
        </p:grpSpPr>
        <p:sp>
          <p:nvSpPr>
            <p:cNvPr id="69" name="Rectangle: Rounded Corners 68">
              <a:extLst>
                <a:ext uri="{FF2B5EF4-FFF2-40B4-BE49-F238E27FC236}">
                  <a16:creationId xmlns:a16="http://schemas.microsoft.com/office/drawing/2014/main" id="{8BCEC149-7F25-A343-0C6F-C39355A9B412}"/>
                </a:ext>
              </a:extLst>
            </p:cNvPr>
            <p:cNvSpPr/>
            <p:nvPr/>
          </p:nvSpPr>
          <p:spPr bwMode="auto">
            <a:xfrm>
              <a:off x="173939" y="1315938"/>
              <a:ext cx="818266" cy="800878"/>
            </a:xfrm>
            <a:prstGeom prst="roundRect">
              <a:avLst>
                <a:gd name="adj" fmla="val 34355"/>
              </a:avLst>
            </a:prstGeom>
            <a:solidFill>
              <a:schemeClr val="bg1">
                <a:alpha val="77000"/>
              </a:schemeClr>
            </a:soli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70EC8E88-A529-A4E6-543B-99DD9303B748}"/>
                </a:ext>
              </a:extLst>
            </p:cNvPr>
            <p:cNvSpPr/>
            <p:nvPr/>
          </p:nvSpPr>
          <p:spPr bwMode="auto">
            <a:xfrm>
              <a:off x="248378" y="1388795"/>
              <a:ext cx="669388" cy="655164"/>
            </a:xfrm>
            <a:prstGeom prst="roundRect">
              <a:avLst>
                <a:gd name="adj" fmla="val 34355"/>
              </a:avLst>
            </a:prstGeom>
            <a:gradFill flip="none" rotWithShape="1">
              <a:gsLst>
                <a:gs pos="53000">
                  <a:schemeClr val="accent1"/>
                </a:gs>
                <a:gs pos="100000">
                  <a:schemeClr val="accent3"/>
                </a:gs>
              </a:gsLst>
              <a:path path="circle">
                <a:fillToRect r="100000" b="100000"/>
              </a:path>
              <a:tileRect l="-100000" t="-100000"/>
            </a:gra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
        <p:nvSpPr>
          <p:cNvPr id="41" name="Rectangle: Rounded Corners 40">
            <a:extLst>
              <a:ext uri="{FF2B5EF4-FFF2-40B4-BE49-F238E27FC236}">
                <a16:creationId xmlns:a16="http://schemas.microsoft.com/office/drawing/2014/main" id="{74D1F09F-B124-4A72-C861-C904E970A4CD}"/>
              </a:ext>
            </a:extLst>
          </p:cNvPr>
          <p:cNvSpPr>
            <a:spLocks/>
          </p:cNvSpPr>
          <p:nvPr/>
        </p:nvSpPr>
        <p:spPr bwMode="auto">
          <a:xfrm>
            <a:off x="1252201" y="4638145"/>
            <a:ext cx="7240157" cy="858670"/>
          </a:xfrm>
          <a:prstGeom prst="roundRect">
            <a:avLst>
              <a:gd name="adj" fmla="val 10758"/>
            </a:avLst>
          </a:prstGeom>
          <a:solidFill>
            <a:schemeClr val="bg1">
              <a:alpha val="77000"/>
            </a:schemeClr>
          </a:solidFill>
          <a:ln w="3175">
            <a:gradFill>
              <a:gsLst>
                <a:gs pos="0">
                  <a:schemeClr val="bg1"/>
                </a:gs>
                <a:gs pos="90000">
                  <a:schemeClr val="accent1">
                    <a:lumMod val="40000"/>
                    <a:lumOff val="60000"/>
                  </a:schemeClr>
                </a:gs>
              </a:gsLst>
              <a:lin ang="5400000" scaled="1"/>
            </a:gra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just" defTabSz="932472" fontAlgn="base">
              <a:spcBef>
                <a:spcPct val="0"/>
              </a:spcBef>
              <a:spcAft>
                <a:spcPct val="0"/>
              </a:spcAft>
            </a:pPr>
            <a:r>
              <a:rPr lang="pl-PL" sz="1100" b="1">
                <a:solidFill>
                  <a:schemeClr val="tx1"/>
                </a:solidFill>
                <a:cs typeface="Segoe UI" pitchFamily="34" charset="0"/>
              </a:rPr>
              <a:t>Lokalizacja danych: </a:t>
            </a:r>
            <a:r>
              <a:rPr lang="pl-PL" sz="1100">
                <a:solidFill>
                  <a:schemeClr val="tx1"/>
                </a:solidFill>
                <a:cs typeface="Segoe UI" pitchFamily="34" charset="0"/>
              </a:rPr>
              <a:t>Możliwe jest przechowywanie i przetwarzanie danych poza regionem dzierżawcy, chyba że </a:t>
            </a:r>
            <a:r>
              <a:rPr lang="pl-PL" sz="1100" b="1">
                <a:solidFill>
                  <a:schemeClr val="tx1"/>
                </a:solidFill>
                <a:cs typeface="Segoe UI" pitchFamily="34" charset="0"/>
              </a:rPr>
              <a:t>szczegółowe warunki </a:t>
            </a:r>
            <a:r>
              <a:rPr lang="pl-PL" sz="1100">
                <a:solidFill>
                  <a:schemeClr val="tx1"/>
                </a:solidFill>
                <a:cs typeface="Segoe UI" pitchFamily="34" charset="0"/>
              </a:rPr>
              <a:t>stanowią inaczej. </a:t>
            </a:r>
          </a:p>
        </p:txBody>
      </p:sp>
      <p:sp>
        <p:nvSpPr>
          <p:cNvPr id="42" name="Rectangle: Rounded Corners 41">
            <a:extLst>
              <a:ext uri="{FF2B5EF4-FFF2-40B4-BE49-F238E27FC236}">
                <a16:creationId xmlns:a16="http://schemas.microsoft.com/office/drawing/2014/main" id="{CB555596-1776-0596-54E5-4BE1667AA064}"/>
              </a:ext>
            </a:extLst>
          </p:cNvPr>
          <p:cNvSpPr>
            <a:spLocks/>
          </p:cNvSpPr>
          <p:nvPr/>
        </p:nvSpPr>
        <p:spPr bwMode="auto">
          <a:xfrm>
            <a:off x="1252201" y="5647206"/>
            <a:ext cx="7240158" cy="748689"/>
          </a:xfrm>
          <a:prstGeom prst="roundRect">
            <a:avLst>
              <a:gd name="adj" fmla="val 10758"/>
            </a:avLst>
          </a:prstGeom>
          <a:solidFill>
            <a:schemeClr val="bg1">
              <a:alpha val="77000"/>
            </a:schemeClr>
          </a:solidFill>
          <a:ln w="3175">
            <a:gradFill>
              <a:gsLst>
                <a:gs pos="0">
                  <a:schemeClr val="bg1"/>
                </a:gs>
                <a:gs pos="90000">
                  <a:schemeClr val="accent1">
                    <a:lumMod val="40000"/>
                    <a:lumOff val="60000"/>
                  </a:schemeClr>
                </a:gs>
              </a:gsLst>
              <a:lin ang="5400000" scaled="1"/>
            </a:gra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just" defTabSz="932472" fontAlgn="base">
              <a:spcBef>
                <a:spcPct val="0"/>
              </a:spcBef>
              <a:spcAft>
                <a:spcPct val="0"/>
              </a:spcAft>
            </a:pPr>
            <a:r>
              <a:rPr lang="pl-PL" sz="1100" b="1" err="1">
                <a:solidFill>
                  <a:schemeClr val="tx1"/>
                </a:solidFill>
                <a:cs typeface="Segoe UI" pitchFamily="34" charset="0"/>
              </a:rPr>
              <a:t>Customer</a:t>
            </a:r>
            <a:r>
              <a:rPr lang="pl-PL" sz="1100" b="1">
                <a:solidFill>
                  <a:schemeClr val="tx1"/>
                </a:solidFill>
                <a:cs typeface="Segoe UI" pitchFamily="34" charset="0"/>
              </a:rPr>
              <a:t> Copyright </a:t>
            </a:r>
            <a:r>
              <a:rPr lang="pl-PL" sz="1100" b="1" err="1">
                <a:solidFill>
                  <a:schemeClr val="tx1"/>
                </a:solidFill>
                <a:cs typeface="Segoe UI" pitchFamily="34" charset="0"/>
              </a:rPr>
              <a:t>Commitment</a:t>
            </a:r>
            <a:r>
              <a:rPr lang="pl-PL" sz="1100" b="1">
                <a:solidFill>
                  <a:schemeClr val="tx1"/>
                </a:solidFill>
                <a:cs typeface="Segoe UI" pitchFamily="34" charset="0"/>
              </a:rPr>
              <a:t>: </a:t>
            </a:r>
            <a:r>
              <a:rPr lang="pl-PL" sz="1100">
                <a:solidFill>
                  <a:schemeClr val="tx1"/>
                </a:solidFill>
                <a:cs typeface="Segoe UI" pitchFamily="34" charset="0"/>
              </a:rPr>
              <a:t>Umowa wprost określa Zobowiązanie Microsoft dotyczące Praw Autorskich Klienta.</a:t>
            </a:r>
          </a:p>
        </p:txBody>
      </p:sp>
      <p:sp>
        <p:nvSpPr>
          <p:cNvPr id="14" name="Nawias klamrowy zamykający 13">
            <a:extLst>
              <a:ext uri="{FF2B5EF4-FFF2-40B4-BE49-F238E27FC236}">
                <a16:creationId xmlns:a16="http://schemas.microsoft.com/office/drawing/2014/main" id="{386BFC40-124D-ADB0-959C-9F7695534912}"/>
              </a:ext>
            </a:extLst>
          </p:cNvPr>
          <p:cNvSpPr/>
          <p:nvPr/>
        </p:nvSpPr>
        <p:spPr>
          <a:xfrm>
            <a:off x="8556013" y="1746860"/>
            <a:ext cx="797535" cy="1802457"/>
          </a:xfrm>
          <a:prstGeom prst="rightBrac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16" name="pole tekstowe 15">
            <a:extLst>
              <a:ext uri="{FF2B5EF4-FFF2-40B4-BE49-F238E27FC236}">
                <a16:creationId xmlns:a16="http://schemas.microsoft.com/office/drawing/2014/main" id="{8FFF58C1-E4C1-9970-974C-DB5FD0140164}"/>
              </a:ext>
            </a:extLst>
          </p:cNvPr>
          <p:cNvSpPr txBox="1"/>
          <p:nvPr/>
        </p:nvSpPr>
        <p:spPr>
          <a:xfrm>
            <a:off x="9534432" y="2422782"/>
            <a:ext cx="2562318" cy="815608"/>
          </a:xfrm>
          <a:prstGeom prst="rect">
            <a:avLst/>
          </a:prstGeom>
          <a:noFill/>
        </p:spPr>
        <p:txBody>
          <a:bodyPr wrap="square" lIns="0" tIns="0" rIns="0" bIns="0" rtlCol="0">
            <a:spAutoFit/>
          </a:bodyPr>
          <a:lstStyle/>
          <a:p>
            <a:r>
              <a:rPr lang="pl-PL" sz="1100" b="1">
                <a:ea typeface="Segoe UI" pitchFamily="34" charset="0"/>
                <a:cs typeface="Segoe UI" pitchFamily="34" charset="0"/>
              </a:rPr>
              <a:t>Możliwość zablokowania najczęściej nie wpłynie negatywnie na kluczowe procesy klientów.</a:t>
            </a:r>
          </a:p>
          <a:p>
            <a:pPr algn="l"/>
            <a:endParaRPr lang="pl-PL" sz="2000"/>
          </a:p>
        </p:txBody>
      </p:sp>
      <p:sp>
        <p:nvSpPr>
          <p:cNvPr id="17" name="Nawias klamrowy zamykający 16">
            <a:extLst>
              <a:ext uri="{FF2B5EF4-FFF2-40B4-BE49-F238E27FC236}">
                <a16:creationId xmlns:a16="http://schemas.microsoft.com/office/drawing/2014/main" id="{15F3950F-4E57-0B41-D6B9-2682F8DBFE09}"/>
              </a:ext>
            </a:extLst>
          </p:cNvPr>
          <p:cNvSpPr/>
          <p:nvPr/>
        </p:nvSpPr>
        <p:spPr>
          <a:xfrm>
            <a:off x="8556013" y="3549317"/>
            <a:ext cx="797535" cy="1004079"/>
          </a:xfrm>
          <a:prstGeom prst="rightBrac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18" name="pole tekstowe 17">
            <a:extLst>
              <a:ext uri="{FF2B5EF4-FFF2-40B4-BE49-F238E27FC236}">
                <a16:creationId xmlns:a16="http://schemas.microsoft.com/office/drawing/2014/main" id="{912773F1-3CBF-A23F-3D60-2FF635380BD3}"/>
              </a:ext>
            </a:extLst>
          </p:cNvPr>
          <p:cNvSpPr txBox="1"/>
          <p:nvPr/>
        </p:nvSpPr>
        <p:spPr>
          <a:xfrm>
            <a:off x="9534432" y="3872557"/>
            <a:ext cx="2562318" cy="646331"/>
          </a:xfrm>
          <a:prstGeom prst="rect">
            <a:avLst/>
          </a:prstGeom>
          <a:noFill/>
        </p:spPr>
        <p:txBody>
          <a:bodyPr wrap="square" lIns="0" tIns="0" rIns="0" bIns="0" rtlCol="0">
            <a:spAutoFit/>
          </a:bodyPr>
          <a:lstStyle/>
          <a:p>
            <a:r>
              <a:rPr lang="pl-PL" sz="1100" b="1">
                <a:ea typeface="Segoe UI" pitchFamily="34" charset="0"/>
                <a:cs typeface="Segoe UI" pitchFamily="34" charset="0"/>
              </a:rPr>
              <a:t>Istotna kwestia dla większości klientów – rozwiązanie korzystne dla klientów</a:t>
            </a:r>
          </a:p>
          <a:p>
            <a:pPr algn="l"/>
            <a:endParaRPr lang="pl-PL" sz="2000" err="1"/>
          </a:p>
        </p:txBody>
      </p:sp>
      <p:sp>
        <p:nvSpPr>
          <p:cNvPr id="19" name="Nawias klamrowy zamykający 18">
            <a:extLst>
              <a:ext uri="{FF2B5EF4-FFF2-40B4-BE49-F238E27FC236}">
                <a16:creationId xmlns:a16="http://schemas.microsoft.com/office/drawing/2014/main" id="{BCA51CB0-41EE-EA8D-9DE7-8944B405093A}"/>
              </a:ext>
            </a:extLst>
          </p:cNvPr>
          <p:cNvSpPr/>
          <p:nvPr/>
        </p:nvSpPr>
        <p:spPr>
          <a:xfrm>
            <a:off x="8556013" y="5546662"/>
            <a:ext cx="797535" cy="928640"/>
          </a:xfrm>
          <a:prstGeom prst="rightBrac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20" name="pole tekstowe 19">
            <a:extLst>
              <a:ext uri="{FF2B5EF4-FFF2-40B4-BE49-F238E27FC236}">
                <a16:creationId xmlns:a16="http://schemas.microsoft.com/office/drawing/2014/main" id="{0242C7DD-BA71-A776-2760-2EC362D85D50}"/>
              </a:ext>
            </a:extLst>
          </p:cNvPr>
          <p:cNvSpPr txBox="1"/>
          <p:nvPr/>
        </p:nvSpPr>
        <p:spPr>
          <a:xfrm>
            <a:off x="9534432" y="4674171"/>
            <a:ext cx="2562318" cy="1154162"/>
          </a:xfrm>
          <a:prstGeom prst="rect">
            <a:avLst/>
          </a:prstGeom>
          <a:noFill/>
        </p:spPr>
        <p:txBody>
          <a:bodyPr wrap="square" lIns="0" tIns="0" rIns="0" bIns="0" rtlCol="0">
            <a:spAutoFit/>
          </a:bodyPr>
          <a:lstStyle/>
          <a:p>
            <a:r>
              <a:rPr lang="pl-PL" sz="1100" b="1">
                <a:ea typeface="Segoe UI" pitchFamily="34" charset="0"/>
                <a:cs typeface="Segoe UI" pitchFamily="34" charset="0"/>
              </a:rPr>
              <a:t>Konieczność weryfikacji warunków szczegółowych. M365 </a:t>
            </a:r>
            <a:r>
              <a:rPr lang="pl-PL" sz="1100" b="1" err="1">
                <a:ea typeface="Segoe UI" pitchFamily="34" charset="0"/>
                <a:cs typeface="Segoe UI" pitchFamily="34" charset="0"/>
              </a:rPr>
              <a:t>Copilot</a:t>
            </a:r>
            <a:r>
              <a:rPr lang="pl-PL" sz="1100" b="1">
                <a:ea typeface="Segoe UI" pitchFamily="34" charset="0"/>
                <a:cs typeface="Segoe UI" pitchFamily="34" charset="0"/>
              </a:rPr>
              <a:t> jest objęty specjalnymi zasadami. (EU Data </a:t>
            </a:r>
            <a:r>
              <a:rPr lang="pl-PL" sz="1100" b="1" err="1">
                <a:ea typeface="Segoe UI" pitchFamily="34" charset="0"/>
                <a:cs typeface="Segoe UI" pitchFamily="34" charset="0"/>
              </a:rPr>
              <a:t>Boundary</a:t>
            </a:r>
            <a:r>
              <a:rPr lang="pl-PL" sz="1100" b="1">
                <a:ea typeface="Segoe UI" pitchFamily="34" charset="0"/>
                <a:cs typeface="Segoe UI" pitchFamily="34" charset="0"/>
              </a:rPr>
              <a:t>). Jest też usługą podstawową</a:t>
            </a:r>
          </a:p>
          <a:p>
            <a:pPr algn="l"/>
            <a:endParaRPr lang="pl-PL" sz="2000" err="1"/>
          </a:p>
        </p:txBody>
      </p:sp>
      <p:sp>
        <p:nvSpPr>
          <p:cNvPr id="21" name="Nawias klamrowy zamykający 20">
            <a:extLst>
              <a:ext uri="{FF2B5EF4-FFF2-40B4-BE49-F238E27FC236}">
                <a16:creationId xmlns:a16="http://schemas.microsoft.com/office/drawing/2014/main" id="{F51EBDB7-4B70-4354-9AB7-2A58BBDE4371}"/>
              </a:ext>
            </a:extLst>
          </p:cNvPr>
          <p:cNvSpPr/>
          <p:nvPr/>
        </p:nvSpPr>
        <p:spPr>
          <a:xfrm>
            <a:off x="8544469" y="4542583"/>
            <a:ext cx="797535" cy="1004079"/>
          </a:xfrm>
          <a:prstGeom prst="rightBrac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22" name="pole tekstowe 21">
            <a:extLst>
              <a:ext uri="{FF2B5EF4-FFF2-40B4-BE49-F238E27FC236}">
                <a16:creationId xmlns:a16="http://schemas.microsoft.com/office/drawing/2014/main" id="{98697080-AACF-6F82-FA19-B438BBFFBE32}"/>
              </a:ext>
            </a:extLst>
          </p:cNvPr>
          <p:cNvSpPr txBox="1"/>
          <p:nvPr/>
        </p:nvSpPr>
        <p:spPr>
          <a:xfrm>
            <a:off x="9534432" y="5678596"/>
            <a:ext cx="2562318" cy="1015663"/>
          </a:xfrm>
          <a:prstGeom prst="rect">
            <a:avLst/>
          </a:prstGeom>
          <a:noFill/>
        </p:spPr>
        <p:txBody>
          <a:bodyPr wrap="square" lIns="0" tIns="0" rIns="0" bIns="0" rtlCol="0">
            <a:spAutoFit/>
          </a:bodyPr>
          <a:lstStyle/>
          <a:p>
            <a:r>
              <a:rPr lang="pl-PL" sz="1100" b="1">
                <a:ea typeface="Segoe UI" pitchFamily="34" charset="0"/>
                <a:cs typeface="Segoe UI" pitchFamily="34" charset="0"/>
              </a:rPr>
              <a:t>CCC jest uzupełnieniem ochrony wynikającej z podstawowych umów (np. MBSA, MCA). Dotyczy </a:t>
            </a:r>
            <a:r>
              <a:rPr lang="pl-PL" sz="1100" b="1" err="1">
                <a:ea typeface="Segoe UI" pitchFamily="34" charset="0"/>
                <a:cs typeface="Segoe UI" pitchFamily="34" charset="0"/>
              </a:rPr>
              <a:t>outputu</a:t>
            </a:r>
            <a:r>
              <a:rPr lang="pl-PL" sz="1100" b="1">
                <a:ea typeface="Segoe UI" pitchFamily="34" charset="0"/>
                <a:cs typeface="Segoe UI" pitchFamily="34" charset="0"/>
              </a:rPr>
              <a:t>. Istotna kwestia w związku z wątpliwościami na gruncie prawa autorskiego</a:t>
            </a:r>
            <a:endParaRPr lang="pl-PL" sz="2000" b="1"/>
          </a:p>
        </p:txBody>
      </p:sp>
      <p:grpSp>
        <p:nvGrpSpPr>
          <p:cNvPr id="32" name="Group 67">
            <a:extLst>
              <a:ext uri="{FF2B5EF4-FFF2-40B4-BE49-F238E27FC236}">
                <a16:creationId xmlns:a16="http://schemas.microsoft.com/office/drawing/2014/main" id="{7074618C-31B9-3421-654C-31056801BD9A}"/>
              </a:ext>
              <a:ext uri="{C183D7F6-B498-43B3-948B-1728B52AA6E4}">
                <adec:decorative xmlns:adec="http://schemas.microsoft.com/office/drawing/2017/decorative" val="1"/>
              </a:ext>
            </a:extLst>
          </p:cNvPr>
          <p:cNvGrpSpPr/>
          <p:nvPr/>
        </p:nvGrpSpPr>
        <p:grpSpPr>
          <a:xfrm>
            <a:off x="359080" y="3720353"/>
            <a:ext cx="718884" cy="703608"/>
            <a:chOff x="173939" y="1315938"/>
            <a:chExt cx="818266" cy="800878"/>
          </a:xfrm>
        </p:grpSpPr>
        <p:sp>
          <p:nvSpPr>
            <p:cNvPr id="34" name="Rectangle: Rounded Corners 68">
              <a:extLst>
                <a:ext uri="{FF2B5EF4-FFF2-40B4-BE49-F238E27FC236}">
                  <a16:creationId xmlns:a16="http://schemas.microsoft.com/office/drawing/2014/main" id="{A8546A01-E06C-F19E-72CA-68905E8AE2A5}"/>
                </a:ext>
              </a:extLst>
            </p:cNvPr>
            <p:cNvSpPr/>
            <p:nvPr/>
          </p:nvSpPr>
          <p:spPr bwMode="auto">
            <a:xfrm>
              <a:off x="173939" y="1315938"/>
              <a:ext cx="818266" cy="800878"/>
            </a:xfrm>
            <a:prstGeom prst="roundRect">
              <a:avLst>
                <a:gd name="adj" fmla="val 34355"/>
              </a:avLst>
            </a:prstGeom>
            <a:solidFill>
              <a:schemeClr val="bg1">
                <a:alpha val="77000"/>
              </a:schemeClr>
            </a:soli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5" name="Rectangle: Rounded Corners 69">
              <a:extLst>
                <a:ext uri="{FF2B5EF4-FFF2-40B4-BE49-F238E27FC236}">
                  <a16:creationId xmlns:a16="http://schemas.microsoft.com/office/drawing/2014/main" id="{7B39E3F1-B7F0-9BDA-6A71-7CE6860507DA}"/>
                </a:ext>
              </a:extLst>
            </p:cNvPr>
            <p:cNvSpPr/>
            <p:nvPr/>
          </p:nvSpPr>
          <p:spPr bwMode="auto">
            <a:xfrm>
              <a:off x="248378" y="1388795"/>
              <a:ext cx="669388" cy="655164"/>
            </a:xfrm>
            <a:prstGeom prst="roundRect">
              <a:avLst>
                <a:gd name="adj" fmla="val 34355"/>
              </a:avLst>
            </a:prstGeom>
            <a:gradFill flip="none" rotWithShape="1">
              <a:gsLst>
                <a:gs pos="53000">
                  <a:schemeClr val="accent1"/>
                </a:gs>
                <a:gs pos="100000">
                  <a:schemeClr val="accent3"/>
                </a:gs>
              </a:gsLst>
              <a:path path="circle">
                <a:fillToRect r="100000" b="100000"/>
              </a:path>
              <a:tileRect l="-100000" t="-100000"/>
            </a:gra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grpSp>
        <p:nvGrpSpPr>
          <p:cNvPr id="49" name="Grupa 48">
            <a:extLst>
              <a:ext uri="{FF2B5EF4-FFF2-40B4-BE49-F238E27FC236}">
                <a16:creationId xmlns:a16="http://schemas.microsoft.com/office/drawing/2014/main" id="{72C633C9-D77B-0D81-7809-D3A26F8B1780}"/>
              </a:ext>
            </a:extLst>
          </p:cNvPr>
          <p:cNvGrpSpPr/>
          <p:nvPr/>
        </p:nvGrpSpPr>
        <p:grpSpPr>
          <a:xfrm>
            <a:off x="359080" y="2285947"/>
            <a:ext cx="718884" cy="703608"/>
            <a:chOff x="359080" y="2285947"/>
            <a:chExt cx="718884" cy="703608"/>
          </a:xfrm>
        </p:grpSpPr>
        <p:grpSp>
          <p:nvGrpSpPr>
            <p:cNvPr id="36" name="Group 67">
              <a:extLst>
                <a:ext uri="{FF2B5EF4-FFF2-40B4-BE49-F238E27FC236}">
                  <a16:creationId xmlns:a16="http://schemas.microsoft.com/office/drawing/2014/main" id="{09982244-8FE3-F4CA-A35E-A86EAD50E9A7}"/>
                </a:ext>
                <a:ext uri="{C183D7F6-B498-43B3-948B-1728B52AA6E4}">
                  <adec:decorative xmlns:adec="http://schemas.microsoft.com/office/drawing/2017/decorative" val="1"/>
                </a:ext>
              </a:extLst>
            </p:cNvPr>
            <p:cNvGrpSpPr/>
            <p:nvPr/>
          </p:nvGrpSpPr>
          <p:grpSpPr>
            <a:xfrm>
              <a:off x="359080" y="2285947"/>
              <a:ext cx="718884" cy="703608"/>
              <a:chOff x="173939" y="1315938"/>
              <a:chExt cx="818266" cy="800878"/>
            </a:xfrm>
          </p:grpSpPr>
          <p:sp>
            <p:nvSpPr>
              <p:cNvPr id="37" name="Rectangle: Rounded Corners 68">
                <a:extLst>
                  <a:ext uri="{FF2B5EF4-FFF2-40B4-BE49-F238E27FC236}">
                    <a16:creationId xmlns:a16="http://schemas.microsoft.com/office/drawing/2014/main" id="{4DE5A53D-56A9-6AB1-B5DB-0FF28698B412}"/>
                  </a:ext>
                </a:extLst>
              </p:cNvPr>
              <p:cNvSpPr/>
              <p:nvPr/>
            </p:nvSpPr>
            <p:spPr bwMode="auto">
              <a:xfrm>
                <a:off x="173939" y="1315938"/>
                <a:ext cx="818266" cy="800878"/>
              </a:xfrm>
              <a:prstGeom prst="roundRect">
                <a:avLst>
                  <a:gd name="adj" fmla="val 34355"/>
                </a:avLst>
              </a:prstGeom>
              <a:solidFill>
                <a:schemeClr val="bg1">
                  <a:alpha val="77000"/>
                </a:schemeClr>
              </a:soli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8" name="Rectangle: Rounded Corners 69">
                <a:extLst>
                  <a:ext uri="{FF2B5EF4-FFF2-40B4-BE49-F238E27FC236}">
                    <a16:creationId xmlns:a16="http://schemas.microsoft.com/office/drawing/2014/main" id="{A78E5684-E56E-8739-09DA-C32D0FF7DA79}"/>
                  </a:ext>
                </a:extLst>
              </p:cNvPr>
              <p:cNvSpPr/>
              <p:nvPr/>
            </p:nvSpPr>
            <p:spPr bwMode="auto">
              <a:xfrm>
                <a:off x="248378" y="1388795"/>
                <a:ext cx="669388" cy="655164"/>
              </a:xfrm>
              <a:prstGeom prst="roundRect">
                <a:avLst>
                  <a:gd name="adj" fmla="val 34355"/>
                </a:avLst>
              </a:prstGeom>
              <a:gradFill flip="none" rotWithShape="1">
                <a:gsLst>
                  <a:gs pos="53000">
                    <a:schemeClr val="accent1"/>
                  </a:gs>
                  <a:gs pos="100000">
                    <a:schemeClr val="accent3"/>
                  </a:gs>
                </a:gsLst>
                <a:path path="circle">
                  <a:fillToRect r="100000" b="100000"/>
                </a:path>
                <a:tileRect l="-100000" t="-100000"/>
              </a:gra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pic>
          <p:nvPicPr>
            <p:cNvPr id="58" name="Graphic 57" descr="Icon of a person with a circuit board on it">
              <a:extLst>
                <a:ext uri="{FF2B5EF4-FFF2-40B4-BE49-F238E27FC236}">
                  <a16:creationId xmlns:a16="http://schemas.microsoft.com/office/drawing/2014/main" id="{AB534BB3-B3EA-9DAD-59B6-22EA32E568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5168" y="2408556"/>
              <a:ext cx="312817" cy="444529"/>
            </a:xfrm>
            <a:prstGeom prst="rect">
              <a:avLst/>
            </a:prstGeom>
          </p:spPr>
        </p:pic>
      </p:grpSp>
      <p:grpSp>
        <p:nvGrpSpPr>
          <p:cNvPr id="44" name="Group 67">
            <a:extLst>
              <a:ext uri="{FF2B5EF4-FFF2-40B4-BE49-F238E27FC236}">
                <a16:creationId xmlns:a16="http://schemas.microsoft.com/office/drawing/2014/main" id="{6FBEBEB4-EF27-27D3-DF6F-ED4E2A644210}"/>
              </a:ext>
              <a:ext uri="{C183D7F6-B498-43B3-948B-1728B52AA6E4}">
                <adec:decorative xmlns:adec="http://schemas.microsoft.com/office/drawing/2017/decorative" val="1"/>
              </a:ext>
            </a:extLst>
          </p:cNvPr>
          <p:cNvGrpSpPr/>
          <p:nvPr/>
        </p:nvGrpSpPr>
        <p:grpSpPr>
          <a:xfrm>
            <a:off x="361488" y="5659178"/>
            <a:ext cx="718884" cy="703608"/>
            <a:chOff x="173939" y="1315938"/>
            <a:chExt cx="818266" cy="800878"/>
          </a:xfrm>
        </p:grpSpPr>
        <p:sp>
          <p:nvSpPr>
            <p:cNvPr id="46" name="Rectangle: Rounded Corners 68">
              <a:extLst>
                <a:ext uri="{FF2B5EF4-FFF2-40B4-BE49-F238E27FC236}">
                  <a16:creationId xmlns:a16="http://schemas.microsoft.com/office/drawing/2014/main" id="{DA696B7C-EF7A-F5A7-D3DC-9330FF127389}"/>
                </a:ext>
              </a:extLst>
            </p:cNvPr>
            <p:cNvSpPr/>
            <p:nvPr/>
          </p:nvSpPr>
          <p:spPr bwMode="auto">
            <a:xfrm>
              <a:off x="173939" y="1315938"/>
              <a:ext cx="818266" cy="800878"/>
            </a:xfrm>
            <a:prstGeom prst="roundRect">
              <a:avLst>
                <a:gd name="adj" fmla="val 34355"/>
              </a:avLst>
            </a:prstGeom>
            <a:solidFill>
              <a:schemeClr val="bg1">
                <a:alpha val="77000"/>
              </a:schemeClr>
            </a:soli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7" name="Rectangle: Rounded Corners 69">
              <a:extLst>
                <a:ext uri="{FF2B5EF4-FFF2-40B4-BE49-F238E27FC236}">
                  <a16:creationId xmlns:a16="http://schemas.microsoft.com/office/drawing/2014/main" id="{0177C1AE-5C40-4A5D-1504-3E59ABBD1B9D}"/>
                </a:ext>
              </a:extLst>
            </p:cNvPr>
            <p:cNvSpPr/>
            <p:nvPr/>
          </p:nvSpPr>
          <p:spPr bwMode="auto">
            <a:xfrm>
              <a:off x="248378" y="1388795"/>
              <a:ext cx="669388" cy="655164"/>
            </a:xfrm>
            <a:prstGeom prst="roundRect">
              <a:avLst>
                <a:gd name="adj" fmla="val 34355"/>
              </a:avLst>
            </a:prstGeom>
            <a:gradFill flip="none" rotWithShape="1">
              <a:gsLst>
                <a:gs pos="53000">
                  <a:schemeClr val="accent1"/>
                </a:gs>
                <a:gs pos="100000">
                  <a:schemeClr val="accent3"/>
                </a:gs>
              </a:gsLst>
              <a:path path="circle">
                <a:fillToRect r="100000" b="100000"/>
              </a:path>
              <a:tileRect l="-100000" t="-100000"/>
            </a:gra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pic>
        <p:nvPicPr>
          <p:cNvPr id="5" name="Picture 4">
            <a:extLst>
              <a:ext uri="{FF2B5EF4-FFF2-40B4-BE49-F238E27FC236}">
                <a16:creationId xmlns:a16="http://schemas.microsoft.com/office/drawing/2014/main" id="{26762FB3-928B-B82D-46FB-26B2D6B922FB}"/>
              </a:ext>
            </a:extLst>
          </p:cNvPr>
          <p:cNvPicPr>
            <a:picLocks noChangeAspect="1" noChangeArrowheads="1"/>
          </p:cNvPicPr>
          <p:nvPr/>
        </p:nvPicPr>
        <p:blipFill>
          <a:blip r:embed="rId6" cstate="screen">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535966" y="4855028"/>
            <a:ext cx="381231" cy="38123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a:extLst>
              <a:ext uri="{FF2B5EF4-FFF2-40B4-BE49-F238E27FC236}">
                <a16:creationId xmlns:a16="http://schemas.microsoft.com/office/drawing/2014/main" id="{CCD84B68-565E-0972-E81F-842D16399BD2}"/>
              </a:ext>
            </a:extLst>
          </p:cNvPr>
          <p:cNvPicPr>
            <a:picLocks noChangeAspect="1" noChangeArrowheads="1"/>
          </p:cNvPicPr>
          <p:nvPr/>
        </p:nvPicPr>
        <p:blipFill>
          <a:blip r:embed="rId8" cstate="screen">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533306" y="5818680"/>
            <a:ext cx="370431" cy="37043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a:extLst>
              <a:ext uri="{FF2B5EF4-FFF2-40B4-BE49-F238E27FC236}">
                <a16:creationId xmlns:a16="http://schemas.microsoft.com/office/drawing/2014/main" id="{58B89210-B32B-09BB-D8AC-3437924635AA}"/>
              </a:ext>
            </a:extLst>
          </p:cNvPr>
          <p:cNvPicPr>
            <a:picLocks noChangeAspect="1" noChangeArrowheads="1"/>
          </p:cNvPicPr>
          <p:nvPr/>
        </p:nvPicPr>
        <p:blipFill>
          <a:blip r:embed="rId10" cstate="screen">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540363" y="3887297"/>
            <a:ext cx="397233" cy="397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31327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5FC18-B471-2244-A0BD-3D0FF2D40506}"/>
              </a:ext>
            </a:extLst>
          </p:cNvPr>
          <p:cNvSpPr>
            <a:spLocks noGrp="1"/>
          </p:cNvSpPr>
          <p:nvPr>
            <p:ph type="title"/>
          </p:nvPr>
        </p:nvSpPr>
        <p:spPr>
          <a:xfrm>
            <a:off x="588263" y="457200"/>
            <a:ext cx="11422762" cy="527418"/>
          </a:xfrm>
        </p:spPr>
        <p:txBody>
          <a:bodyPr/>
          <a:lstStyle/>
          <a:p>
            <a:r>
              <a:rPr lang="pl-PL" b="1">
                <a:gradFill>
                  <a:gsLst>
                    <a:gs pos="70000">
                      <a:srgbClr val="28AFEA"/>
                    </a:gs>
                    <a:gs pos="0">
                      <a:schemeClr val="accent1"/>
                    </a:gs>
                    <a:gs pos="100000">
                      <a:schemeClr val="accent3"/>
                    </a:gs>
                  </a:gsLst>
                  <a:lin ang="2700000" scaled="1"/>
                </a:gradFill>
              </a:rPr>
              <a:t>Postanowienia dotyczące prywatności i bezpieczeństwa</a:t>
            </a:r>
          </a:p>
        </p:txBody>
      </p:sp>
      <p:sp>
        <p:nvSpPr>
          <p:cNvPr id="11" name="TextBox 10">
            <a:extLst>
              <a:ext uri="{FF2B5EF4-FFF2-40B4-BE49-F238E27FC236}">
                <a16:creationId xmlns:a16="http://schemas.microsoft.com/office/drawing/2014/main" id="{C757A356-5198-094D-6888-83FC860E69C7}"/>
              </a:ext>
            </a:extLst>
          </p:cNvPr>
          <p:cNvSpPr txBox="1"/>
          <p:nvPr/>
        </p:nvSpPr>
        <p:spPr>
          <a:xfrm>
            <a:off x="626363" y="984618"/>
            <a:ext cx="5174552" cy="230832"/>
          </a:xfrm>
          <a:prstGeom prst="rect">
            <a:avLst/>
          </a:prstGeom>
          <a:noFill/>
        </p:spPr>
        <p:txBody>
          <a:bodyPr wrap="square" lIns="0" tIns="0" rIns="0" bIns="0">
            <a:spAutoFit/>
          </a:bodyPr>
          <a:lstStyle/>
          <a:p>
            <a:r>
              <a:rPr lang="pl-PL" sz="1500">
                <a:solidFill>
                  <a:schemeClr val="accent1">
                    <a:lumMod val="60000"/>
                    <a:lumOff val="40000"/>
                  </a:schemeClr>
                </a:solidFill>
                <a:latin typeface="+mj-lt"/>
              </a:rPr>
              <a:t>Microsoft 365 </a:t>
            </a:r>
            <a:r>
              <a:rPr lang="pl-PL" sz="1500" err="1">
                <a:solidFill>
                  <a:schemeClr val="accent1">
                    <a:lumMod val="60000"/>
                    <a:lumOff val="40000"/>
                  </a:schemeClr>
                </a:solidFill>
                <a:latin typeface="+mj-lt"/>
              </a:rPr>
              <a:t>Copilot</a:t>
            </a:r>
            <a:r>
              <a:rPr lang="pl-PL" sz="1500">
                <a:solidFill>
                  <a:schemeClr val="accent1">
                    <a:lumMod val="60000"/>
                    <a:lumOff val="40000"/>
                  </a:schemeClr>
                </a:solidFill>
                <a:latin typeface="+mj-lt"/>
              </a:rPr>
              <a:t> </a:t>
            </a:r>
          </a:p>
        </p:txBody>
      </p:sp>
      <p:sp>
        <p:nvSpPr>
          <p:cNvPr id="39" name="Rectangle: Rounded Corners 38">
            <a:extLst>
              <a:ext uri="{FF2B5EF4-FFF2-40B4-BE49-F238E27FC236}">
                <a16:creationId xmlns:a16="http://schemas.microsoft.com/office/drawing/2014/main" id="{207BF4B2-150D-86D1-8D09-A0084AFA3BC1}"/>
              </a:ext>
            </a:extLst>
          </p:cNvPr>
          <p:cNvSpPr>
            <a:spLocks/>
          </p:cNvSpPr>
          <p:nvPr/>
        </p:nvSpPr>
        <p:spPr bwMode="auto">
          <a:xfrm>
            <a:off x="1252200" y="1726186"/>
            <a:ext cx="10515321" cy="1026539"/>
          </a:xfrm>
          <a:prstGeom prst="roundRect">
            <a:avLst>
              <a:gd name="adj" fmla="val 10758"/>
            </a:avLst>
          </a:prstGeom>
          <a:solidFill>
            <a:schemeClr val="bg1">
              <a:alpha val="77000"/>
            </a:schemeClr>
          </a:solidFill>
          <a:ln w="3175">
            <a:gradFill>
              <a:gsLst>
                <a:gs pos="0">
                  <a:schemeClr val="bg1"/>
                </a:gs>
                <a:gs pos="90000">
                  <a:schemeClr val="accent1">
                    <a:lumMod val="40000"/>
                    <a:lumOff val="60000"/>
                  </a:schemeClr>
                </a:gs>
              </a:gsLst>
              <a:lin ang="5400000" scaled="1"/>
            </a:gra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just" defTabSz="932472" fontAlgn="base">
              <a:spcBef>
                <a:spcPct val="0"/>
              </a:spcBef>
              <a:spcAft>
                <a:spcPct val="0"/>
              </a:spcAft>
            </a:pPr>
            <a:r>
              <a:rPr lang="pl-PL" sz="1100" b="1">
                <a:solidFill>
                  <a:schemeClr val="tx1"/>
                </a:solidFill>
                <a:cs typeface="Segoe UI" pitchFamily="34" charset="0"/>
              </a:rPr>
              <a:t>Przetwarzanie danych: M365 </a:t>
            </a:r>
            <a:r>
              <a:rPr lang="pl-PL" sz="1100" b="1" err="1">
                <a:solidFill>
                  <a:schemeClr val="tx1"/>
                </a:solidFill>
                <a:cs typeface="Segoe UI" pitchFamily="34" charset="0"/>
              </a:rPr>
              <a:t>Copilot</a:t>
            </a:r>
            <a:r>
              <a:rPr lang="pl-PL" sz="1100" b="1">
                <a:solidFill>
                  <a:schemeClr val="tx1"/>
                </a:solidFill>
                <a:cs typeface="Segoe UI" pitchFamily="34" charset="0"/>
              </a:rPr>
              <a:t> jest objęty programem Europejskiego przetwarzania danych (EU Data </a:t>
            </a:r>
            <a:r>
              <a:rPr lang="pl-PL" sz="1100" b="1" err="1">
                <a:solidFill>
                  <a:schemeClr val="tx1"/>
                </a:solidFill>
                <a:cs typeface="Segoe UI" pitchFamily="34" charset="0"/>
              </a:rPr>
              <a:t>Boundary</a:t>
            </a:r>
            <a:r>
              <a:rPr lang="pl-PL" sz="1100" b="1">
                <a:solidFill>
                  <a:schemeClr val="tx1"/>
                </a:solidFill>
                <a:cs typeface="Segoe UI" pitchFamily="34" charset="0"/>
              </a:rPr>
              <a:t>)</a:t>
            </a:r>
            <a:r>
              <a:rPr lang="pl-PL" sz="1100" b="1">
                <a:solidFill>
                  <a:schemeClr val="tx1"/>
                </a:solidFill>
                <a:ea typeface="Calibri" panose="020F0502020204030204" pitchFamily="34" charset="0"/>
                <a:cs typeface="Arial" panose="020B0604020202020204" pitchFamily="34" charset="0"/>
              </a:rPr>
              <a:t>; dane klienta i dane osobowe będą przechowywane i przetwarzane w EOG (z pewnymi wyjątkami określonymi w Postanowieniach dot. Produktów i pod warunkiem dokonania konfiguracji).</a:t>
            </a:r>
            <a:endParaRPr lang="pl-PL" sz="1100">
              <a:solidFill>
                <a:schemeClr val="tx1"/>
              </a:solidFill>
              <a:effectLst/>
              <a:ea typeface="Calibri" panose="020F0502020204030204" pitchFamily="34" charset="0"/>
              <a:cs typeface="Arial" panose="020B0604020202020204" pitchFamily="34" charset="0"/>
            </a:endParaRPr>
          </a:p>
        </p:txBody>
      </p:sp>
      <p:sp>
        <p:nvSpPr>
          <p:cNvPr id="40" name="Rectangle: Rounded Corners 39">
            <a:extLst>
              <a:ext uri="{FF2B5EF4-FFF2-40B4-BE49-F238E27FC236}">
                <a16:creationId xmlns:a16="http://schemas.microsoft.com/office/drawing/2014/main" id="{B744839E-994D-1A26-7025-31E547F273CE}"/>
              </a:ext>
            </a:extLst>
          </p:cNvPr>
          <p:cNvSpPr>
            <a:spLocks/>
          </p:cNvSpPr>
          <p:nvPr/>
        </p:nvSpPr>
        <p:spPr bwMode="auto">
          <a:xfrm>
            <a:off x="1252201" y="3096671"/>
            <a:ext cx="10515320" cy="790626"/>
          </a:xfrm>
          <a:prstGeom prst="roundRect">
            <a:avLst>
              <a:gd name="adj" fmla="val 10758"/>
            </a:avLst>
          </a:prstGeom>
          <a:solidFill>
            <a:schemeClr val="bg1">
              <a:alpha val="77000"/>
            </a:schemeClr>
          </a:solidFill>
          <a:ln w="3175">
            <a:gradFill>
              <a:gsLst>
                <a:gs pos="0">
                  <a:schemeClr val="bg1"/>
                </a:gs>
                <a:gs pos="90000">
                  <a:schemeClr val="accent1">
                    <a:lumMod val="40000"/>
                    <a:lumOff val="60000"/>
                  </a:schemeClr>
                </a:gs>
              </a:gsLst>
              <a:lin ang="5400000" scaled="1"/>
            </a:gradFill>
            <a:headEnd type="none" w="med" len="med"/>
            <a:tailEnd type="none" w="med" len="med"/>
          </a:ln>
          <a:effectLst>
            <a:outerShdw blurRad="698500" dist="63500" algn="ctr" rotWithShape="0">
              <a:schemeClr val="accent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just" defTabSz="932472" fontAlgn="base">
              <a:spcBef>
                <a:spcPct val="0"/>
              </a:spcBef>
              <a:spcAft>
                <a:spcPct val="0"/>
              </a:spcAft>
            </a:pPr>
            <a:r>
              <a:rPr lang="pl-PL" sz="1100" b="1">
                <a:solidFill>
                  <a:schemeClr val="tx1"/>
                </a:solidFill>
                <a:cs typeface="Segoe UI" pitchFamily="34" charset="0"/>
              </a:rPr>
              <a:t>Przetwarzanie danych: M365 </a:t>
            </a:r>
            <a:r>
              <a:rPr lang="pl-PL" sz="1100" b="1" err="1">
                <a:solidFill>
                  <a:schemeClr val="tx1"/>
                </a:solidFill>
                <a:cs typeface="Segoe UI" pitchFamily="34" charset="0"/>
              </a:rPr>
              <a:t>Copilot</a:t>
            </a:r>
            <a:r>
              <a:rPr lang="pl-PL" sz="1100" b="1">
                <a:solidFill>
                  <a:schemeClr val="tx1"/>
                </a:solidFill>
                <a:cs typeface="Segoe UI" pitchFamily="34" charset="0"/>
              </a:rPr>
              <a:t> jest usługą podstawową </a:t>
            </a:r>
            <a:r>
              <a:rPr lang="pl-PL" sz="1100">
                <a:solidFill>
                  <a:schemeClr val="tx1"/>
                </a:solidFill>
                <a:cs typeface="Segoe UI" pitchFamily="34" charset="0"/>
              </a:rPr>
              <a:t>(przechowywanie danych w UE).</a:t>
            </a:r>
          </a:p>
          <a:p>
            <a:pPr algn="just" defTabSz="932472" fontAlgn="base">
              <a:spcBef>
                <a:spcPct val="0"/>
              </a:spcBef>
              <a:spcAft>
                <a:spcPct val="0"/>
              </a:spcAft>
            </a:pPr>
            <a:r>
              <a:rPr lang="pl-PL" sz="1100">
                <a:solidFill>
                  <a:schemeClr val="tx1"/>
                </a:solidFill>
                <a:effectLst/>
                <a:ea typeface="Calibri" panose="020F0502020204030204" pitchFamily="34" charset="0"/>
                <a:cs typeface="Arial" panose="020B0604020202020204" pitchFamily="34" charset="0"/>
              </a:rPr>
              <a:t>Jeśli Klient przydziela zasoby swoim dzierżawcom w UE Microsoft będzie przechowywać następujące Dane magazynowane Klienta tylko w ramach takiego Obszaru (…) wszelkie przechowywane treści interakcji z Microsoft </a:t>
            </a:r>
            <a:r>
              <a:rPr lang="pl-PL" sz="1100" err="1">
                <a:solidFill>
                  <a:schemeClr val="tx1"/>
                </a:solidFill>
                <a:effectLst/>
                <a:ea typeface="Calibri" panose="020F0502020204030204" pitchFamily="34" charset="0"/>
                <a:cs typeface="Arial" panose="020B0604020202020204" pitchFamily="34" charset="0"/>
              </a:rPr>
              <a:t>Copilot</a:t>
            </a:r>
            <a:r>
              <a:rPr lang="pl-PL" sz="1100">
                <a:solidFill>
                  <a:schemeClr val="tx1"/>
                </a:solidFill>
                <a:effectLst/>
                <a:ea typeface="Calibri" panose="020F0502020204030204" pitchFamily="34" charset="0"/>
                <a:cs typeface="Arial" panose="020B0604020202020204" pitchFamily="34" charset="0"/>
              </a:rPr>
              <a:t> for Microsoft 365 w zakresie nieobjętym innymi zobowiązania dla M365.</a:t>
            </a:r>
          </a:p>
        </p:txBody>
      </p:sp>
      <p:pic>
        <p:nvPicPr>
          <p:cNvPr id="9" name="Picture 4">
            <a:extLst>
              <a:ext uri="{FF2B5EF4-FFF2-40B4-BE49-F238E27FC236}">
                <a16:creationId xmlns:a16="http://schemas.microsoft.com/office/drawing/2014/main" id="{33050CB4-FAC2-336C-D7D9-E853ADA46DF5}"/>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520657" y="2002609"/>
            <a:ext cx="381231" cy="381231"/>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67">
            <a:extLst>
              <a:ext uri="{FF2B5EF4-FFF2-40B4-BE49-F238E27FC236}">
                <a16:creationId xmlns:a16="http://schemas.microsoft.com/office/drawing/2014/main" id="{CB7371B7-78D0-D873-9E49-86605D35AADB}"/>
              </a:ext>
              <a:ext uri="{C183D7F6-B498-43B3-948B-1728B52AA6E4}">
                <adec:decorative xmlns:adec="http://schemas.microsoft.com/office/drawing/2017/decorative" val="1"/>
              </a:ext>
            </a:extLst>
          </p:cNvPr>
          <p:cNvGrpSpPr/>
          <p:nvPr/>
        </p:nvGrpSpPr>
        <p:grpSpPr>
          <a:xfrm>
            <a:off x="379888" y="1894836"/>
            <a:ext cx="718884" cy="703608"/>
            <a:chOff x="173939" y="1315938"/>
            <a:chExt cx="818266" cy="800878"/>
          </a:xfrm>
        </p:grpSpPr>
        <p:sp>
          <p:nvSpPr>
            <p:cNvPr id="15" name="Rectangle: Rounded Corners 68">
              <a:extLst>
                <a:ext uri="{FF2B5EF4-FFF2-40B4-BE49-F238E27FC236}">
                  <a16:creationId xmlns:a16="http://schemas.microsoft.com/office/drawing/2014/main" id="{BE036584-63B8-674A-5482-AE1FBB778624}"/>
                </a:ext>
              </a:extLst>
            </p:cNvPr>
            <p:cNvSpPr/>
            <p:nvPr/>
          </p:nvSpPr>
          <p:spPr bwMode="auto">
            <a:xfrm>
              <a:off x="173939" y="1315938"/>
              <a:ext cx="818266" cy="800878"/>
            </a:xfrm>
            <a:prstGeom prst="roundRect">
              <a:avLst>
                <a:gd name="adj" fmla="val 34355"/>
              </a:avLst>
            </a:prstGeom>
            <a:solidFill>
              <a:schemeClr val="bg1">
                <a:alpha val="77000"/>
              </a:schemeClr>
            </a:soli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4" name="Rectangle: Rounded Corners 69">
              <a:extLst>
                <a:ext uri="{FF2B5EF4-FFF2-40B4-BE49-F238E27FC236}">
                  <a16:creationId xmlns:a16="http://schemas.microsoft.com/office/drawing/2014/main" id="{37E102F1-8606-7079-CF58-96651B371CBA}"/>
                </a:ext>
              </a:extLst>
            </p:cNvPr>
            <p:cNvSpPr/>
            <p:nvPr/>
          </p:nvSpPr>
          <p:spPr bwMode="auto">
            <a:xfrm>
              <a:off x="248378" y="1388795"/>
              <a:ext cx="669388" cy="655164"/>
            </a:xfrm>
            <a:prstGeom prst="roundRect">
              <a:avLst>
                <a:gd name="adj" fmla="val 34355"/>
              </a:avLst>
            </a:prstGeom>
            <a:gradFill flip="none" rotWithShape="1">
              <a:gsLst>
                <a:gs pos="53000">
                  <a:schemeClr val="accent1"/>
                </a:gs>
                <a:gs pos="100000">
                  <a:schemeClr val="accent3"/>
                </a:gs>
              </a:gsLst>
              <a:path path="circle">
                <a:fillToRect r="100000" b="100000"/>
              </a:path>
              <a:tileRect l="-100000" t="-100000"/>
            </a:gra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pic>
        <p:nvPicPr>
          <p:cNvPr id="25" name="Picture 6">
            <a:extLst>
              <a:ext uri="{FF2B5EF4-FFF2-40B4-BE49-F238E27FC236}">
                <a16:creationId xmlns:a16="http://schemas.microsoft.com/office/drawing/2014/main" id="{ABFFD917-429E-37F8-0B88-EF83CBC18733}"/>
              </a:ext>
            </a:extLst>
          </p:cNvPr>
          <p:cNvPicPr>
            <a:picLocks noChangeAspect="1" noChangeArrowheads="1"/>
          </p:cNvPicPr>
          <p:nvPr/>
        </p:nvPicPr>
        <p:blipFill>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570398" y="2018611"/>
            <a:ext cx="397233" cy="397233"/>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67">
            <a:extLst>
              <a:ext uri="{FF2B5EF4-FFF2-40B4-BE49-F238E27FC236}">
                <a16:creationId xmlns:a16="http://schemas.microsoft.com/office/drawing/2014/main" id="{AD1C68EA-1AF3-CB6D-5C0B-0A3F0B083D90}"/>
              </a:ext>
              <a:ext uri="{C183D7F6-B498-43B3-948B-1728B52AA6E4}">
                <adec:decorative xmlns:adec="http://schemas.microsoft.com/office/drawing/2017/decorative" val="1"/>
              </a:ext>
            </a:extLst>
          </p:cNvPr>
          <p:cNvGrpSpPr/>
          <p:nvPr/>
        </p:nvGrpSpPr>
        <p:grpSpPr>
          <a:xfrm>
            <a:off x="332665" y="3183689"/>
            <a:ext cx="718884" cy="703608"/>
            <a:chOff x="173939" y="1315938"/>
            <a:chExt cx="818266" cy="800878"/>
          </a:xfrm>
        </p:grpSpPr>
        <p:sp>
          <p:nvSpPr>
            <p:cNvPr id="27" name="Rectangle: Rounded Corners 68">
              <a:extLst>
                <a:ext uri="{FF2B5EF4-FFF2-40B4-BE49-F238E27FC236}">
                  <a16:creationId xmlns:a16="http://schemas.microsoft.com/office/drawing/2014/main" id="{81519053-F003-5D6E-32E3-3B05D8F03CB5}"/>
                </a:ext>
              </a:extLst>
            </p:cNvPr>
            <p:cNvSpPr/>
            <p:nvPr/>
          </p:nvSpPr>
          <p:spPr bwMode="auto">
            <a:xfrm>
              <a:off x="173939" y="1315938"/>
              <a:ext cx="818266" cy="800878"/>
            </a:xfrm>
            <a:prstGeom prst="roundRect">
              <a:avLst>
                <a:gd name="adj" fmla="val 34355"/>
              </a:avLst>
            </a:prstGeom>
            <a:solidFill>
              <a:schemeClr val="bg1">
                <a:alpha val="77000"/>
              </a:schemeClr>
            </a:soli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Rounded Corners 69">
              <a:extLst>
                <a:ext uri="{FF2B5EF4-FFF2-40B4-BE49-F238E27FC236}">
                  <a16:creationId xmlns:a16="http://schemas.microsoft.com/office/drawing/2014/main" id="{BF569511-FEF9-96C8-E862-A2114FBBB6A5}"/>
                </a:ext>
              </a:extLst>
            </p:cNvPr>
            <p:cNvSpPr/>
            <p:nvPr/>
          </p:nvSpPr>
          <p:spPr bwMode="auto">
            <a:xfrm>
              <a:off x="248378" y="1388795"/>
              <a:ext cx="669388" cy="655164"/>
            </a:xfrm>
            <a:prstGeom prst="roundRect">
              <a:avLst>
                <a:gd name="adj" fmla="val 34355"/>
              </a:avLst>
            </a:prstGeom>
            <a:gradFill flip="none" rotWithShape="1">
              <a:gsLst>
                <a:gs pos="53000">
                  <a:schemeClr val="accent1"/>
                </a:gs>
                <a:gs pos="100000">
                  <a:schemeClr val="accent3"/>
                </a:gs>
              </a:gsLst>
              <a:path path="circle">
                <a:fillToRect r="100000" b="100000"/>
              </a:path>
              <a:tileRect l="-100000" t="-100000"/>
            </a:gradFill>
            <a:ln>
              <a:solidFill>
                <a:schemeClr val="bg1"/>
              </a:solidFill>
              <a:headEnd type="none" w="med" len="med"/>
              <a:tailEnd type="none" w="med" len="med"/>
            </a:ln>
            <a:effectLst>
              <a:outerShdw blurRad="190500" dist="215900" dir="5400000" sx="87000" sy="87000" algn="t" rotWithShape="0">
                <a:schemeClr val="accent1">
                  <a:alpha val="19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pic>
        <p:nvPicPr>
          <p:cNvPr id="29" name="Picture 6">
            <a:extLst>
              <a:ext uri="{FF2B5EF4-FFF2-40B4-BE49-F238E27FC236}">
                <a16:creationId xmlns:a16="http://schemas.microsoft.com/office/drawing/2014/main" id="{AF7C9114-A850-9734-FD35-0805E1D6A409}"/>
              </a:ext>
            </a:extLst>
          </p:cNvPr>
          <p:cNvPicPr>
            <a:picLocks noChangeAspect="1" noChangeArrowheads="1"/>
          </p:cNvPicPr>
          <p:nvPr/>
        </p:nvPicPr>
        <p:blipFill>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520657" y="3323452"/>
            <a:ext cx="397233" cy="397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89478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braz 10">
            <a:extLst>
              <a:ext uri="{FF2B5EF4-FFF2-40B4-BE49-F238E27FC236}">
                <a16:creationId xmlns:a16="http://schemas.microsoft.com/office/drawing/2014/main" id="{DFB05A67-C38F-E01E-AE0E-C81375B3668B}"/>
              </a:ext>
            </a:extLst>
          </p:cNvPr>
          <p:cNvPicPr>
            <a:picLocks noChangeAspect="1"/>
          </p:cNvPicPr>
          <p:nvPr/>
        </p:nvPicPr>
        <p:blipFill>
          <a:blip r:embed="rId3"/>
          <a:stretch>
            <a:fillRect/>
          </a:stretch>
        </p:blipFill>
        <p:spPr>
          <a:xfrm>
            <a:off x="425511" y="2409112"/>
            <a:ext cx="11655972" cy="1775683"/>
          </a:xfrm>
          <a:prstGeom prst="rect">
            <a:avLst/>
          </a:prstGeom>
          <a:noFill/>
          <a:ln>
            <a:solidFill>
              <a:srgbClr val="D59ED7"/>
            </a:solidFill>
          </a:ln>
        </p:spPr>
      </p:pic>
      <p:sp>
        <p:nvSpPr>
          <p:cNvPr id="4" name="pole tekstowe 3">
            <a:extLst>
              <a:ext uri="{FF2B5EF4-FFF2-40B4-BE49-F238E27FC236}">
                <a16:creationId xmlns:a16="http://schemas.microsoft.com/office/drawing/2014/main" id="{4B924807-44E0-21D5-DA16-75C3D563940C}"/>
              </a:ext>
            </a:extLst>
          </p:cNvPr>
          <p:cNvSpPr txBox="1"/>
          <p:nvPr/>
        </p:nvSpPr>
        <p:spPr>
          <a:xfrm>
            <a:off x="597408" y="4608575"/>
            <a:ext cx="3950208" cy="230832"/>
          </a:xfrm>
          <a:prstGeom prst="rect">
            <a:avLst/>
          </a:prstGeom>
          <a:noFill/>
        </p:spPr>
        <p:txBody>
          <a:bodyPr wrap="square" lIns="0" tIns="0" rIns="0" bIns="0" rtlCol="0">
            <a:spAutoFit/>
          </a:bodyPr>
          <a:lstStyle/>
          <a:p>
            <a:pPr algn="l"/>
            <a:r>
              <a:rPr lang="pl-PL" sz="1500" i="1"/>
              <a:t>Dodatek dot. Ochrony Danych</a:t>
            </a:r>
          </a:p>
        </p:txBody>
      </p:sp>
      <p:sp>
        <p:nvSpPr>
          <p:cNvPr id="5" name="Title 1">
            <a:extLst>
              <a:ext uri="{FF2B5EF4-FFF2-40B4-BE49-F238E27FC236}">
                <a16:creationId xmlns:a16="http://schemas.microsoft.com/office/drawing/2014/main" id="{B56C308D-12F2-4222-FCE0-8E313589828F}"/>
              </a:ext>
            </a:extLst>
          </p:cNvPr>
          <p:cNvSpPr txBox="1">
            <a:spLocks/>
          </p:cNvSpPr>
          <p:nvPr/>
        </p:nvSpPr>
        <p:spPr>
          <a:xfrm>
            <a:off x="588263" y="451242"/>
            <a:ext cx="11018520" cy="1107996"/>
          </a:xfrm>
          <a:prstGeom prst="rect">
            <a:avLst/>
          </a:prstGeom>
        </p:spPr>
        <p:txBody>
          <a:bodyPr vert="horz" wrap="square" lIns="0" tIns="0" rIns="0" bIns="0" rtlCol="0" anchor="b">
            <a:spAutoFit/>
          </a:bodyPr>
          <a:lstStyle>
            <a:lvl1pPr algn="l" defTabSz="932742" rtl="0" eaLnBrk="1" latinLnBrk="0" hangingPunct="1">
              <a:lnSpc>
                <a:spcPct val="100000"/>
              </a:lnSpc>
              <a:spcBef>
                <a:spcPct val="0"/>
              </a:spcBef>
              <a:buNone/>
              <a:defRPr lang="en-US" sz="3600" b="0" kern="1200" cap="none" spc="-50" baseline="0">
                <a:ln w="3175">
                  <a:noFill/>
                </a:ln>
                <a:gradFill>
                  <a:gsLst>
                    <a:gs pos="0">
                      <a:srgbClr val="000000"/>
                    </a:gs>
                    <a:gs pos="100000">
                      <a:srgbClr val="000000"/>
                    </a:gs>
                  </a:gsLst>
                  <a:lin ang="2700000" scaled="1"/>
                </a:gradFill>
                <a:effectLst/>
                <a:latin typeface="+mj-lt"/>
                <a:ea typeface="+mn-ea"/>
                <a:cs typeface="Segoe UI" pitchFamily="34" charset="0"/>
              </a:defRPr>
            </a:lvl1pPr>
          </a:lstStyle>
          <a:p>
            <a:r>
              <a:rPr lang="pl-PL">
                <a:gradFill>
                  <a:gsLst>
                    <a:gs pos="70000">
                      <a:srgbClr val="28AFEA"/>
                    </a:gs>
                    <a:gs pos="0">
                      <a:schemeClr val="accent1"/>
                    </a:gs>
                    <a:gs pos="100000">
                      <a:schemeClr val="accent3"/>
                    </a:gs>
                  </a:gsLst>
                  <a:lin ang="2700000" scaled="1"/>
                </a:gradFill>
              </a:rPr>
              <a:t>Microsoft już zobowiązuje się do przestrzegania nowych przepisów </a:t>
            </a:r>
            <a:endParaRPr lang="pl-PL" b="1">
              <a:gradFill>
                <a:gsLst>
                  <a:gs pos="70000">
                    <a:srgbClr val="28AFEA"/>
                  </a:gs>
                  <a:gs pos="0">
                    <a:schemeClr val="accent1"/>
                  </a:gs>
                  <a:gs pos="100000">
                    <a:schemeClr val="accent3"/>
                  </a:gs>
                </a:gsLst>
                <a:lin ang="2700000" scaled="1"/>
              </a:gradFill>
            </a:endParaRPr>
          </a:p>
        </p:txBody>
      </p:sp>
    </p:spTree>
    <p:extLst>
      <p:ext uri="{BB962C8B-B14F-4D97-AF65-F5344CB8AC3E}">
        <p14:creationId xmlns:p14="http://schemas.microsoft.com/office/powerpoint/2010/main" val="273726291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C6E48-8C0E-7433-8471-9558656F00C0}"/>
            </a:ext>
          </a:extLst>
        </p:cNvPr>
        <p:cNvGrpSpPr/>
        <p:nvPr/>
      </p:nvGrpSpPr>
      <p:grpSpPr>
        <a:xfrm>
          <a:off x="0" y="0"/>
          <a:ext cx="0" cy="0"/>
          <a:chOff x="0" y="0"/>
          <a:chExt cx="0" cy="0"/>
        </a:xfrm>
      </p:grpSpPr>
      <p:pic>
        <p:nvPicPr>
          <p:cNvPr id="7" name="Obraz 6" descr="Obraz zawierający tekst, zrzut ekranu, Czcionka, numer&#10;&#10;Zawartość wygenerowana przez AI może być niepoprawna.">
            <a:extLst>
              <a:ext uri="{FF2B5EF4-FFF2-40B4-BE49-F238E27FC236}">
                <a16:creationId xmlns:a16="http://schemas.microsoft.com/office/drawing/2014/main" id="{CC2B835D-E56B-AD31-9B46-D59E13460496}"/>
              </a:ext>
            </a:extLst>
          </p:cNvPr>
          <p:cNvPicPr>
            <a:picLocks noChangeAspect="1"/>
          </p:cNvPicPr>
          <p:nvPr/>
        </p:nvPicPr>
        <p:blipFill>
          <a:blip r:embed="rId3"/>
          <a:stretch>
            <a:fillRect/>
          </a:stretch>
        </p:blipFill>
        <p:spPr>
          <a:xfrm>
            <a:off x="500573" y="1990282"/>
            <a:ext cx="4891234" cy="1575142"/>
          </a:xfrm>
          <a:prstGeom prst="rect">
            <a:avLst/>
          </a:prstGeom>
          <a:noFill/>
          <a:ln>
            <a:solidFill>
              <a:srgbClr val="D59ED7"/>
            </a:solidFill>
          </a:ln>
        </p:spPr>
      </p:pic>
      <p:pic>
        <p:nvPicPr>
          <p:cNvPr id="9" name="Obraz 8" descr="Obraz zawierający tekst, zrzut ekranu, Czcionka, numer&#10;&#10;Zawartość wygenerowana przez AI może być niepoprawna.">
            <a:extLst>
              <a:ext uri="{FF2B5EF4-FFF2-40B4-BE49-F238E27FC236}">
                <a16:creationId xmlns:a16="http://schemas.microsoft.com/office/drawing/2014/main" id="{4620F019-39CB-B7A8-0F15-FC3593BFD0A6}"/>
              </a:ext>
            </a:extLst>
          </p:cNvPr>
          <p:cNvPicPr>
            <a:picLocks noChangeAspect="1"/>
          </p:cNvPicPr>
          <p:nvPr/>
        </p:nvPicPr>
        <p:blipFill>
          <a:blip r:embed="rId4"/>
          <a:stretch>
            <a:fillRect/>
          </a:stretch>
        </p:blipFill>
        <p:spPr>
          <a:xfrm>
            <a:off x="5508498" y="1990281"/>
            <a:ext cx="6582323" cy="3291161"/>
          </a:xfrm>
          <a:prstGeom prst="rect">
            <a:avLst/>
          </a:prstGeom>
          <a:noFill/>
          <a:ln>
            <a:solidFill>
              <a:srgbClr val="D59ED7"/>
            </a:solidFill>
          </a:ln>
        </p:spPr>
      </p:pic>
      <p:pic>
        <p:nvPicPr>
          <p:cNvPr id="12" name="Obraz 11" descr="Obraz zawierający tekst, zrzut ekranu, Czcionka, informacja&#10;&#10;Zawartość wygenerowana przez AI może być niepoprawna.">
            <a:extLst>
              <a:ext uri="{FF2B5EF4-FFF2-40B4-BE49-F238E27FC236}">
                <a16:creationId xmlns:a16="http://schemas.microsoft.com/office/drawing/2014/main" id="{7938767C-6921-2DA7-F0F7-041D22005439}"/>
              </a:ext>
            </a:extLst>
          </p:cNvPr>
          <p:cNvPicPr>
            <a:picLocks noChangeAspect="1"/>
          </p:cNvPicPr>
          <p:nvPr/>
        </p:nvPicPr>
        <p:blipFill>
          <a:blip r:embed="rId5"/>
          <a:stretch>
            <a:fillRect/>
          </a:stretch>
        </p:blipFill>
        <p:spPr>
          <a:xfrm>
            <a:off x="500573" y="3639394"/>
            <a:ext cx="4891234" cy="1635030"/>
          </a:xfrm>
          <a:prstGeom prst="rect">
            <a:avLst/>
          </a:prstGeom>
          <a:noFill/>
          <a:ln>
            <a:solidFill>
              <a:srgbClr val="D59ED7"/>
            </a:solidFill>
          </a:ln>
        </p:spPr>
      </p:pic>
      <p:pic>
        <p:nvPicPr>
          <p:cNvPr id="16" name="Obraz 15">
            <a:extLst>
              <a:ext uri="{FF2B5EF4-FFF2-40B4-BE49-F238E27FC236}">
                <a16:creationId xmlns:a16="http://schemas.microsoft.com/office/drawing/2014/main" id="{4735F2C7-6718-F844-BD86-4EF1CFC51142}"/>
              </a:ext>
            </a:extLst>
          </p:cNvPr>
          <p:cNvPicPr>
            <a:picLocks noChangeAspect="1"/>
          </p:cNvPicPr>
          <p:nvPr/>
        </p:nvPicPr>
        <p:blipFill>
          <a:blip r:embed="rId6"/>
          <a:srcRect/>
          <a:stretch/>
        </p:blipFill>
        <p:spPr>
          <a:xfrm>
            <a:off x="604281" y="430619"/>
            <a:ext cx="635939" cy="590151"/>
          </a:xfrm>
          <a:prstGeom prst="rect">
            <a:avLst/>
          </a:prstGeom>
        </p:spPr>
      </p:pic>
      <p:sp>
        <p:nvSpPr>
          <p:cNvPr id="2" name="Title 1">
            <a:extLst>
              <a:ext uri="{FF2B5EF4-FFF2-40B4-BE49-F238E27FC236}">
                <a16:creationId xmlns:a16="http://schemas.microsoft.com/office/drawing/2014/main" id="{258FE148-9618-6850-ADB3-CB37F4F57295}"/>
              </a:ext>
            </a:extLst>
          </p:cNvPr>
          <p:cNvSpPr>
            <a:spLocks noGrp="1"/>
          </p:cNvSpPr>
          <p:nvPr>
            <p:ph type="title"/>
          </p:nvPr>
        </p:nvSpPr>
        <p:spPr>
          <a:xfrm>
            <a:off x="1807779" y="430620"/>
            <a:ext cx="10203246" cy="553998"/>
          </a:xfrm>
        </p:spPr>
        <p:txBody>
          <a:bodyPr/>
          <a:lstStyle/>
          <a:p>
            <a:r>
              <a:rPr lang="pl-PL" err="1">
                <a:gradFill>
                  <a:gsLst>
                    <a:gs pos="70000">
                      <a:srgbClr val="28AFEA"/>
                    </a:gs>
                    <a:gs pos="0">
                      <a:schemeClr val="accent1"/>
                    </a:gs>
                    <a:gs pos="100000">
                      <a:schemeClr val="accent3"/>
                    </a:gs>
                  </a:gsLst>
                  <a:lin ang="2700000" scaled="1"/>
                </a:gradFill>
              </a:rPr>
              <a:t>OpenAI</a:t>
            </a:r>
            <a:r>
              <a:rPr lang="pl-PL">
                <a:gradFill>
                  <a:gsLst>
                    <a:gs pos="70000">
                      <a:srgbClr val="28AFEA"/>
                    </a:gs>
                    <a:gs pos="0">
                      <a:schemeClr val="accent1"/>
                    </a:gs>
                    <a:gs pos="100000">
                      <a:schemeClr val="accent3"/>
                    </a:gs>
                  </a:gsLst>
                  <a:lin ang="2700000" scaled="1"/>
                </a:gradFill>
              </a:rPr>
              <a:t> / </a:t>
            </a:r>
            <a:r>
              <a:rPr lang="pl-PL" err="1">
                <a:gradFill>
                  <a:gsLst>
                    <a:gs pos="70000">
                      <a:srgbClr val="28AFEA"/>
                    </a:gs>
                    <a:gs pos="0">
                      <a:schemeClr val="accent1"/>
                    </a:gs>
                    <a:gs pos="100000">
                      <a:schemeClr val="accent3"/>
                    </a:gs>
                  </a:gsLst>
                  <a:lin ang="2700000" scaled="1"/>
                </a:gradFill>
              </a:rPr>
              <a:t>ChatGPT</a:t>
            </a:r>
            <a:endParaRPr lang="pl-PL" b="1">
              <a:gradFill>
                <a:gsLst>
                  <a:gs pos="70000">
                    <a:srgbClr val="28AFEA"/>
                  </a:gs>
                  <a:gs pos="0">
                    <a:schemeClr val="accent1"/>
                  </a:gs>
                  <a:gs pos="100000">
                    <a:schemeClr val="accent3"/>
                  </a:gs>
                </a:gsLst>
                <a:lin ang="2700000" scaled="1"/>
              </a:gradFill>
            </a:endParaRPr>
          </a:p>
        </p:txBody>
      </p:sp>
      <p:sp>
        <p:nvSpPr>
          <p:cNvPr id="3" name="TextBox 2">
            <a:extLst>
              <a:ext uri="{FF2B5EF4-FFF2-40B4-BE49-F238E27FC236}">
                <a16:creationId xmlns:a16="http://schemas.microsoft.com/office/drawing/2014/main" id="{159F958D-BC0D-F59D-C741-4BA9AB5FE2E3}"/>
              </a:ext>
            </a:extLst>
          </p:cNvPr>
          <p:cNvSpPr txBox="1"/>
          <p:nvPr/>
        </p:nvSpPr>
        <p:spPr>
          <a:xfrm>
            <a:off x="8963526" y="5594684"/>
            <a:ext cx="6096000" cy="5793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a:hlinkClick r:id="rId7"/>
              </a:rPr>
              <a:t>Warunki i zasady | OpenAI</a:t>
            </a:r>
            <a:endParaRPr lang="en-US"/>
          </a:p>
          <a:p>
            <a:pPr algn="l"/>
            <a:endParaRPr lang="en-US" sz="2000" err="1"/>
          </a:p>
        </p:txBody>
      </p:sp>
    </p:spTree>
    <p:extLst>
      <p:ext uri="{BB962C8B-B14F-4D97-AF65-F5344CB8AC3E}">
        <p14:creationId xmlns:p14="http://schemas.microsoft.com/office/powerpoint/2010/main" val="151080905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FC2DC-1967-83D2-4DE4-74147147BAD4}"/>
            </a:ext>
          </a:extLst>
        </p:cNvPr>
        <p:cNvGrpSpPr/>
        <p:nvPr/>
      </p:nvGrpSpPr>
      <p:grpSpPr>
        <a:xfrm>
          <a:off x="0" y="0"/>
          <a:ext cx="0" cy="0"/>
          <a:chOff x="0" y="0"/>
          <a:chExt cx="0" cy="0"/>
        </a:xfrm>
      </p:grpSpPr>
      <p:pic>
        <p:nvPicPr>
          <p:cNvPr id="3" name="Obraz 2" descr="Obraz zawierający logo, Czcionka, Grafika, design&#10;&#10;Zawartość wygenerowana przez AI może być niepoprawna.">
            <a:extLst>
              <a:ext uri="{FF2B5EF4-FFF2-40B4-BE49-F238E27FC236}">
                <a16:creationId xmlns:a16="http://schemas.microsoft.com/office/drawing/2014/main" id="{7DF04C60-B164-3555-4B35-113D5B818CA9}"/>
              </a:ext>
            </a:extLst>
          </p:cNvPr>
          <p:cNvPicPr>
            <a:picLocks noChangeAspect="1"/>
          </p:cNvPicPr>
          <p:nvPr/>
        </p:nvPicPr>
        <p:blipFill>
          <a:blip r:embed="rId3"/>
          <a:srcRect l="17179" t="1" b="13649"/>
          <a:stretch>
            <a:fillRect/>
          </a:stretch>
        </p:blipFill>
        <p:spPr>
          <a:xfrm>
            <a:off x="324192" y="452496"/>
            <a:ext cx="2114208" cy="505447"/>
          </a:xfrm>
          <a:prstGeom prst="rect">
            <a:avLst/>
          </a:prstGeom>
        </p:spPr>
      </p:pic>
      <p:pic>
        <p:nvPicPr>
          <p:cNvPr id="7" name="Obraz 6" descr="Obraz zawierający tekst, zrzut ekranu, Czcionka&#10;&#10;Zawartość wygenerowana przez AI może być niepoprawna.">
            <a:extLst>
              <a:ext uri="{FF2B5EF4-FFF2-40B4-BE49-F238E27FC236}">
                <a16:creationId xmlns:a16="http://schemas.microsoft.com/office/drawing/2014/main" id="{7272E40D-31F1-D0A6-B515-593D0D907CDC}"/>
              </a:ext>
            </a:extLst>
          </p:cNvPr>
          <p:cNvPicPr>
            <a:picLocks noChangeAspect="1"/>
          </p:cNvPicPr>
          <p:nvPr/>
        </p:nvPicPr>
        <p:blipFill>
          <a:blip r:embed="rId4"/>
          <a:srcRect t="2401"/>
          <a:stretch>
            <a:fillRect/>
          </a:stretch>
        </p:blipFill>
        <p:spPr>
          <a:xfrm>
            <a:off x="2438400" y="5376423"/>
            <a:ext cx="9315070" cy="1394432"/>
          </a:xfrm>
          <a:prstGeom prst="rect">
            <a:avLst/>
          </a:prstGeom>
        </p:spPr>
      </p:pic>
      <p:pic>
        <p:nvPicPr>
          <p:cNvPr id="9" name="Obraz 8" descr="Obraz zawierający tekst, Czcionka, oprogramowanie, Strona internetowa&#10;&#10;Zawartość wygenerowana przez AI może być niepoprawna.">
            <a:extLst>
              <a:ext uri="{FF2B5EF4-FFF2-40B4-BE49-F238E27FC236}">
                <a16:creationId xmlns:a16="http://schemas.microsoft.com/office/drawing/2014/main" id="{A85A4470-0B27-9CE6-BE8A-B5B2363EC010}"/>
              </a:ext>
            </a:extLst>
          </p:cNvPr>
          <p:cNvPicPr>
            <a:picLocks noChangeAspect="1"/>
          </p:cNvPicPr>
          <p:nvPr/>
        </p:nvPicPr>
        <p:blipFill>
          <a:blip r:embed="rId5"/>
          <a:stretch>
            <a:fillRect/>
          </a:stretch>
        </p:blipFill>
        <p:spPr>
          <a:xfrm>
            <a:off x="2473932" y="3900906"/>
            <a:ext cx="9279539" cy="1393541"/>
          </a:xfrm>
          <a:prstGeom prst="rect">
            <a:avLst/>
          </a:prstGeom>
        </p:spPr>
      </p:pic>
      <p:sp>
        <p:nvSpPr>
          <p:cNvPr id="11" name="pole tekstowe 10">
            <a:extLst>
              <a:ext uri="{FF2B5EF4-FFF2-40B4-BE49-F238E27FC236}">
                <a16:creationId xmlns:a16="http://schemas.microsoft.com/office/drawing/2014/main" id="{1BC1E8E6-1B00-DF20-9442-62C84E2E7D10}"/>
              </a:ext>
            </a:extLst>
          </p:cNvPr>
          <p:cNvSpPr txBox="1"/>
          <p:nvPr/>
        </p:nvSpPr>
        <p:spPr>
          <a:xfrm>
            <a:off x="466670" y="5651860"/>
            <a:ext cx="2114207" cy="907171"/>
          </a:xfrm>
          <a:prstGeom prst="rect">
            <a:avLst/>
          </a:prstGeom>
          <a:noFill/>
        </p:spPr>
        <p:txBody>
          <a:bodyPr wrap="square">
            <a:spAutoFit/>
          </a:bodyPr>
          <a:lstStyle/>
          <a:p>
            <a:r>
              <a:rPr lang="pl-PL">
                <a:hlinkClick r:id="rId6"/>
              </a:rPr>
              <a:t>Regulamin korzystania z modeli • Bielik AI</a:t>
            </a:r>
            <a:endParaRPr lang="en-US"/>
          </a:p>
        </p:txBody>
      </p:sp>
      <p:pic>
        <p:nvPicPr>
          <p:cNvPr id="13" name="Obraz 12">
            <a:extLst>
              <a:ext uri="{FF2B5EF4-FFF2-40B4-BE49-F238E27FC236}">
                <a16:creationId xmlns:a16="http://schemas.microsoft.com/office/drawing/2014/main" id="{C6CC2E16-0955-7FAC-883B-AAEF14EEE96C}"/>
              </a:ext>
            </a:extLst>
          </p:cNvPr>
          <p:cNvPicPr>
            <a:picLocks noChangeAspect="1"/>
          </p:cNvPicPr>
          <p:nvPr/>
        </p:nvPicPr>
        <p:blipFill>
          <a:blip r:embed="rId7"/>
          <a:srcRect t="3630"/>
          <a:stretch>
            <a:fillRect/>
          </a:stretch>
        </p:blipFill>
        <p:spPr>
          <a:xfrm>
            <a:off x="2511350" y="3005844"/>
            <a:ext cx="9288764" cy="863272"/>
          </a:xfrm>
          <a:prstGeom prst="rect">
            <a:avLst/>
          </a:prstGeom>
        </p:spPr>
      </p:pic>
      <p:pic>
        <p:nvPicPr>
          <p:cNvPr id="15" name="Obraz 14" descr="Obraz zawierający tekst, zrzut ekranu, Czcionka, Strona internetowa&#10;&#10;Zawartość wygenerowana przez AI może być niepoprawna.">
            <a:extLst>
              <a:ext uri="{FF2B5EF4-FFF2-40B4-BE49-F238E27FC236}">
                <a16:creationId xmlns:a16="http://schemas.microsoft.com/office/drawing/2014/main" id="{490788A8-7F12-E38E-041E-29586D4FFC19}"/>
              </a:ext>
            </a:extLst>
          </p:cNvPr>
          <p:cNvPicPr>
            <a:picLocks noChangeAspect="1"/>
          </p:cNvPicPr>
          <p:nvPr/>
        </p:nvPicPr>
        <p:blipFill>
          <a:blip r:embed="rId8"/>
          <a:stretch>
            <a:fillRect/>
          </a:stretch>
        </p:blipFill>
        <p:spPr>
          <a:xfrm>
            <a:off x="2461283" y="327997"/>
            <a:ext cx="9251746" cy="2643356"/>
          </a:xfrm>
          <a:prstGeom prst="rect">
            <a:avLst/>
          </a:prstGeom>
        </p:spPr>
      </p:pic>
    </p:spTree>
    <p:extLst>
      <p:ext uri="{BB962C8B-B14F-4D97-AF65-F5344CB8AC3E}">
        <p14:creationId xmlns:p14="http://schemas.microsoft.com/office/powerpoint/2010/main" val="117346207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2168-4E73-555C-1C6D-0C2930D43DFF}"/>
            </a:ext>
          </a:extLst>
        </p:cNvPr>
        <p:cNvGrpSpPr/>
        <p:nvPr/>
      </p:nvGrpSpPr>
      <p:grpSpPr>
        <a:xfrm>
          <a:off x="0" y="0"/>
          <a:ext cx="0" cy="0"/>
          <a:chOff x="0" y="0"/>
          <a:chExt cx="0" cy="0"/>
        </a:xfrm>
      </p:grpSpPr>
      <p:pic>
        <p:nvPicPr>
          <p:cNvPr id="10" name="Obraz 9" descr="Obraz zawierający Czcionka, Grafika, logo, biały&#10;&#10;Zawartość wygenerowana przez AI może być niepoprawna.">
            <a:extLst>
              <a:ext uri="{FF2B5EF4-FFF2-40B4-BE49-F238E27FC236}">
                <a16:creationId xmlns:a16="http://schemas.microsoft.com/office/drawing/2014/main" id="{03E80869-84BF-90CB-3B5A-A2DB78E24FEF}"/>
              </a:ext>
            </a:extLst>
          </p:cNvPr>
          <p:cNvPicPr>
            <a:picLocks noChangeAspect="1"/>
          </p:cNvPicPr>
          <p:nvPr/>
        </p:nvPicPr>
        <p:blipFill>
          <a:blip r:embed="rId3"/>
          <a:stretch>
            <a:fillRect/>
          </a:stretch>
        </p:blipFill>
        <p:spPr>
          <a:xfrm>
            <a:off x="47656" y="194495"/>
            <a:ext cx="2772162" cy="990738"/>
          </a:xfrm>
          <a:prstGeom prst="rect">
            <a:avLst/>
          </a:prstGeom>
        </p:spPr>
      </p:pic>
      <p:pic>
        <p:nvPicPr>
          <p:cNvPr id="13" name="Obraz 12" descr="Obraz zawierający tekst, zrzut ekranu, Czcionka&#10;&#10;Zawartość wygenerowana przez AI może być niepoprawna.">
            <a:extLst>
              <a:ext uri="{FF2B5EF4-FFF2-40B4-BE49-F238E27FC236}">
                <a16:creationId xmlns:a16="http://schemas.microsoft.com/office/drawing/2014/main" id="{BFFA369C-4578-178C-1ED7-0FF81B83A550}"/>
              </a:ext>
            </a:extLst>
          </p:cNvPr>
          <p:cNvPicPr>
            <a:picLocks noChangeAspect="1"/>
          </p:cNvPicPr>
          <p:nvPr/>
        </p:nvPicPr>
        <p:blipFill>
          <a:blip r:embed="rId4"/>
          <a:stretch>
            <a:fillRect/>
          </a:stretch>
        </p:blipFill>
        <p:spPr>
          <a:xfrm>
            <a:off x="557047" y="1387427"/>
            <a:ext cx="5552245" cy="1734146"/>
          </a:xfrm>
          <a:prstGeom prst="rect">
            <a:avLst/>
          </a:prstGeom>
        </p:spPr>
      </p:pic>
      <p:pic>
        <p:nvPicPr>
          <p:cNvPr id="15" name="Obraz 14" descr="Obraz zawierający tekst, zrzut ekranu, Czcionka&#10;&#10;Zawartość wygenerowana przez AI może być niepoprawna.">
            <a:extLst>
              <a:ext uri="{FF2B5EF4-FFF2-40B4-BE49-F238E27FC236}">
                <a16:creationId xmlns:a16="http://schemas.microsoft.com/office/drawing/2014/main" id="{A1CB1DFA-CBEC-A098-02C5-A1AE57960A7E}"/>
              </a:ext>
            </a:extLst>
          </p:cNvPr>
          <p:cNvPicPr>
            <a:picLocks noChangeAspect="1"/>
          </p:cNvPicPr>
          <p:nvPr/>
        </p:nvPicPr>
        <p:blipFill>
          <a:blip r:embed="rId5"/>
          <a:stretch>
            <a:fillRect/>
          </a:stretch>
        </p:blipFill>
        <p:spPr>
          <a:xfrm>
            <a:off x="543756" y="3205229"/>
            <a:ext cx="5552244" cy="2916186"/>
          </a:xfrm>
          <a:prstGeom prst="rect">
            <a:avLst/>
          </a:prstGeom>
        </p:spPr>
      </p:pic>
      <p:sp>
        <p:nvSpPr>
          <p:cNvPr id="2" name="Prostokąt 1">
            <a:extLst>
              <a:ext uri="{FF2B5EF4-FFF2-40B4-BE49-F238E27FC236}">
                <a16:creationId xmlns:a16="http://schemas.microsoft.com/office/drawing/2014/main" id="{B9EFEA4C-1574-4B03-E042-E62436D0CFFF}"/>
              </a:ext>
            </a:extLst>
          </p:cNvPr>
          <p:cNvSpPr/>
          <p:nvPr/>
        </p:nvSpPr>
        <p:spPr bwMode="auto">
          <a:xfrm>
            <a:off x="6210949" y="1387428"/>
            <a:ext cx="5673420" cy="473398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pl-PL" sz="2000" err="1">
              <a:solidFill>
                <a:srgbClr val="FFFFFF"/>
              </a:solidFill>
              <a:ea typeface="Segoe UI" pitchFamily="34" charset="0"/>
              <a:cs typeface="Segoe UI" pitchFamily="34" charset="0"/>
            </a:endParaRPr>
          </a:p>
        </p:txBody>
      </p:sp>
      <p:pic>
        <p:nvPicPr>
          <p:cNvPr id="18" name="Obraz 17" descr="Obraz zawierający tekst, zrzut ekranu, Czcionka&#10;&#10;Zawartość wygenerowana przez AI może być niepoprawna.">
            <a:extLst>
              <a:ext uri="{FF2B5EF4-FFF2-40B4-BE49-F238E27FC236}">
                <a16:creationId xmlns:a16="http://schemas.microsoft.com/office/drawing/2014/main" id="{E3A9E45D-83BD-D9C0-E8E4-7316A9CBA620}"/>
              </a:ext>
            </a:extLst>
          </p:cNvPr>
          <p:cNvPicPr>
            <a:picLocks noChangeAspect="1"/>
          </p:cNvPicPr>
          <p:nvPr/>
        </p:nvPicPr>
        <p:blipFill>
          <a:blip r:embed="rId6"/>
          <a:stretch>
            <a:fillRect/>
          </a:stretch>
        </p:blipFill>
        <p:spPr>
          <a:xfrm>
            <a:off x="6210949" y="2426107"/>
            <a:ext cx="5673420" cy="2858930"/>
          </a:xfrm>
          <a:prstGeom prst="rect">
            <a:avLst/>
          </a:prstGeom>
        </p:spPr>
      </p:pic>
      <p:sp>
        <p:nvSpPr>
          <p:cNvPr id="4" name="pole tekstowe 3">
            <a:extLst>
              <a:ext uri="{FF2B5EF4-FFF2-40B4-BE49-F238E27FC236}">
                <a16:creationId xmlns:a16="http://schemas.microsoft.com/office/drawing/2014/main" id="{00E14E39-776D-D889-2A87-910560BDB6DE}"/>
              </a:ext>
            </a:extLst>
          </p:cNvPr>
          <p:cNvSpPr txBox="1"/>
          <p:nvPr/>
        </p:nvSpPr>
        <p:spPr>
          <a:xfrm>
            <a:off x="8254387" y="6338532"/>
            <a:ext cx="6813932" cy="363946"/>
          </a:xfrm>
          <a:prstGeom prst="rect">
            <a:avLst/>
          </a:prstGeom>
          <a:noFill/>
        </p:spPr>
        <p:txBody>
          <a:bodyPr wrap="square">
            <a:spAutoFit/>
          </a:bodyPr>
          <a:lstStyle/>
          <a:p>
            <a:r>
              <a:rPr lang="pl-PL" err="1">
                <a:hlinkClick r:id="rId7"/>
              </a:rPr>
              <a:t>Privacy</a:t>
            </a:r>
            <a:r>
              <a:rPr lang="pl-PL">
                <a:hlinkClick r:id="rId7"/>
              </a:rPr>
              <a:t> Policy | </a:t>
            </a:r>
            <a:r>
              <a:rPr lang="pl-PL" err="1">
                <a:hlinkClick r:id="rId7"/>
              </a:rPr>
              <a:t>xAI</a:t>
            </a:r>
            <a:endParaRPr lang="en-US"/>
          </a:p>
        </p:txBody>
      </p:sp>
    </p:spTree>
    <p:extLst>
      <p:ext uri="{BB962C8B-B14F-4D97-AF65-F5344CB8AC3E}">
        <p14:creationId xmlns:p14="http://schemas.microsoft.com/office/powerpoint/2010/main" val="105769283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C26BE-DF66-2F0C-87B2-D6F780A2D4AC}"/>
            </a:ext>
          </a:extLst>
        </p:cNvPr>
        <p:cNvGrpSpPr/>
        <p:nvPr/>
      </p:nvGrpSpPr>
      <p:grpSpPr>
        <a:xfrm>
          <a:off x="0" y="0"/>
          <a:ext cx="0" cy="0"/>
          <a:chOff x="0" y="0"/>
          <a:chExt cx="0" cy="0"/>
        </a:xfrm>
      </p:grpSpPr>
      <p:sp>
        <p:nvSpPr>
          <p:cNvPr id="3" name="Tytuł 2">
            <a:extLst>
              <a:ext uri="{FF2B5EF4-FFF2-40B4-BE49-F238E27FC236}">
                <a16:creationId xmlns:a16="http://schemas.microsoft.com/office/drawing/2014/main" id="{0362703C-5B55-EFED-E584-BA8BBC061855}"/>
              </a:ext>
            </a:extLst>
          </p:cNvPr>
          <p:cNvSpPr>
            <a:spLocks noGrp="1"/>
          </p:cNvSpPr>
          <p:nvPr>
            <p:ph type="title"/>
          </p:nvPr>
        </p:nvSpPr>
        <p:spPr>
          <a:xfrm>
            <a:off x="585215" y="2980408"/>
            <a:ext cx="7663045" cy="553998"/>
          </a:xfrm>
        </p:spPr>
        <p:txBody>
          <a:bodyPr/>
          <a:lstStyle/>
          <a:p>
            <a:r>
              <a:rPr lang="pl-PL" b="1"/>
              <a:t>Zadania grupowe </a:t>
            </a:r>
            <a:endParaRPr lang="pl-PL"/>
          </a:p>
        </p:txBody>
      </p:sp>
    </p:spTree>
    <p:extLst>
      <p:ext uri="{BB962C8B-B14F-4D97-AF65-F5344CB8AC3E}">
        <p14:creationId xmlns:p14="http://schemas.microsoft.com/office/powerpoint/2010/main" val="3069436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E1361-7419-5FB1-1255-876B236D4CE9}"/>
            </a:ext>
          </a:extLst>
        </p:cNvPr>
        <p:cNvGrpSpPr/>
        <p:nvPr/>
      </p:nvGrpSpPr>
      <p:grpSpPr>
        <a:xfrm>
          <a:off x="0" y="0"/>
          <a:ext cx="0" cy="0"/>
          <a:chOff x="0" y="0"/>
          <a:chExt cx="0" cy="0"/>
        </a:xfrm>
      </p:grpSpPr>
      <p:sp>
        <p:nvSpPr>
          <p:cNvPr id="21" name="Tytuł 1">
            <a:extLst>
              <a:ext uri="{FF2B5EF4-FFF2-40B4-BE49-F238E27FC236}">
                <a16:creationId xmlns:a16="http://schemas.microsoft.com/office/drawing/2014/main" id="{ED486BFD-FDF7-B2B1-7BAB-9E6940B38D9D}"/>
              </a:ext>
            </a:extLst>
          </p:cNvPr>
          <p:cNvSpPr>
            <a:spLocks noGrp="1"/>
          </p:cNvSpPr>
          <p:nvPr>
            <p:ph type="title"/>
          </p:nvPr>
        </p:nvSpPr>
        <p:spPr>
          <a:xfrm>
            <a:off x="588263" y="457200"/>
            <a:ext cx="11018520" cy="983234"/>
          </a:xfrm>
        </p:spPr>
        <p:txBody>
          <a:bodyPr wrap="square" anchor="t">
            <a:normAutofit/>
          </a:bodyPr>
          <a:lstStyle/>
          <a:p>
            <a:r>
              <a:rPr lang="pl-PL" b="1">
                <a:gradFill>
                  <a:gsLst>
                    <a:gs pos="70000">
                      <a:srgbClr val="28AFEA"/>
                    </a:gs>
                    <a:gs pos="0">
                      <a:schemeClr val="accent1"/>
                    </a:gs>
                    <a:gs pos="100000">
                      <a:schemeClr val="accent3"/>
                    </a:gs>
                  </a:gsLst>
                  <a:lin ang="2700000" scaled="1"/>
                </a:gradFill>
              </a:rPr>
              <a:t>Dziękujemy za uwagę! </a:t>
            </a:r>
            <a:endParaRPr lang="pl-PL" b="1">
              <a:gradFill>
                <a:gsLst>
                  <a:gs pos="70000">
                    <a:srgbClr val="28AFEA"/>
                  </a:gs>
                  <a:gs pos="0">
                    <a:schemeClr val="accent1"/>
                  </a:gs>
                  <a:gs pos="100000">
                    <a:schemeClr val="accent3"/>
                  </a:gs>
                </a:gsLst>
                <a:lin ang="2700000" scaled="1"/>
              </a:gradFill>
              <a:highlight>
                <a:srgbClr val="FFFF00"/>
              </a:highlight>
            </a:endParaRPr>
          </a:p>
        </p:txBody>
      </p:sp>
      <p:sp>
        <p:nvSpPr>
          <p:cNvPr id="25" name="pole tekstowe 24">
            <a:extLst>
              <a:ext uri="{FF2B5EF4-FFF2-40B4-BE49-F238E27FC236}">
                <a16:creationId xmlns:a16="http://schemas.microsoft.com/office/drawing/2014/main" id="{62F6F23B-F45F-1E70-A004-25E18D1C1665}"/>
              </a:ext>
            </a:extLst>
          </p:cNvPr>
          <p:cNvSpPr txBox="1"/>
          <p:nvPr/>
        </p:nvSpPr>
        <p:spPr>
          <a:xfrm>
            <a:off x="3698404" y="4439383"/>
            <a:ext cx="2532888" cy="1515100"/>
          </a:xfrm>
          <a:prstGeom prst="rect">
            <a:avLst/>
          </a:prstGeom>
        </p:spPr>
        <p:txBody>
          <a:bodyPr vert="horz" wrap="square" lIns="0" tIns="0" rIns="0" bIns="0" rtlCol="0">
            <a:normAutofit/>
          </a:bodyPr>
          <a:lstStyle/>
          <a:p>
            <a:pPr defTabSz="932742">
              <a:lnSpc>
                <a:spcPct val="110000"/>
              </a:lnSpc>
              <a:spcAft>
                <a:spcPts val="600"/>
              </a:spcAft>
              <a:buSzPct val="90000"/>
            </a:pPr>
            <a:r>
              <a:rPr lang="en-US" sz="1600" spc="-50">
                <a:ln w="3175">
                  <a:noFill/>
                </a:ln>
                <a:gradFill>
                  <a:gsLst>
                    <a:gs pos="70000">
                      <a:srgbClr val="28AFEA"/>
                    </a:gs>
                    <a:gs pos="0">
                      <a:schemeClr val="accent1"/>
                    </a:gs>
                    <a:gs pos="100000">
                      <a:schemeClr val="accent3"/>
                    </a:gs>
                  </a:gsLst>
                  <a:lin ang="2700000" scaled="1"/>
                </a:gradFill>
                <a:latin typeface="+mj-lt"/>
                <a:cs typeface="Segoe UI" pitchFamily="34" charset="0"/>
              </a:rPr>
              <a:t>SK&amp;S</a:t>
            </a:r>
          </a:p>
          <a:p>
            <a:pPr defTabSz="932742">
              <a:spcAft>
                <a:spcPts val="600"/>
              </a:spcAft>
              <a:buSzPct val="90000"/>
            </a:pPr>
            <a:r>
              <a:rPr lang="en-US" sz="1600" b="1"/>
              <a:t>r.pr. Agata Szeliga</a:t>
            </a:r>
          </a:p>
          <a:p>
            <a:pPr defTabSz="932742">
              <a:spcAft>
                <a:spcPts val="600"/>
              </a:spcAft>
              <a:buSzPct val="90000"/>
            </a:pPr>
            <a:r>
              <a:rPr lang="en-US" sz="1600"/>
              <a:t>Partner</a:t>
            </a:r>
          </a:p>
          <a:p>
            <a:pPr defTabSz="932742">
              <a:spcAft>
                <a:spcPts val="600"/>
              </a:spcAft>
              <a:buSzPct val="90000"/>
            </a:pPr>
            <a:r>
              <a:rPr lang="en-US" sz="1600" i="1"/>
              <a:t>agata.szeliga@skslegal.pl</a:t>
            </a:r>
          </a:p>
        </p:txBody>
      </p:sp>
      <p:pic>
        <p:nvPicPr>
          <p:cNvPr id="3" name="Obraz 2">
            <a:extLst>
              <a:ext uri="{FF2B5EF4-FFF2-40B4-BE49-F238E27FC236}">
                <a16:creationId xmlns:a16="http://schemas.microsoft.com/office/drawing/2014/main" id="{D7DDD3D5-E0F7-1AA8-C934-DB5429F860FF}"/>
              </a:ext>
            </a:extLst>
          </p:cNvPr>
          <p:cNvPicPr>
            <a:picLocks noChangeAspect="1"/>
          </p:cNvPicPr>
          <p:nvPr/>
        </p:nvPicPr>
        <p:blipFill rotWithShape="1">
          <a:blip r:embed="rId3"/>
          <a:srcRect l="23686" t="4271" r="20858" b="40272"/>
          <a:stretch>
            <a:fillRect/>
          </a:stretch>
        </p:blipFill>
        <p:spPr>
          <a:xfrm>
            <a:off x="3698404" y="1954098"/>
            <a:ext cx="2250708" cy="2250708"/>
          </a:xfrm>
          <a:prstGeom prst="roundRect">
            <a:avLst/>
          </a:prstGeom>
          <a:ln>
            <a:solidFill>
              <a:schemeClr val="accent1"/>
            </a:solidFill>
          </a:ln>
        </p:spPr>
      </p:pic>
      <p:sp>
        <p:nvSpPr>
          <p:cNvPr id="7" name="pole tekstowe 24">
            <a:extLst>
              <a:ext uri="{FF2B5EF4-FFF2-40B4-BE49-F238E27FC236}">
                <a16:creationId xmlns:a16="http://schemas.microsoft.com/office/drawing/2014/main" id="{62F6F23B-F45F-1E70-A004-25E18D1C1665}"/>
              </a:ext>
            </a:extLst>
          </p:cNvPr>
          <p:cNvSpPr txBox="1"/>
          <p:nvPr/>
        </p:nvSpPr>
        <p:spPr>
          <a:xfrm>
            <a:off x="588263" y="4457470"/>
            <a:ext cx="2532888" cy="1515100"/>
          </a:xfrm>
          <a:prstGeom prst="rect">
            <a:avLst/>
          </a:prstGeom>
        </p:spPr>
        <p:txBody>
          <a:bodyPr vert="horz" wrap="square" lIns="0" tIns="0" rIns="0" bIns="0" rtlCol="0" anchor="t">
            <a:norm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742">
              <a:lnSpc>
                <a:spcPct val="110000"/>
              </a:lnSpc>
              <a:spcAft>
                <a:spcPts val="600"/>
              </a:spcAft>
              <a:buSzPct val="90000"/>
            </a:pPr>
            <a:r>
              <a:rPr lang="en-US" sz="1700" spc="-50" dirty="0">
                <a:ln w="3175">
                  <a:noFill/>
                </a:ln>
                <a:gradFill>
                  <a:gsLst>
                    <a:gs pos="0">
                      <a:srgbClr val="8661C5"/>
                    </a:gs>
                    <a:gs pos="70000">
                      <a:srgbClr val="28AFEA"/>
                    </a:gs>
                    <a:gs pos="100000">
                      <a:srgbClr val="8DE971"/>
                    </a:gs>
                  </a:gsLst>
                  <a:lin ang="2700000" scaled="1"/>
                </a:gradFill>
                <a:latin typeface="+mj-lt"/>
                <a:cs typeface="Segoe UI"/>
              </a:rPr>
              <a:t>Microsoft sp. z </a:t>
            </a:r>
            <a:r>
              <a:rPr lang="en-US" sz="1700" spc="-50" dirty="0" err="1">
                <a:ln w="3175">
                  <a:noFill/>
                </a:ln>
                <a:gradFill>
                  <a:gsLst>
                    <a:gs pos="0">
                      <a:srgbClr val="8661C5"/>
                    </a:gs>
                    <a:gs pos="70000">
                      <a:srgbClr val="28AFEA"/>
                    </a:gs>
                    <a:gs pos="100000">
                      <a:srgbClr val="8DE971"/>
                    </a:gs>
                  </a:gsLst>
                  <a:lin ang="2700000" scaled="1"/>
                </a:gradFill>
                <a:latin typeface="+mj-lt"/>
                <a:cs typeface="Segoe UI"/>
              </a:rPr>
              <a:t>o.o.</a:t>
            </a:r>
            <a:endParaRPr lang="en-US" sz="1700" spc="-50" dirty="0">
              <a:ln w="3175">
                <a:noFill/>
              </a:ln>
              <a:gradFill>
                <a:gsLst>
                  <a:gs pos="0">
                    <a:srgbClr val="8661C5"/>
                  </a:gs>
                  <a:gs pos="70000">
                    <a:srgbClr val="28AFEA"/>
                  </a:gs>
                  <a:gs pos="100000">
                    <a:srgbClr val="8DE971"/>
                  </a:gs>
                </a:gsLst>
                <a:lin ang="2700000" scaled="1"/>
              </a:gradFill>
              <a:latin typeface="+mj-lt"/>
              <a:cs typeface="Segoe UI"/>
            </a:endParaRPr>
          </a:p>
          <a:p>
            <a:pPr defTabSz="932742">
              <a:lnSpc>
                <a:spcPct val="110000"/>
              </a:lnSpc>
              <a:spcAft>
                <a:spcPts val="600"/>
              </a:spcAft>
              <a:buSzPct val="90000"/>
            </a:pPr>
            <a:r>
              <a:rPr lang="en-US" sz="1700" b="1" kern="1200" spc="0" baseline="0" dirty="0"/>
              <a:t>r.pr. Renata Zalewska</a:t>
            </a:r>
            <a:endParaRPr lang="en-US" sz="1700" b="1" kern="1200" spc="0" baseline="0" dirty="0">
              <a:cs typeface="Segoe UI"/>
            </a:endParaRPr>
          </a:p>
          <a:p>
            <a:pPr defTabSz="932742">
              <a:lnSpc>
                <a:spcPct val="110000"/>
              </a:lnSpc>
              <a:spcAft>
                <a:spcPts val="600"/>
              </a:spcAft>
            </a:pPr>
            <a:r>
              <a:rPr lang="en-US" sz="1600" dirty="0">
                <a:cs typeface="Segoe UI"/>
              </a:rPr>
              <a:t>Head of Legal</a:t>
            </a:r>
            <a:endParaRPr lang="en-US" sz="1600" kern="1200" spc="0" baseline="0" dirty="0">
              <a:cs typeface="Segoe UI"/>
            </a:endParaRPr>
          </a:p>
          <a:p>
            <a:pPr defTabSz="932742">
              <a:lnSpc>
                <a:spcPct val="110000"/>
              </a:lnSpc>
              <a:spcAft>
                <a:spcPts val="600"/>
              </a:spcAft>
              <a:buSzPct val="90000"/>
            </a:pPr>
            <a:endParaRPr lang="en-US" sz="1700" kern="1200" spc="0" baseline="0"/>
          </a:p>
        </p:txBody>
      </p:sp>
      <p:pic>
        <p:nvPicPr>
          <p:cNvPr id="2" name="Picture 1">
            <a:extLst>
              <a:ext uri="{FF2B5EF4-FFF2-40B4-BE49-F238E27FC236}">
                <a16:creationId xmlns:a16="http://schemas.microsoft.com/office/drawing/2014/main" id="{588CC26F-0EB6-C563-81C4-84E1B94563C4}"/>
              </a:ext>
            </a:extLst>
          </p:cNvPr>
          <p:cNvPicPr>
            <a:picLocks noChangeAspect="1"/>
          </p:cNvPicPr>
          <p:nvPr/>
        </p:nvPicPr>
        <p:blipFill>
          <a:blip r:embed="rId4"/>
          <a:srcRect l="20023" t="10042" r="9913" b="39116"/>
          <a:stretch>
            <a:fillRect/>
          </a:stretch>
        </p:blipFill>
        <p:spPr>
          <a:xfrm>
            <a:off x="530783" y="1955660"/>
            <a:ext cx="2145534" cy="2260043"/>
          </a:xfrm>
          <a:prstGeom prst="roundRect">
            <a:avLst/>
          </a:prstGeom>
          <a:ln>
            <a:solidFill>
              <a:schemeClr val="accent1"/>
            </a:solidFill>
          </a:ln>
        </p:spPr>
      </p:pic>
    </p:spTree>
    <p:extLst>
      <p:ext uri="{BB962C8B-B14F-4D97-AF65-F5344CB8AC3E}">
        <p14:creationId xmlns:p14="http://schemas.microsoft.com/office/powerpoint/2010/main" val="4050409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E6F1C36-9A3C-1EBB-2842-771AE2EDA423}"/>
              </a:ext>
            </a:extLst>
          </p:cNvPr>
          <p:cNvSpPr>
            <a:spLocks noGrp="1"/>
          </p:cNvSpPr>
          <p:nvPr>
            <p:ph type="title"/>
          </p:nvPr>
        </p:nvSpPr>
        <p:spPr/>
        <p:txBody>
          <a:bodyPr/>
          <a:lstStyle/>
          <a:p>
            <a:r>
              <a:rPr lang="pl-PL"/>
              <a:t>Dziękujemy za uwagę</a:t>
            </a:r>
          </a:p>
        </p:txBody>
      </p:sp>
    </p:spTree>
    <p:extLst>
      <p:ext uri="{BB962C8B-B14F-4D97-AF65-F5344CB8AC3E}">
        <p14:creationId xmlns:p14="http://schemas.microsoft.com/office/powerpoint/2010/main" val="1522256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Microsoft AI Tour 16:9 Template Light">
  <a:themeElements>
    <a:clrScheme name="Custom 193">
      <a:dk1>
        <a:srgbClr val="000000"/>
      </a:dk1>
      <a:lt1>
        <a:srgbClr val="FFFFFF"/>
      </a:lt1>
      <a:dk2>
        <a:srgbClr val="2A446F"/>
      </a:dk2>
      <a:lt2>
        <a:srgbClr val="E8E6DF"/>
      </a:lt2>
      <a:accent1>
        <a:srgbClr val="8661C5"/>
      </a:accent1>
      <a:accent2>
        <a:srgbClr val="0078D4"/>
      </a:accent2>
      <a:accent3>
        <a:srgbClr val="8DE971"/>
      </a:accent3>
      <a:accent4>
        <a:srgbClr val="8C8279"/>
      </a:accent4>
      <a:accent5>
        <a:srgbClr val="463668"/>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I Tour_2024_16-9 Event-template.potx" id="{10A8AE99-8A8D-4608-9F84-61FDF4D5C73D}" vid="{B4F0B07B-3A4D-4C62-94BD-A9EACF6FFAE2}"/>
    </a:ext>
  </a:extLst>
</a:theme>
</file>

<file path=ppt/theme/theme2.xml><?xml version="1.0" encoding="utf-8"?>
<a:theme xmlns:a="http://schemas.openxmlformats.org/drawingml/2006/main" name="Microsoft AI Tour 16:9 Template Dark">
  <a:themeElements>
    <a:clrScheme name="Custom 197">
      <a:dk1>
        <a:srgbClr val="091F2C"/>
      </a:dk1>
      <a:lt1>
        <a:srgbClr val="FFFFFF"/>
      </a:lt1>
      <a:dk2>
        <a:srgbClr val="091F2C"/>
      </a:dk2>
      <a:lt2>
        <a:srgbClr val="E8E6DF"/>
      </a:lt2>
      <a:accent1>
        <a:srgbClr val="C5B4E3"/>
      </a:accent1>
      <a:accent2>
        <a:srgbClr val="0078D4"/>
      </a:accent2>
      <a:accent3>
        <a:srgbClr val="8DE971"/>
      </a:accent3>
      <a:accent4>
        <a:srgbClr val="D7D2CB"/>
      </a:accent4>
      <a:accent5>
        <a:srgbClr val="8661C5"/>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I Tour_2024_16-9 Event-template.potx" id="{10A8AE99-8A8D-4608-9F84-61FDF4D5C73D}" vid="{837E6454-BB5A-485A-B15D-3D489AC26F9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68dcb90-2102-42b8-9daa-11c3510e010d" xsi:nil="true"/>
    <lcf76f155ced4ddcb4097134ff3c332f xmlns="ee278746-6069-43a4-be33-5cefcb70eaa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491772AD92D8D45BE9A6699E8F07BDF" ma:contentTypeVersion="11" ma:contentTypeDescription="Utwórz nowy dokument." ma:contentTypeScope="" ma:versionID="3ca76552c5fc8d0f033f83b14c4120be">
  <xsd:schema xmlns:xsd="http://www.w3.org/2001/XMLSchema" xmlns:xs="http://www.w3.org/2001/XMLSchema" xmlns:p="http://schemas.microsoft.com/office/2006/metadata/properties" xmlns:ns2="ee278746-6069-43a4-be33-5cefcb70eaa5" xmlns:ns3="168dcb90-2102-42b8-9daa-11c3510e010d" targetNamespace="http://schemas.microsoft.com/office/2006/metadata/properties" ma:root="true" ma:fieldsID="9a3b346362f7cb9142b065c0373fe42c" ns2:_="" ns3:_="">
    <xsd:import namespace="ee278746-6069-43a4-be33-5cefcb70eaa5"/>
    <xsd:import namespace="168dcb90-2102-42b8-9daa-11c3510e01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278746-6069-43a4-be33-5cefcb70ea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Tagi obrazów" ma:readOnly="false" ma:fieldId="{5cf76f15-5ced-4ddc-b409-7134ff3c332f}" ma:taxonomyMulti="true" ma:sspId="5d2333d5-8b4b-4cfa-95dd-27b2bdfed91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8dcb90-2102-42b8-9daa-11c3510e010d"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9d4efc0-b2a6-4951-b9bf-7b430f1309d7}" ma:internalName="TaxCatchAll" ma:showField="CatchAllData" ma:web="168dcb90-2102-42b8-9daa-11c3510e01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http://purl.org/dc/terms/"/>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168dcb90-2102-42b8-9daa-11c3510e010d"/>
    <ds:schemaRef ds:uri="ee278746-6069-43a4-be33-5cefcb70eaa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CE3C5468-C828-4605-B3E0-2D42AE69B556}">
  <ds:schemaRefs>
    <ds:schemaRef ds:uri="168dcb90-2102-42b8-9daa-11c3510e010d"/>
    <ds:schemaRef ds:uri="ee278746-6069-43a4-be33-5cefcb70ea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 AI Tour_2024_16-9 Event-template</Template>
  <TotalTime>0</TotalTime>
  <Words>6345</Words>
  <Application>Microsoft Office PowerPoint</Application>
  <PresentationFormat>Widescreen</PresentationFormat>
  <Paragraphs>457</Paragraphs>
  <Slides>31</Slides>
  <Notes>27</Notes>
  <HiddenSlides>0</HiddenSlides>
  <MMClips>0</MMClip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Microsoft AI Tour 16:9 Template Light</vt:lpstr>
      <vt:lpstr>Microsoft AI Tour 16:9 Template Dark</vt:lpstr>
      <vt:lpstr>Umowy z dostawcami AI – aspekty praktyczne i kluczowe klazule    Zajęcia nr 4  </vt:lpstr>
      <vt:lpstr>Agenda</vt:lpstr>
      <vt:lpstr>Typy umów w ekosystemie AI </vt:lpstr>
      <vt:lpstr>Rodzaje głównych umów </vt:lpstr>
      <vt:lpstr>Umowy na korzystanie - kluczowe postanowienia i na co zwracać uwagę</vt:lpstr>
      <vt:lpstr>Zakres licencji i dozwolone użycie Znaczenie: Określa ramy korzystania z dostarczonego rozwiązania AI przez klienta. Błędy w tej klauzuli mogą albo nadmiernie ograniczyć klienta, albo pozwolić mu na więcej, niż zamierzał dostawca (ryzyko dla dostawcy).</vt:lpstr>
      <vt:lpstr>Wykorzystanie danych klienta do trenowania modeli  Znaczenie: Dane dostarczane przez klienta (input) lub generowane w trakcie używania AI (output) są często bardzo cenne. Pytanie brzmi: czy dostawca AI może je wykorzystać do trenowania/udoskonalania swoich modeli lub innych celów? Dla klienta biznesowsego generalnie to ryzyko (utrata kontroli nad danymi, ewentualne naruszenie tajemnic), dla dostawcy – potencjalna korzyść (więcej danych do AI, poprawienie jakości). </vt:lpstr>
      <vt:lpstr>Poufność i tajemnica przedsiębiorstwa Znaczenie: W ramach korzystania z AI może wiązać się z przekazywaniem poufnych informacji: danych, kodu, know-how, planów biznesowych. Klauzula o zachowaniu poufności (NDA) chroni obie strony przed ujawnieniem tych informacji osobom trzecim.</vt:lpstr>
      <vt:lpstr>Prawa własności intelektualnej (IP) Znaczenie: systemy / modele AI tak samo jak zawartość wyjściowa mogą być przedmiotem roszczeń prawnoautorskich. Umowa powinna regulować, kto i na jakich zasadach ma prawa do: (a) systemu/modelu  AI, (b) zawartości wejściowej; (c) wygenerowanych treści (output) oraz jak  </vt:lpstr>
      <vt:lpstr>Odpowiedzialność i ograniczenie odpowiedzialności Znaczenie: To jedna z najważniejszych (i najtrudniejszych) części negocjacji – określa, do jakiego zakresu szkód i kwoty każda strona ponosi odpowiedzialność, jeśli coś pójdzie nie tak. </vt:lpstr>
      <vt:lpstr>Gwarancje dostawcy (warranties/guarantees ) Znaczenie: Gwarancje (zapewnienia) to oświadczenia stron, że pewne stany rzeczy są lub będą spełnione. W kontekście AI kluczowe są gwarancje dostawcy co do jakości i zgodności rozwiązania.</vt:lpstr>
      <vt:lpstr>Przetwarzanie danych osobowych - RODO Znaczenie: Dane osobowe mogą pojawiać się w zawartości wejściowej, wyjściowej, w danych o interakcjach i wyjątkowo – w samych modelach. W przypadku filtrowania treści, mogą być przechowywane przez pewien czas w ramach narzędzi do filtrowania w systemach AI. Dlatego większość umów dot. AI powinna być analizowana również pod kątem RODO. Brak zgodności z RODO może prowadzić do odpowiedzialności finansowej (do 20 mln EUR lub 4% globalnego obrotu (art. 83 RODO), regulacyjnej i reputacyjnej.</vt:lpstr>
      <vt:lpstr>Zgoda na podprzetwarzających (sub-processors) Znaczenie: Bardzo rzadko dostawca realizuje całą usługę AI własnymi siłami na własnej infrastrukturze. Często stoi za nim chmura (np. Azure) lub podmioty zapewniające wsparcie np., w modelu niezachodzącego słońca (follow the sunt). Klient musi mieć kontrolę nad tym łańcuchem – bo ciąży na nim odpowiedzialność za dane.</vt:lpstr>
      <vt:lpstr>Lokalizacja danych (data residency) i suwerenność danych Znaczenie: Gdzie fizycznie i prawnie będą przechowywane/przetwarzane dane zwłaszcza osobowe  – to istotne dla bezpieczeństwa, zgodności z przepisami i kontroli nad danymi. </vt:lpstr>
      <vt:lpstr>Prawo do audytu i dokumentacja Znaczenie: Klient (szczególnie objęty regulacjami lub dbający o bezpieczeństwo) musi mieć możliwość zweryfikowania czy dostawca faktycznie spełnia obietnice, np. czy dane są dobrze chronione, czy model działa zgodnie z założeniami (brak niepożądanych biasów itp.). </vt:lpstr>
      <vt:lpstr>Zasady dostępu personelu dostawcy do danych  (i dostęp podmiotów trzecich) Znaczenie: Jeśli możliwy jest dostęp personelu dostawcy lub podmiotów trzecich, podmiot stosujący powinien ocenić konsekwencje i wdrożyć ew. środki ograniczające ryzyko. W takich przypadkach należy zapewnić, aby dostęp ten był ograniczony i kontrolowany. Podobnie, zasady dostępu podmiotów trzecich (np. organów władzy, audytorów) powinny być uregulowane w umowie. </vt:lpstr>
      <vt:lpstr>Wypowiedzenie (wygaśnięcie umowy)  i zasady dot. zwrotu danych Znaczenie: Zakończenie umowy z dostawcą AI nie kończy obowiązków regulacyjnych ani ryzyk związanych z danymi. Klient musi zachować możliwość odzyskania danych, dokumentacji i logów niezbędnych do wykazania zgodności (RODO, AI Act), a jednocześnie zapewnić, że jego dane nie pozostaną w pipeline’ach treningowych dostawcy. </vt:lpstr>
      <vt:lpstr>Istotna jest też perspektywa biznesowo-operacyjna… Znaczenie: Nawet dobrze wynegocjowana umowa nie zapewni bezpiecznego i zakończonego sukcesem wdrożenia AI, jeśli model komercyjny usługi nie odpowiada realnemu sposobowi jej wykorzystania w danej organizacji. W praktyce najczęstsze problemy nie wynikają z naruszeń prawa, lecz z niedoszacowania kosztów, limitów użycia i zasad skalowania licencji.</vt:lpstr>
      <vt:lpstr>Zgodność z AI i Aktem w sprawie danych</vt:lpstr>
      <vt:lpstr>Zgodność z AI i Data Aktem</vt:lpstr>
      <vt:lpstr>Przykładowe umowy </vt:lpstr>
      <vt:lpstr>                 Umowa na korzystanie z M365 Copilot </vt:lpstr>
      <vt:lpstr>AI – Postanowienia dot. Produktów</vt:lpstr>
      <vt:lpstr>Postanowienia dotyczące prywatności i bezpieczeństwa</vt:lpstr>
      <vt:lpstr>PowerPoint Presentation</vt:lpstr>
      <vt:lpstr>OpenAI / ChatGPT</vt:lpstr>
      <vt:lpstr>PowerPoint Presentation</vt:lpstr>
      <vt:lpstr>PowerPoint Presentation</vt:lpstr>
      <vt:lpstr>Zadania grupowe </vt:lpstr>
      <vt:lpstr>Dziękujemy za uwagę! </vt:lpstr>
      <vt:lpstr>Dziękujemy za uwagę</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Microsoft AI Tour</dc:subject>
  <dc:creator>Asanda Silo (International Supplier)</dc:creator>
  <cp:keywords>Microsoft AI Tour</cp:keywords>
  <dc:description/>
  <cp:lastModifiedBy>Szeliga, Agata</cp:lastModifiedBy>
  <cp:revision>14</cp:revision>
  <cp:lastPrinted>2025-12-10T13:32:07Z</cp:lastPrinted>
  <dcterms:created xsi:type="dcterms:W3CDTF">2024-11-08T08:23:35Z</dcterms:created>
  <dcterms:modified xsi:type="dcterms:W3CDTF">2026-01-28T19:17:51Z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0x010100B491772AD92D8D45BE9A6699E8F07BDF</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Metadata">
    <vt:lpwstr/>
  </property>
  <property fmtid="{D5CDD505-2E9C-101B-9397-08002B2CF9AE}" pid="18" name="MediaServiceImageTags">
    <vt:lpwstr/>
  </property>
  <property fmtid="{D5CDD505-2E9C-101B-9397-08002B2CF9AE}" pid="19" name="MSIP_Label_028c4b5d-286d-42b8-8b48-4ab6019e7b6f_Enabled">
    <vt:lpwstr>true</vt:lpwstr>
  </property>
  <property fmtid="{D5CDD505-2E9C-101B-9397-08002B2CF9AE}" pid="20" name="MSIP_Label_028c4b5d-286d-42b8-8b48-4ab6019e7b6f_SetDate">
    <vt:lpwstr>2024-11-15T15:51:03Z</vt:lpwstr>
  </property>
  <property fmtid="{D5CDD505-2E9C-101B-9397-08002B2CF9AE}" pid="21" name="MSIP_Label_028c4b5d-286d-42b8-8b48-4ab6019e7b6f_Method">
    <vt:lpwstr>Standard</vt:lpwstr>
  </property>
  <property fmtid="{D5CDD505-2E9C-101B-9397-08002B2CF9AE}" pid="22" name="MSIP_Label_028c4b5d-286d-42b8-8b48-4ab6019e7b6f_Name">
    <vt:lpwstr>General</vt:lpwstr>
  </property>
  <property fmtid="{D5CDD505-2E9C-101B-9397-08002B2CF9AE}" pid="23" name="MSIP_Label_028c4b5d-286d-42b8-8b48-4ab6019e7b6f_SiteId">
    <vt:lpwstr>c65bd3d6-c3e5-4900-952b-db590ae92917</vt:lpwstr>
  </property>
  <property fmtid="{D5CDD505-2E9C-101B-9397-08002B2CF9AE}" pid="24" name="MSIP_Label_028c4b5d-286d-42b8-8b48-4ab6019e7b6f_ActionId">
    <vt:lpwstr>1ce2c9b4-34e7-4828-84e4-fabf35b45b83</vt:lpwstr>
  </property>
  <property fmtid="{D5CDD505-2E9C-101B-9397-08002B2CF9AE}" pid="25" name="MSIP_Label_028c4b5d-286d-42b8-8b48-4ab6019e7b6f_ContentBits">
    <vt:lpwstr>0</vt:lpwstr>
  </property>
</Properties>
</file>