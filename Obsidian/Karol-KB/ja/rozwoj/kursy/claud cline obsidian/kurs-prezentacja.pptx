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Workflow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Code, Cline &amp; Obsidian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402336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podstaw do Master Class  |  ~18h  |  5 modułów  |  Karol @ PJATK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Kurs w liczbach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737360" cy="2560320"/>
          </a:xfrm>
          <a:prstGeom prst="roundRect">
            <a:avLst>
              <a:gd name="adj" fmla="val 7895"/>
            </a:avLst>
          </a:prstGeom>
          <a:solidFill>
            <a:srgbClr val="F0F4F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651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Modułów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Obsidiana po Master Class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0" y="1371600"/>
            <a:ext cx="1737360" cy="2560320"/>
          </a:xfrm>
          <a:prstGeom prst="roundRect">
            <a:avLst>
              <a:gd name="adj" fmla="val 7895"/>
            </a:avLst>
          </a:prstGeom>
          <a:solidFill>
            <a:srgbClr val="F0F4F8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0" y="155448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2743200" y="2651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834640" y="31089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Praktyczne, z ćwiczeniami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1737360" cy="2560320"/>
          </a:xfrm>
          <a:prstGeom prst="roundRect">
            <a:avLst>
              <a:gd name="adj" fmla="val 7895"/>
            </a:avLst>
          </a:prstGeom>
          <a:solidFill>
            <a:srgbClr val="F0F4F8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55448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663440" y="2651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Ćwiczeń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31089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Łatwe → 🔴 Zaawansowane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0" y="1371600"/>
            <a:ext cx="1737360" cy="2560320"/>
          </a:xfrm>
          <a:prstGeom prst="roundRect">
            <a:avLst>
              <a:gd name="adj" fmla="val 7895"/>
            </a:avLst>
          </a:prstGeom>
          <a:solidFill>
            <a:srgbClr val="F0F4F8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155448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18h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583680" y="2651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Czas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75120" y="31089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2-3h/tydzień × 6-9 tygodni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Ścieżka nauki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1206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Moduł 1 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Obsidian — vault AI-ready, pluginy AI, Templater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Moduł 2 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Cline — agent w VS Code, .clinerules, MCP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Moduł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 — CLI, Extension, CLAUDE.md, hooks, memory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Moduł 4 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Integracja — pipeline Obsidian ↔ Agent ↔ Kod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Moduł 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 Class — case studies, skills, subagenty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Capstone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AI-Powered Logistics Assistant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= moduły priorytetowe (80/20)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MODUŁ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Obsidian — Twój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PKM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3840480"/>
            <a:ext cx="1828800" cy="54864"/>
          </a:xfrm>
          <a:prstGeom prst="rect">
            <a:avLst/>
          </a:prstGeom>
          <a:solidFill>
            <a:srgbClr val="02809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Moduł 1: Czego się nauczysz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1206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Lekcja 1.1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Mapa ekosystemu: Obsidian vs Cline vs Claude Code — jak się łączą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Lekcja 1.2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Architektura vault'u AI-ready: PARA, frontmatter, linki, MOC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Lekcja 1.3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Pluginy AI: Smart Connections, Copilot, Nova — instalacja i konfiguracja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Lekcja 1.4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Templater + AI: szablony automatycznie generujące notatki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Mini-projekt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notatek z zajęć na PJATK z AI-asystentem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Czas: ~3.5h  |  Poziom: bazowy → średniozaawansowany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MODUŁ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Cline — agent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kodujący w VS Code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3840480"/>
            <a:ext cx="1828800" cy="54864"/>
          </a:xfrm>
          <a:prstGeom prst="rect">
            <a:avLst/>
          </a:prstGeom>
          <a:solidFill>
            <a:srgbClr val="028090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Moduł 2: Czego się nauczysz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1206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Lekcja 2.1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Interfejs Cline: panel, approve/reject, kontekst, śledzenie kosztów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Lekcja 2.2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.clinerules: workspace/global, conditional rules, rules vs workflows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Lekcja 2.3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MCP: rozszerzanie agenta o dostęp do plików, baz danych,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Mini-projekt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Automatyzacja zadania z pracy w spedycji morskiej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Czas: ~3h  |  Poziom: bazowy → średniozaawansowany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MODUŁ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 — terminal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VS Code Extension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3840480"/>
            <a:ext cx="1828800" cy="54864"/>
          </a:xfrm>
          <a:prstGeom prst="rect">
            <a:avLst/>
          </a:prstGeom>
          <a:solidFill>
            <a:srgbClr val="028090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Moduł 3: Czego się nauczysz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1206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Lekcja 3.1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CLI: instalacja, REPL, one-shot mode, tryby uprawnień, slash commands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Lekcja 3.2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Code Extension: Plan mode, @-mentions, inline diffs, wiele sesji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Lekcja 3.3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CLAUDE.md, auto-memory, hooks: konfiguracja projektu i automatyzacja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Mini-projekt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Refaktoryzacja kodu z pełną konfiguracją Claude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Czas: ~3h  |  Poziom: bazowy → zaawansowany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MODUŁ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Integracja — spójny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3840480"/>
            <a:ext cx="1828800" cy="54864"/>
          </a:xfrm>
          <a:prstGeom prst="rect">
            <a:avLst/>
          </a:prstGeom>
          <a:solidFill>
            <a:srgbClr val="028090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Moduł 4: Czego się nauczysz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1206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Lekcja 4.1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+ Obsidian vault: agent czyta i pisze do Twoich notatek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Lekcja 4.2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Pipeline: notatki → agent → kod → dokumentacja → notatki (cyklicznie)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Lekcja 4.3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Automatyzacje cross-tool: hooks, skrypty Python, Make.com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Mini-projekt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 workflow dla realnego zadania z pracy lub studiów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Czas: ~3.5h  |  Poziom: średniozaawansowany → zaawansowany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MODUŁ 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Master Class —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praktyka i skalowanie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3840480"/>
            <a:ext cx="1828800" cy="54864"/>
          </a:xfrm>
          <a:prstGeom prst="rect">
            <a:avLst/>
          </a:prstGeom>
          <a:solidFill>
            <a:srgbClr val="028090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Moduł 5: Czego się nauczysz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1206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Study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Logistyka: KPI dashboard dla zarządu z danych w vault'u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Study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Logistyka: Automatyczny rate card generator (/rate-card)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Study 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Logistyka: Inbox processor — email → vault → agent → draft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Study 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Studia: Research assistant dla pracy na PJATK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Lekcja 5.3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Budowanie: skills, subagenty, custom MCP servers, plugins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Czas: ~3.5h  |  Poziom: zaawansowany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MODUŁ 🎓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Capstone Project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Logistics Assistant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3840480"/>
            <a:ext cx="1828800" cy="54864"/>
          </a:xfrm>
          <a:prstGeom prst="rect">
            <a:avLst/>
          </a:prstGeom>
          <a:solidFill>
            <a:srgbClr val="028090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Capstone: wymagania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1206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15+ notatek, PARA, MOC, Smart Connections, Copilot, 3 szablony Templater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Cline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.clinerules/ z terminologią morską i standardami kodowania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Claude Code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CLAUDE.md + 2 custom commands + 1 hook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Integracja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Filesystem → vault, działający pipeline end-to-end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study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Min. 1 case study zrealizowany (rate card / KPI / inbox)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Dokumentacja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README + notatki w vault'u opisujące cały 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Ocena: Vault /10 + Agent /10 + Integration /10 + Value /10 + Docs /5 + Creativity /5 = /50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Najważniejsze, czego się nauczyłeś,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nie konkretne komendy —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lecz SPOSÓB MYŚLENIA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integracji narzędzi.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34747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· Pipeline'y · Feedback loops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42062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Kurs: AI-Powered Workflow — Claude Code, Cline &amp; Obsidian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Karol @ PJATK — Lider AI Transformacji Cyfrowej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Workflow — Claude Code, Cline &amp; Obsidian</dc:title>
  <dc:subject>PptxGenJS Presentation</dc:subject>
  <dc:creator>Karol — kurs AI Workflow</dc:creator>
  <cp:lastModifiedBy>Karol — kurs AI Workflow</cp:lastModifiedBy>
  <cp:revision>1</cp:revision>
  <dcterms:created xsi:type="dcterms:W3CDTF">2026-03-29T18:10:21Z</dcterms:created>
  <dcterms:modified xsi:type="dcterms:W3CDTF">2026-03-29T18:10:21Z</dcterms:modified>
</cp:coreProperties>
</file>